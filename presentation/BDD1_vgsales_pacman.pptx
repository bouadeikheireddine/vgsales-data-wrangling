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416a17d3-ba12-778d-de76-872bfb6bf3dc}">
          <p14:sldIdLst>
            <p14:sldId id="256"/>
            <p14:sldId id="257"/>
          </p14:sldIdLst>
        </p14:section>
        <p14:section name="Mission" id="{1dc2f72f-70f6-3893-9ca4-261ebfce0a0e}">
          <p14:sldIdLst>
            <p14:sldId id="258"/>
            <p14:sldId id="259"/>
          </p14:sldIdLst>
        </p14:section>
        <p14:section name="Pipeline" id="{eab00020-3a1f-20df-73be-f4e48f0ee9d2}">
          <p14:sldIdLst>
            <p14:sldId id="260"/>
            <p14:sldId id="261"/>
          </p14:sldIdLst>
        </p14:section>
        <p14:section name="Nettoyage" id="{482460b3-479e-0b5c-96c9-5e57f4ca2460}">
          <p14:sldIdLst>
            <p14:sldId id="262"/>
            <p14:sldId id="263"/>
          </p14:sldIdLst>
        </p14:section>
        <p14:section name="Découvertes" id="{1a45a54a-0865-cdc9-c939-e19e7c0f0dfe}">
          <p14:sldIdLst>
            <p14:sldId id="264"/>
            <p14:sldId id="265"/>
            <p14:sldId id="266"/>
            <p14:sldId id="267"/>
            <p14:sldId id="268"/>
          </p14:sldIdLst>
        </p14:section>
        <p14:section name="Boss final" id="{ce56c1c1-57f5-6c4b-f203-5ba80c3459e2}">
          <p14:sldIdLst>
            <p14:sldId id="269"/>
            <p14:sldId id="270"/>
          </p14:sldIdLst>
        </p14:section>
        <p14:section name="Live demo" id="{d6b61500-ca57-a43a-8064-e9555db2f4b0}">
          <p14:sldIdLst>
            <p14:sldId id="271"/>
          </p14:sldIdLst>
        </p14:section>
        <p14:section name="Niveau suivant" id="{d4707fab-38b6-2552-0dca-fe9449d5969d}">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Part des ventes</c:v>
                </c:pt>
              </c:strCache>
            </c:strRef>
          </c:tx>
          <c:spPr>
            <a:solidFill>
              <a:srgbClr val="FFE600"/>
            </a:solidFill>
            <a:effectLst/>
          </c:spPr>
          <c:invertIfNegative val="0"/>
          <c:dLbls>
            <c:numFmt formatCode="0.0&quot;%&quot;" sourceLinked="0"/>
            <c:txPr>
              <a:bodyPr/>
              <a:lstStyle/>
              <a:p>
                <a:pPr>
                  <a:defRPr b="1"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FFE600"/>
              </a:solidFill>
              <a:effectLst/>
            </c:spPr>
          </c:dPt>
          <c:dPt>
            <c:idx val="1"/>
            <c:invertIfNegative val="0"/>
            <c:bubble3D val="0"/>
            <c:spPr>
              <a:solidFill>
                <a:srgbClr val="2121DE"/>
              </a:solidFill>
              <a:effectLst/>
            </c:spPr>
          </c:dPt>
          <c:dPt>
            <c:idx val="2"/>
            <c:invertIfNegative val="0"/>
            <c:bubble3D val="0"/>
            <c:spPr>
              <a:solidFill>
                <a:srgbClr val="2121DE"/>
              </a:solidFill>
              <a:effectLst/>
            </c:spPr>
          </c:dPt>
          <c:dPt>
            <c:idx val="3"/>
            <c:invertIfNegative val="0"/>
            <c:bubble3D val="0"/>
            <c:spPr>
              <a:solidFill>
                <a:srgbClr val="2121DE"/>
              </a:solidFill>
              <a:effectLst/>
            </c:spPr>
          </c:dPt>
          <c:dPt>
            <c:idx val="4"/>
            <c:invertIfNegative val="0"/>
            <c:bubble3D val="0"/>
            <c:spPr>
              <a:solidFill>
                <a:srgbClr val="2121DE"/>
              </a:solidFill>
              <a:effectLst/>
            </c:spPr>
          </c:dPt>
          <c:dPt>
            <c:idx val="5"/>
            <c:invertIfNegative val="0"/>
            <c:bubble3D val="0"/>
            <c:spPr>
              <a:solidFill>
                <a:srgbClr val="2121DE"/>
              </a:solidFill>
              <a:effectLst/>
            </c:spPr>
          </c:dPt>
          <c:dPt>
            <c:idx val="6"/>
            <c:invertIfNegative val="0"/>
            <c:bubble3D val="0"/>
            <c:spPr>
              <a:solidFill>
                <a:srgbClr val="2121DE"/>
              </a:solidFill>
              <a:effectLst/>
            </c:spPr>
          </c:dPt>
          <c:dPt>
            <c:idx val="7"/>
            <c:invertIfNegative val="0"/>
            <c:bubble3D val="0"/>
            <c:spPr>
              <a:solidFill>
                <a:srgbClr val="2121DE"/>
              </a:solidFill>
              <a:effectLst/>
            </c:spPr>
          </c:dPt>
          <c:dPt>
            <c:idx val="8"/>
            <c:invertIfNegative val="0"/>
            <c:bubble3D val="0"/>
            <c:spPr>
              <a:solidFill>
                <a:srgbClr val="2121DE"/>
              </a:solidFill>
              <a:effectLst/>
            </c:spPr>
          </c:dPt>
          <c:dPt>
            <c:idx val="9"/>
            <c:invertIfNegative val="0"/>
            <c:bubble3D val="0"/>
            <c:spPr>
              <a:solidFill>
                <a:srgbClr val="2121DE"/>
              </a:solidFill>
              <a:effectLst/>
            </c:spPr>
          </c:dPt>
          <c:cat>
            <c:multiLvlStrRef>
              <c:f>Sheet1!$A$2:$A$11</c:f>
              <c:multiLvlStrCache>
                <c:ptCount val="10"/>
                <c:lvl>
                  <c:pt idx="0">
                    <c:v>Top 10 %</c:v>
                  </c:pt>
                  <c:pt idx="1">
                    <c:v>10-20</c:v>
                  </c:pt>
                  <c:pt idx="2">
                    <c:v>20-30</c:v>
                  </c:pt>
                  <c:pt idx="3">
                    <c:v>30-40</c:v>
                  </c:pt>
                  <c:pt idx="4">
                    <c:v>40-50</c:v>
                  </c:pt>
                  <c:pt idx="5">
                    <c:v>50-60</c:v>
                  </c:pt>
                  <c:pt idx="6">
                    <c:v>60-70</c:v>
                  </c:pt>
                  <c:pt idx="7">
                    <c:v>70-80</c:v>
                  </c:pt>
                  <c:pt idx="8">
                    <c:v>80-90</c:v>
                  </c:pt>
                  <c:pt idx="9">
                    <c:v>90-100</c:v>
                  </c:pt>
                </c:lvl>
              </c:multiLvlStrCache>
            </c:multiLvlStrRef>
          </c:cat>
          <c:val>
            <c:numRef>
              <c:f>Sheet1!$B$2:$B$11</c:f>
              <c:numCache>
                <c:formatCode>General</c:formatCode>
                <c:ptCount val="10"/>
                <c:pt idx="0">
                  <c:v>58.8</c:v>
                </c:pt>
                <c:pt idx="1">
                  <c:v>15.9</c:v>
                </c:pt>
                <c:pt idx="2">
                  <c:v>9.1</c:v>
                </c:pt>
                <c:pt idx="3">
                  <c:v>5.7</c:v>
                </c:pt>
                <c:pt idx="4">
                  <c:v>3.9</c:v>
                </c:pt>
                <c:pt idx="5">
                  <c:v>2.7</c:v>
                </c:pt>
                <c:pt idx="6">
                  <c:v>1.8</c:v>
                </c:pt>
                <c:pt idx="7">
                  <c:v>1.1</c:v>
                </c:pt>
                <c:pt idx="8">
                  <c:v>0.7</c:v>
                </c:pt>
                <c:pt idx="9">
                  <c:v>0.3</c:v>
                </c:pt>
              </c:numCache>
            </c:numRef>
          </c:val>
        </c:ser>
        <c:dLbls>
          <c:numFmt formatCode="0.0&quot;%&quot;" sourceLinked="0"/>
          <c:txPr>
            <a:bodyPr/>
            <a:lstStyle/>
            <a:p>
              <a:pPr>
                <a:defRPr b="1" i="0" strike="noStrike" sz="1200" u="none">
                  <a:solidFill>
                    <a:srgbClr val="FFFFFF"/>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title>
          <c:tx>
            <c:rich>
              <a:bodyPr/>
              <a:lstStyle/>
              <a:p>
                <a:pPr>
                  <a:defRPr sz="1200" b="0" i="0" u="none" strike="noStrike">
                    <a:solidFill>
                      <a:srgbClr val="7C7CAA"/>
                    </a:solidFill>
                    <a:latin typeface="Arial"/>
                  </a:defRPr>
                </a:pPr>
                <a:r>
                  <a:rPr sz="1200" b="0" i="0" u="none" strike="noStrike">
                    <a:solidFill>
                      <a:srgbClr val="7C7CAA"/>
                    </a:solidFill>
                    <a:latin typeface="Arial"/>
                  </a:rPr>
                  <a:t>Jeux classés du plus vendu au moins vendu (tranches de 10 %)</a:t>
                </a:r>
              </a:p>
            </c:rich>
          </c:tx>
          <c:layout/>
          <c:overlay val="0"/>
        </c:title>
        <c:numFmt formatCode="General" sourceLinked="1"/>
        <c:majorTickMark val="out"/>
        <c:minorTickMark val="none"/>
        <c:tickLblPos val="low"/>
        <c:spPr>
          <a:ln w="12700" cap="flat">
            <a:solidFill>
              <a:srgbClr val="2121DE"/>
            </a:solidFill>
            <a:prstDash val="solid"/>
            <a:round/>
          </a:ln>
        </c:spPr>
        <c:txPr>
          <a:bodyPr/>
          <a:lstStyle/>
          <a:p>
            <a:pPr>
              <a:defRPr sz="1100" b="0" i="0" u="none" strike="noStrike">
                <a:solidFill>
                  <a:srgbClr val="C4C4E4"/>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C4C4E4"/>
                </a:solidFill>
                <a:latin typeface="Arial"/>
              </a:defRPr>
            </a:pPr>
            <a:endParaRPr lang="en-US"/>
          </a:p>
        </c:txPr>
        <c:crossAx val="2094734554"/>
        <c:crosses val="autoZero"/>
        <c:crossBetween val="between"/>
      </c:valAx>
      <c:spPr>
        <a:solidFill>
          <a:srgbClr val="000000">
            <a:alpha val="0"/>
          </a:srgbClr>
        </a:solidFill>
        <a:ln>
          <a:noFill/>
        </a:ln>
        <a:effectLst/>
      </c:spPr>
    </c:plotArea>
    <c:plotVisOnly val="1"/>
    <c:dispBlanksAs val="span"/>
  </c:chart>
  <c:spPr>
    <a:solidFill>
      <a:srgbClr val="000000">
        <a:alpha val="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Ventes (M)</c:v>
                </c:pt>
              </c:strCache>
            </c:strRef>
          </c:tx>
          <c:spPr>
            <a:solidFill>
              <a:srgbClr val="3D3DFF"/>
            </a:solidFill>
            <a:effectLst/>
          </c:spPr>
          <c:invertIfNegative val="0"/>
          <c:dLbls>
            <c:numFmt formatCode="#,##0" sourceLinked="0"/>
            <c:txPr>
              <a:bodyPr/>
              <a:lstStyle/>
              <a:p>
                <a:pPr>
                  <a:defRPr b="1" i="0" strike="noStrike" sz="1200" u="none">
                    <a:solidFill>
                      <a:srgbClr val="FFFFFF"/>
                    </a:solidFill>
                    <a:latin typeface="Arial"/>
                  </a:defRPr>
                </a:pPr>
              </a:p>
            </c:txPr>
            <c:showLegendKey val="0"/>
            <c:showVal val="0"/>
            <c:showCatName val="0"/>
            <c:showSerName val="0"/>
            <c:showPercent val="0"/>
            <c:showBubbleSize val="0"/>
            <c:showLeaderLines val="0"/>
          </c:dLbls>
          <c:dPt>
            <c:idx val="0"/>
            <c:invertIfNegative val="0"/>
            <c:bubble3D val="0"/>
            <c:spPr>
              <a:solidFill>
                <a:srgbClr val="3D3DFF"/>
              </a:solidFill>
              <a:effectLst/>
            </c:spPr>
          </c:dPt>
          <c:dPt>
            <c:idx val="1"/>
            <c:invertIfNegative val="0"/>
            <c:bubble3D val="0"/>
            <c:spPr>
              <a:solidFill>
                <a:srgbClr val="3D3DFF"/>
              </a:solidFill>
              <a:effectLst/>
            </c:spPr>
          </c:dPt>
          <c:dPt>
            <c:idx val="2"/>
            <c:invertIfNegative val="0"/>
            <c:bubble3D val="0"/>
            <c:spPr>
              <a:solidFill>
                <a:srgbClr val="3D3DFF"/>
              </a:solidFill>
              <a:effectLst/>
            </c:spPr>
          </c:dPt>
          <c:dPt>
            <c:idx val="3"/>
            <c:invertIfNegative val="0"/>
            <c:bubble3D val="0"/>
            <c:spPr>
              <a:solidFill>
                <a:srgbClr val="3D3DFF"/>
              </a:solidFill>
              <a:effectLst/>
            </c:spPr>
          </c:dPt>
          <c:dPt>
            <c:idx val="4"/>
            <c:invertIfNegative val="0"/>
            <c:bubble3D val="0"/>
            <c:spPr>
              <a:solidFill>
                <a:srgbClr val="3D3DFF"/>
              </a:solidFill>
              <a:effectLst/>
            </c:spPr>
          </c:dPt>
          <c:dPt>
            <c:idx val="5"/>
            <c:invertIfNegative val="0"/>
            <c:bubble3D val="0"/>
            <c:spPr>
              <a:solidFill>
                <a:srgbClr val="3D3DFF"/>
              </a:solidFill>
              <a:effectLst/>
            </c:spPr>
          </c:dPt>
          <c:dPt>
            <c:idx val="6"/>
            <c:invertIfNegative val="0"/>
            <c:bubble3D val="0"/>
            <c:spPr>
              <a:solidFill>
                <a:srgbClr val="3D3DFF"/>
              </a:solidFill>
              <a:effectLst/>
            </c:spPr>
          </c:dPt>
          <c:dPt>
            <c:idx val="7"/>
            <c:invertIfNegative val="0"/>
            <c:bubble3D val="0"/>
            <c:spPr>
              <a:solidFill>
                <a:srgbClr val="3D3DFF"/>
              </a:solidFill>
              <a:effectLst/>
            </c:spPr>
          </c:dPt>
          <c:dPt>
            <c:idx val="8"/>
            <c:invertIfNegative val="0"/>
            <c:bubble3D val="0"/>
            <c:spPr>
              <a:solidFill>
                <a:srgbClr val="3D3DFF"/>
              </a:solidFill>
              <a:effectLst/>
            </c:spPr>
          </c:dPt>
          <c:dPt>
            <c:idx val="9"/>
            <c:invertIfNegative val="0"/>
            <c:bubble3D val="0"/>
            <c:spPr>
              <a:solidFill>
                <a:srgbClr val="3D3DFF"/>
              </a:solidFill>
              <a:effectLst/>
            </c:spPr>
          </c:dPt>
          <c:dPt>
            <c:idx val="10"/>
            <c:invertIfNegative val="0"/>
            <c:bubble3D val="0"/>
            <c:spPr>
              <a:solidFill>
                <a:srgbClr val="3D3DFF"/>
              </a:solidFill>
              <a:effectLst/>
            </c:spPr>
          </c:dPt>
          <c:dPt>
            <c:idx val="11"/>
            <c:invertIfNegative val="0"/>
            <c:bubble3D val="0"/>
            <c:spPr>
              <a:solidFill>
                <a:srgbClr val="3D3DFF"/>
              </a:solidFill>
              <a:effectLst/>
            </c:spPr>
          </c:dPt>
          <c:dPt>
            <c:idx val="12"/>
            <c:invertIfNegative val="0"/>
            <c:bubble3D val="0"/>
            <c:spPr>
              <a:solidFill>
                <a:srgbClr val="3D3DFF"/>
              </a:solidFill>
              <a:effectLst/>
            </c:spPr>
          </c:dPt>
          <c:dPt>
            <c:idx val="13"/>
            <c:invertIfNegative val="0"/>
            <c:bubble3D val="0"/>
            <c:spPr>
              <a:solidFill>
                <a:srgbClr val="3D3DFF"/>
              </a:solidFill>
              <a:effectLst/>
            </c:spPr>
          </c:dPt>
          <c:dPt>
            <c:idx val="14"/>
            <c:invertIfNegative val="0"/>
            <c:bubble3D val="0"/>
            <c:spPr>
              <a:solidFill>
                <a:srgbClr val="3D3DFF"/>
              </a:solidFill>
              <a:effectLst/>
            </c:spPr>
          </c:dPt>
          <c:dPt>
            <c:idx val="15"/>
            <c:invertIfNegative val="0"/>
            <c:bubble3D val="0"/>
            <c:spPr>
              <a:solidFill>
                <a:srgbClr val="3D3DFF"/>
              </a:solidFill>
              <a:effectLst/>
            </c:spPr>
          </c:dPt>
          <c:dPt>
            <c:idx val="16"/>
            <c:invertIfNegative val="0"/>
            <c:bubble3D val="0"/>
            <c:spPr>
              <a:solidFill>
                <a:srgbClr val="3D3DFF"/>
              </a:solidFill>
              <a:effectLst/>
            </c:spPr>
          </c:dPt>
          <c:dPt>
            <c:idx val="17"/>
            <c:invertIfNegative val="0"/>
            <c:bubble3D val="0"/>
            <c:spPr>
              <a:solidFill>
                <a:srgbClr val="3D3DFF"/>
              </a:solidFill>
              <a:effectLst/>
            </c:spPr>
          </c:dPt>
          <c:dPt>
            <c:idx val="18"/>
            <c:invertIfNegative val="0"/>
            <c:bubble3D val="0"/>
            <c:spPr>
              <a:solidFill>
                <a:srgbClr val="3D3DFF"/>
              </a:solidFill>
              <a:effectLst/>
            </c:spPr>
          </c:dPt>
          <c:dPt>
            <c:idx val="19"/>
            <c:invertIfNegative val="0"/>
            <c:bubble3D val="0"/>
            <c:spPr>
              <a:solidFill>
                <a:srgbClr val="3D3DFF"/>
              </a:solidFill>
              <a:effectLst/>
            </c:spPr>
          </c:dPt>
          <c:dPt>
            <c:idx val="20"/>
            <c:invertIfNegative val="0"/>
            <c:bubble3D val="0"/>
            <c:spPr>
              <a:solidFill>
                <a:srgbClr val="3D3DFF"/>
              </a:solidFill>
              <a:effectLst/>
            </c:spPr>
          </c:dPt>
          <c:dPt>
            <c:idx val="21"/>
            <c:invertIfNegative val="0"/>
            <c:bubble3D val="0"/>
            <c:spPr>
              <a:solidFill>
                <a:srgbClr val="3D3DFF"/>
              </a:solidFill>
              <a:effectLst/>
            </c:spPr>
          </c:dPt>
          <c:dPt>
            <c:idx val="22"/>
            <c:invertIfNegative val="0"/>
            <c:bubble3D val="0"/>
            <c:spPr>
              <a:solidFill>
                <a:srgbClr val="3D3DFF"/>
              </a:solidFill>
              <a:effectLst/>
            </c:spPr>
          </c:dPt>
          <c:dPt>
            <c:idx val="23"/>
            <c:invertIfNegative val="0"/>
            <c:bubble3D val="0"/>
            <c:spPr>
              <a:solidFill>
                <a:srgbClr val="3D3DFF"/>
              </a:solidFill>
              <a:effectLst/>
            </c:spPr>
          </c:dPt>
          <c:dPt>
            <c:idx val="24"/>
            <c:invertIfNegative val="0"/>
            <c:bubble3D val="0"/>
            <c:spPr>
              <a:solidFill>
                <a:srgbClr val="3D3DFF"/>
              </a:solidFill>
              <a:effectLst/>
            </c:spPr>
          </c:dPt>
          <c:dPt>
            <c:idx val="25"/>
            <c:invertIfNegative val="0"/>
            <c:bubble3D val="0"/>
            <c:spPr>
              <a:solidFill>
                <a:srgbClr val="3D3DFF"/>
              </a:solidFill>
              <a:effectLst/>
            </c:spPr>
          </c:dPt>
          <c:dPt>
            <c:idx val="26"/>
            <c:invertIfNegative val="0"/>
            <c:bubble3D val="0"/>
            <c:spPr>
              <a:solidFill>
                <a:srgbClr val="3D3DFF"/>
              </a:solidFill>
              <a:effectLst/>
            </c:spPr>
          </c:dPt>
          <c:dPt>
            <c:idx val="27"/>
            <c:invertIfNegative val="0"/>
            <c:bubble3D val="0"/>
            <c:spPr>
              <a:solidFill>
                <a:srgbClr val="3D3DFF"/>
              </a:solidFill>
              <a:effectLst/>
            </c:spPr>
          </c:dPt>
          <c:dPt>
            <c:idx val="28"/>
            <c:invertIfNegative val="0"/>
            <c:bubble3D val="0"/>
            <c:spPr>
              <a:solidFill>
                <a:srgbClr val="FFE600"/>
              </a:solidFill>
              <a:effectLst/>
            </c:spPr>
          </c:dPt>
          <c:dPt>
            <c:idx val="29"/>
            <c:invertIfNegative val="0"/>
            <c:bubble3D val="0"/>
            <c:spPr>
              <a:solidFill>
                <a:srgbClr val="3D3DFF"/>
              </a:solidFill>
              <a:effectLst/>
            </c:spPr>
          </c:dPt>
          <c:dPt>
            <c:idx val="30"/>
            <c:invertIfNegative val="0"/>
            <c:bubble3D val="0"/>
            <c:spPr>
              <a:solidFill>
                <a:srgbClr val="3D3DFF"/>
              </a:solidFill>
              <a:effectLst/>
            </c:spPr>
          </c:dPt>
          <c:dPt>
            <c:idx val="31"/>
            <c:invertIfNegative val="0"/>
            <c:bubble3D val="0"/>
            <c:spPr>
              <a:solidFill>
                <a:srgbClr val="3D3DFF"/>
              </a:solidFill>
              <a:effectLst/>
            </c:spPr>
          </c:dPt>
          <c:dPt>
            <c:idx val="32"/>
            <c:invertIfNegative val="0"/>
            <c:bubble3D val="0"/>
            <c:spPr>
              <a:solidFill>
                <a:srgbClr val="3D3DFF"/>
              </a:solidFill>
              <a:effectLst/>
            </c:spPr>
          </c:dPt>
          <c:dPt>
            <c:idx val="33"/>
            <c:invertIfNegative val="0"/>
            <c:bubble3D val="0"/>
            <c:spPr>
              <a:solidFill>
                <a:srgbClr val="3D3DFF"/>
              </a:solidFill>
              <a:effectLst/>
            </c:spPr>
          </c:dPt>
          <c:dPt>
            <c:idx val="34"/>
            <c:invertIfNegative val="0"/>
            <c:bubble3D val="0"/>
            <c:spPr>
              <a:solidFill>
                <a:srgbClr val="3D3DFF"/>
              </a:solidFill>
              <a:effectLst/>
            </c:spPr>
          </c:dPt>
          <c:dPt>
            <c:idx val="35"/>
            <c:invertIfNegative val="0"/>
            <c:bubble3D val="0"/>
            <c:spPr>
              <a:solidFill>
                <a:srgbClr val="3D3DFF"/>
              </a:solidFill>
              <a:effectLst/>
            </c:spPr>
          </c:dPt>
          <c:dPt>
            <c:idx val="36"/>
            <c:invertIfNegative val="0"/>
            <c:bubble3D val="0"/>
            <c:spPr>
              <a:solidFill>
                <a:srgbClr val="3A3A6A"/>
              </a:solidFill>
              <a:effectLst/>
            </c:spPr>
          </c:dPt>
          <c:cat>
            <c:multiLvlStrRef>
              <c:f>Sheet1!$A$2:$A$38</c:f>
              <c:multiLvlStrCache>
                <c:ptCount val="37"/>
                <c:lvl>
                  <c:pt idx="0">
                    <c:v>1980</c:v>
                  </c:pt>
                  <c:pt idx="1">
                    <c:v>1981</c:v>
                  </c:pt>
                  <c:pt idx="2">
                    <c:v>1982</c:v>
                  </c:pt>
                  <c:pt idx="3">
                    <c:v>1983</c:v>
                  </c:pt>
                  <c:pt idx="4">
                    <c:v>1984</c:v>
                  </c:pt>
                  <c:pt idx="5">
                    <c:v>1985</c:v>
                  </c:pt>
                  <c:pt idx="6">
                    <c:v>1986</c:v>
                  </c:pt>
                  <c:pt idx="7">
                    <c:v>1987</c:v>
                  </c:pt>
                  <c:pt idx="8">
                    <c:v>1988</c:v>
                  </c:pt>
                  <c:pt idx="9">
                    <c:v>1989</c:v>
                  </c:pt>
                  <c:pt idx="10">
                    <c:v>1990</c:v>
                  </c:pt>
                  <c:pt idx="11">
                    <c:v>1991</c:v>
                  </c:pt>
                  <c:pt idx="12">
                    <c:v>1992</c:v>
                  </c:pt>
                  <c:pt idx="13">
                    <c:v>1993</c:v>
                  </c:pt>
                  <c:pt idx="14">
                    <c:v>1994</c:v>
                  </c:pt>
                  <c:pt idx="15">
                    <c:v>1995</c:v>
                  </c:pt>
                  <c:pt idx="16">
                    <c:v>1996</c:v>
                  </c:pt>
                  <c:pt idx="17">
                    <c:v>1997</c:v>
                  </c:pt>
                  <c:pt idx="18">
                    <c:v>1998</c:v>
                  </c:pt>
                  <c:pt idx="19">
                    <c:v>1999</c:v>
                  </c:pt>
                  <c:pt idx="20">
                    <c:v>2000</c:v>
                  </c:pt>
                  <c:pt idx="21">
                    <c:v>2001</c:v>
                  </c:pt>
                  <c:pt idx="22">
                    <c:v>2002</c:v>
                  </c:pt>
                  <c:pt idx="23">
                    <c:v>2003</c:v>
                  </c:pt>
                  <c:pt idx="24">
                    <c:v>2004</c:v>
                  </c:pt>
                  <c:pt idx="25">
                    <c:v>2005</c:v>
                  </c:pt>
                  <c:pt idx="26">
                    <c:v>2006</c:v>
                  </c:pt>
                  <c:pt idx="27">
                    <c:v>2007</c:v>
                  </c:pt>
                  <c:pt idx="28">
                    <c:v>2008</c:v>
                  </c:pt>
                  <c:pt idx="29">
                    <c:v>2009</c:v>
                  </c:pt>
                  <c:pt idx="30">
                    <c:v>2010</c:v>
                  </c:pt>
                  <c:pt idx="31">
                    <c:v>2011</c:v>
                  </c:pt>
                  <c:pt idx="32">
                    <c:v>2012</c:v>
                  </c:pt>
                  <c:pt idx="33">
                    <c:v>2013</c:v>
                  </c:pt>
                  <c:pt idx="34">
                    <c:v>2014</c:v>
                  </c:pt>
                  <c:pt idx="35">
                    <c:v>2015</c:v>
                  </c:pt>
                  <c:pt idx="36">
                    <c:v>2016</c:v>
                  </c:pt>
                </c:lvl>
              </c:multiLvlStrCache>
            </c:multiLvlStrRef>
          </c:cat>
          <c:val>
            <c:numRef>
              <c:f>Sheet1!$B$2:$B$38</c:f>
              <c:numCache>
                <c:formatCode>General</c:formatCode>
                <c:ptCount val="37"/>
                <c:pt idx="0">
                  <c:v>11.4</c:v>
                </c:pt>
                <c:pt idx="1">
                  <c:v>35.8</c:v>
                </c:pt>
                <c:pt idx="2">
                  <c:v>28.9</c:v>
                </c:pt>
                <c:pt idx="3">
                  <c:v>16.8</c:v>
                </c:pt>
                <c:pt idx="4">
                  <c:v>50.4</c:v>
                </c:pt>
                <c:pt idx="5">
                  <c:v>53.9</c:v>
                </c:pt>
                <c:pt idx="6">
                  <c:v>37.1</c:v>
                </c:pt>
                <c:pt idx="7">
                  <c:v>21.7</c:v>
                </c:pt>
                <c:pt idx="8">
                  <c:v>45.8</c:v>
                </c:pt>
                <c:pt idx="9">
                  <c:v>74.9</c:v>
                </c:pt>
                <c:pt idx="10">
                  <c:v>49.4</c:v>
                </c:pt>
                <c:pt idx="11">
                  <c:v>32.2</c:v>
                </c:pt>
                <c:pt idx="12">
                  <c:v>75.9</c:v>
                </c:pt>
                <c:pt idx="13">
                  <c:v>46</c:v>
                </c:pt>
                <c:pt idx="14">
                  <c:v>79.2</c:v>
                </c:pt>
                <c:pt idx="15">
                  <c:v>88.1</c:v>
                </c:pt>
                <c:pt idx="16">
                  <c:v>199</c:v>
                </c:pt>
                <c:pt idx="17">
                  <c:v>200.9</c:v>
                </c:pt>
                <c:pt idx="18">
                  <c:v>256.5</c:v>
                </c:pt>
                <c:pt idx="19">
                  <c:v>251.2</c:v>
                </c:pt>
                <c:pt idx="20">
                  <c:v>200.4</c:v>
                </c:pt>
                <c:pt idx="21">
                  <c:v>333.4</c:v>
                </c:pt>
                <c:pt idx="22">
                  <c:v>399.5</c:v>
                </c:pt>
                <c:pt idx="23">
                  <c:v>367</c:v>
                </c:pt>
                <c:pt idx="24">
                  <c:v>418.6</c:v>
                </c:pt>
                <c:pt idx="25">
                  <c:v>459.7</c:v>
                </c:pt>
                <c:pt idx="26">
                  <c:v>526</c:v>
                </c:pt>
                <c:pt idx="27">
                  <c:v>612.5</c:v>
                </c:pt>
                <c:pt idx="28">
                  <c:v>688</c:v>
                </c:pt>
                <c:pt idx="29">
                  <c:v>667.7</c:v>
                </c:pt>
                <c:pt idx="30">
                  <c:v>604.7</c:v>
                </c:pt>
                <c:pt idx="31">
                  <c:v>519.5</c:v>
                </c:pt>
                <c:pt idx="32">
                  <c:v>368.5</c:v>
                </c:pt>
                <c:pt idx="33">
                  <c:v>368.6</c:v>
                </c:pt>
                <c:pt idx="34">
                  <c:v>337.1</c:v>
                </c:pt>
                <c:pt idx="35">
                  <c:v>264.4</c:v>
                </c:pt>
                <c:pt idx="36">
                  <c:v>70.9</c:v>
                </c:pt>
              </c:numCache>
            </c:numRef>
          </c:val>
        </c:ser>
        <c:dLbls>
          <c:numFmt formatCode="#,##0" sourceLinked="0"/>
          <c:txPr>
            <a:bodyPr/>
            <a:lstStyle/>
            <a:p>
              <a:pPr>
                <a:defRPr b="1" i="0" strike="noStrike" sz="1200" u="none">
                  <a:solidFill>
                    <a:srgbClr val="FFFFFF"/>
                  </a:solidFill>
                  <a:latin typeface="Arial"/>
                </a:defRPr>
              </a:pPr>
            </a:p>
          </c:txPr>
          <c:showLegendKey val="0"/>
          <c:showVal val="0"/>
          <c:showCatName val="0"/>
          <c:showSerName val="0"/>
          <c:showPercent val="0"/>
          <c:showBubbleSize val="0"/>
          <c:showLeaderLines val="0"/>
        </c:dLbls>
        <c:gapWidth val="2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121DE"/>
            </a:solidFill>
            <a:prstDash val="solid"/>
            <a:round/>
          </a:ln>
        </c:spPr>
        <c:txPr>
          <a:bodyPr/>
          <a:lstStyle/>
          <a:p>
            <a:pPr>
              <a:defRPr sz="1100" b="0" i="0" u="none" strike="noStrike">
                <a:solidFill>
                  <a:srgbClr val="C4C4E4"/>
                </a:solidFill>
                <a:latin typeface="Arial"/>
              </a:defRPr>
            </a:pPr>
            <a:endParaRPr lang="en-US"/>
          </a:p>
        </c:txPr>
        <c:crossAx val="2094734552"/>
        <c:crosses val="autoZero"/>
        <c:auto val="1"/>
        <c:lblAlgn val="ctr"/>
        <c:noMultiLvlLbl val="1"/>
        <c:tickLblSkip val="4"/>
      </c:catAx>
      <c:valAx>
        <c:axId val="2094734552"/>
        <c:scaling>
          <c:orientation val="minMax"/>
        </c:scaling>
        <c:delete val="0"/>
        <c:axPos val="l"/>
        <c:majorGridlines>
          <c:spPr>
            <a:ln w="9525" cap="flat">
              <a:solidFill>
                <a:srgbClr val="1A1A4A"/>
              </a:solidFill>
              <a:prstDash val="solid"/>
              <a:round/>
            </a:ln>
          </c:spPr>
        </c:majorGridlines>
        <c:title>
          <c:tx>
            <c:rich>
              <a:bodyPr/>
              <a:lstStyle/>
              <a:p>
                <a:pPr>
                  <a:defRPr sz="1200" b="0" i="0" u="none" strike="noStrike">
                    <a:solidFill>
                      <a:srgbClr val="7C7CAA"/>
                    </a:solidFill>
                    <a:latin typeface="Arial"/>
                  </a:defRPr>
                </a:pPr>
                <a:r>
                  <a:rPr sz="1200" b="0" i="0" u="none" strike="noStrike">
                    <a:solidFill>
                      <a:srgbClr val="7C7CAA"/>
                    </a:solidFill>
                    <a:latin typeface="Arial"/>
                  </a:rPr>
                  <a:t>Millions d'exemplaires vendus</a:t>
                </a:r>
              </a:p>
            </c:rich>
          </c:tx>
          <c:layout/>
          <c:overlay val="0"/>
        </c:title>
        <c:numFmt formatCode="0" sourceLinked="0"/>
        <c:majorTickMark val="out"/>
        <c:minorTickMark val="none"/>
        <c:tickLblPos val="nextTo"/>
        <c:spPr>
          <a:ln w="12700" cap="flat">
            <a:noFill/>
            <a:prstDash val="solid"/>
            <a:round/>
          </a:ln>
        </c:spPr>
        <c:txPr>
          <a:bodyPr/>
          <a:lstStyle/>
          <a:p>
            <a:pPr>
              <a:defRPr sz="1100" b="0" i="0" u="none" strike="noStrike">
                <a:solidFill>
                  <a:srgbClr val="C4C4E4"/>
                </a:solidFill>
                <a:latin typeface="Arial"/>
              </a:defRPr>
            </a:pPr>
            <a:endParaRPr lang="en-US"/>
          </a:p>
        </c:txPr>
        <c:crossAx val="2094734554"/>
        <c:crosses val="autoZero"/>
        <c:crossBetween val="between"/>
      </c:valAx>
      <c:spPr>
        <a:solidFill>
          <a:srgbClr val="000000">
            <a:alpha val="0"/>
          </a:srgbClr>
        </a:solidFill>
        <a:ln>
          <a:noFill/>
        </a:ln>
        <a:effectLst/>
      </c:spPr>
    </c:plotArea>
    <c:plotVisOnly val="1"/>
    <c:dispBlanksAs val="span"/>
  </c:chart>
  <c:spPr>
    <a:solidFill>
      <a:srgbClr val="000000">
        <a:alpha val="0"/>
      </a:srgbClr>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Amérique du Nord</c:v>
                </c:pt>
              </c:strCache>
            </c:strRef>
          </c:tx>
          <c:spPr>
            <a:solidFill>
              <a:srgbClr val="00FFFF"/>
            </a:solidFill>
            <a:effectLst/>
          </c:spPr>
          <c:invertIfNegative val="0"/>
          <c:dLbls>
            <c:numFmt formatCode="0&quot;%&quot;" sourceLinked="0"/>
            <c:txPr>
              <a:bodyPr/>
              <a:lstStyle/>
              <a:p>
                <a:pPr>
                  <a:defRPr b="1"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RPG</c:v>
                  </c:pt>
                  <c:pt idx="1">
                    <c:v>Tir</c:v>
                  </c:pt>
                  <c:pt idx="2">
                    <c:v>Action</c:v>
                  </c:pt>
                  <c:pt idx="3">
                    <c:v>Sport</c:v>
                  </c:pt>
                  <c:pt idx="4">
                    <c:v>Plates-formes</c:v>
                  </c:pt>
                </c:lvl>
              </c:multiLvlStrCache>
            </c:multiLvlStrRef>
          </c:cat>
          <c:val>
            <c:numRef>
              <c:f>Sheet1!$B$2:$B$6</c:f>
              <c:numCache>
                <c:formatCode>General</c:formatCode>
                <c:ptCount val="5"/>
                <c:pt idx="0">
                  <c:v>7.5</c:v>
                </c:pt>
                <c:pt idx="1">
                  <c:v>13.3</c:v>
                </c:pt>
                <c:pt idx="2">
                  <c:v>20</c:v>
                </c:pt>
                <c:pt idx="3">
                  <c:v>15.6</c:v>
                </c:pt>
                <c:pt idx="4">
                  <c:v>10.2</c:v>
                </c:pt>
              </c:numCache>
            </c:numRef>
          </c:val>
        </c:ser>
        <c:ser>
          <c:idx val="1"/>
          <c:order val="1"/>
          <c:tx>
            <c:strRef>
              <c:f>Sheet1!$C$1</c:f>
              <c:strCache>
                <c:ptCount val="1"/>
                <c:pt idx="0">
                  <c:v>Europe</c:v>
                </c:pt>
              </c:strCache>
            </c:strRef>
          </c:tx>
          <c:spPr>
            <a:solidFill>
              <a:srgbClr val="FFB8FF"/>
            </a:solidFill>
            <a:effectLst/>
          </c:spPr>
          <c:invertIfNegative val="0"/>
          <c:dLbls>
            <c:numFmt formatCode="0&quot;%&quot;" sourceLinked="0"/>
            <c:txPr>
              <a:bodyPr/>
              <a:lstStyle/>
              <a:p>
                <a:pPr>
                  <a:defRPr b="1"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RPG</c:v>
                  </c:pt>
                  <c:pt idx="1">
                    <c:v>Tir</c:v>
                  </c:pt>
                  <c:pt idx="2">
                    <c:v>Action</c:v>
                  </c:pt>
                  <c:pt idx="3">
                    <c:v>Sport</c:v>
                  </c:pt>
                  <c:pt idx="4">
                    <c:v>Plates-formes</c:v>
                  </c:pt>
                </c:lvl>
              </c:multiLvlStrCache>
            </c:multiLvlStrRef>
          </c:cat>
          <c:val>
            <c:numRef>
              <c:f>Sheet1!$C$2:$C$6</c:f>
              <c:numCache>
                <c:formatCode>General</c:formatCode>
                <c:ptCount val="5"/>
                <c:pt idx="0">
                  <c:v>7.7</c:v>
                </c:pt>
                <c:pt idx="1">
                  <c:v>12.9</c:v>
                </c:pt>
                <c:pt idx="2">
                  <c:v>21.6</c:v>
                </c:pt>
                <c:pt idx="3">
                  <c:v>15.5</c:v>
                </c:pt>
                <c:pt idx="4">
                  <c:v>8.3</c:v>
                </c:pt>
              </c:numCache>
            </c:numRef>
          </c:val>
        </c:ser>
        <c:ser>
          <c:idx val="2"/>
          <c:order val="2"/>
          <c:tx>
            <c:strRef>
              <c:f>Sheet1!$D$1</c:f>
              <c:strCache>
                <c:ptCount val="1"/>
                <c:pt idx="0">
                  <c:v>Japon</c:v>
                </c:pt>
              </c:strCache>
            </c:strRef>
          </c:tx>
          <c:spPr>
            <a:solidFill>
              <a:srgbClr val="FF2D2D"/>
            </a:solidFill>
            <a:effectLst/>
          </c:spPr>
          <c:invertIfNegative val="0"/>
          <c:dLbls>
            <c:numFmt formatCode="0&quot;%&quot;" sourceLinked="0"/>
            <c:txPr>
              <a:bodyPr/>
              <a:lstStyle/>
              <a:p>
                <a:pPr>
                  <a:defRPr b="1" i="0" strike="noStrike" sz="1100" u="none">
                    <a:solidFill>
                      <a:srgbClr val="FFFFFF"/>
                    </a:solidFill>
                    <a:latin typeface="Arial"/>
                  </a:defRPr>
                </a:pPr>
              </a:p>
            </c:txPr>
            <c:showLegendKey val="0"/>
            <c:showVal val="1"/>
            <c:showCatName val="0"/>
            <c:showSerName val="0"/>
            <c:showPercent val="0"/>
            <c:showBubbleSize val="0"/>
            <c:showLeaderLines val="0"/>
          </c:dLbls>
          <c:cat>
            <c:multiLvlStrRef>
              <c:f>Sheet1!$A$2:$A$6</c:f>
              <c:multiLvlStrCache>
                <c:ptCount val="5"/>
                <c:lvl>
                  <c:pt idx="0">
                    <c:v>RPG</c:v>
                  </c:pt>
                  <c:pt idx="1">
                    <c:v>Tir</c:v>
                  </c:pt>
                  <c:pt idx="2">
                    <c:v>Action</c:v>
                  </c:pt>
                  <c:pt idx="3">
                    <c:v>Sport</c:v>
                  </c:pt>
                  <c:pt idx="4">
                    <c:v>Plates-formes</c:v>
                  </c:pt>
                </c:lvl>
              </c:multiLvlStrCache>
            </c:multiLvlStrRef>
          </c:cat>
          <c:val>
            <c:numRef>
              <c:f>Sheet1!$D$2:$D$6</c:f>
              <c:numCache>
                <c:formatCode>General</c:formatCode>
                <c:ptCount val="5"/>
                <c:pt idx="0">
                  <c:v>27.3</c:v>
                </c:pt>
                <c:pt idx="1">
                  <c:v>3</c:v>
                </c:pt>
                <c:pt idx="2">
                  <c:v>12.3</c:v>
                </c:pt>
                <c:pt idx="3">
                  <c:v>10.5</c:v>
                </c:pt>
                <c:pt idx="4">
                  <c:v>10.2</c:v>
                </c:pt>
              </c:numCache>
            </c:numRef>
          </c:val>
        </c:ser>
        <c:dLbls>
          <c:numFmt formatCode="0&quot;%&quot;" sourceLinked="0"/>
          <c:txPr>
            <a:bodyPr/>
            <a:lstStyle/>
            <a:p>
              <a:pPr>
                <a:defRPr b="1" i="0" strike="noStrike" sz="1100" u="none">
                  <a:solidFill>
                    <a:srgbClr val="FFFFFF"/>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2121DE"/>
            </a:solidFill>
            <a:prstDash val="solid"/>
            <a:round/>
          </a:ln>
        </c:spPr>
        <c:txPr>
          <a:bodyPr/>
          <a:lstStyle/>
          <a:p>
            <a:pPr>
              <a:defRPr sz="1400" b="0" i="0" u="none" strike="noStrike">
                <a:solidFill>
                  <a:srgbClr val="C4C4E4"/>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C4C4E4"/>
                </a:solidFill>
                <a:latin typeface="Arial"/>
              </a:defRPr>
            </a:pPr>
            <a:endParaRPr lang="en-US"/>
          </a:p>
        </c:txPr>
        <c:crossAx val="2094734554"/>
        <c:crosses val="autoZero"/>
        <c:crossBetween val="between"/>
      </c:valAx>
      <c:spPr>
        <a:solidFill>
          <a:srgbClr val="000000">
            <a:alpha val="0"/>
          </a:srgbClr>
        </a:solidFill>
        <a:ln>
          <a:noFill/>
        </a:ln>
        <a:effectLst/>
      </c:spPr>
    </c:plotArea>
    <c:legend>
      <c:legendPos val="t"/>
      <c:overlay val="0"/>
      <c:txPr>
        <a:bodyPr/>
        <a:lstStyle/>
        <a:p>
          <a:pPr>
            <a:defRPr sz="1200">
              <a:solidFill>
                <a:srgbClr val="C4C4E4"/>
              </a:solidFill>
              <a:latin typeface="Arial"/>
              <a:cs typeface="Arial"/>
            </a:defRPr>
          </a:pPr>
          <a:endParaRPr lang="en-US"/>
        </a:p>
      </c:txPr>
    </c:legend>
    <c:plotVisOnly val="1"/>
    <c:dispBlanksAs val="span"/>
  </c:chart>
  <c:spPr>
    <a:solidFill>
      <a:srgbClr val="000000">
        <a:alpha val="0"/>
      </a:srgbClr>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Action</c:v>
                </c:pt>
              </c:strCache>
            </c:strRef>
          </c:tx>
          <c:spPr>
            <a:solidFill>
              <a:srgbClr val="FF2D2D"/>
            </a:solidFill>
            <a:effectLst/>
          </c:spPr>
          <c:invertIfNegative val="0"/>
          <c:dLbls>
            <c:numFmt formatCode="0&quot;%&quot;" sourceLinked="0"/>
            <c:txPr>
              <a:bodyPr/>
              <a:lstStyle/>
              <a:p>
                <a:pPr>
                  <a:defRPr b="1" i="0" strike="noStrike" sz="12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1995–1999</c:v>
                  </c:pt>
                  <c:pt idx="1">
                    <c:v>2000–2004</c:v>
                  </c:pt>
                  <c:pt idx="2">
                    <c:v>2005–2009</c:v>
                  </c:pt>
                  <c:pt idx="3">
                    <c:v>2010–2016</c:v>
                  </c:pt>
                </c:lvl>
              </c:multiLvlStrCache>
            </c:multiLvlStrRef>
          </c:cat>
          <c:val>
            <c:numRef>
              <c:f>Sheet1!$B$2:$B$5</c:f>
              <c:numCache>
                <c:formatCode>General</c:formatCode>
                <c:ptCount val="4"/>
                <c:pt idx="0">
                  <c:v>12</c:v>
                </c:pt>
                <c:pt idx="1">
                  <c:v>18.9</c:v>
                </c:pt>
                <c:pt idx="2">
                  <c:v>18.4</c:v>
                </c:pt>
                <c:pt idx="3">
                  <c:v>26.9</c:v>
                </c:pt>
              </c:numCache>
            </c:numRef>
          </c:val>
        </c:ser>
        <c:ser>
          <c:idx val="1"/>
          <c:order val="1"/>
          <c:tx>
            <c:strRef>
              <c:f>Sheet1!$C$1</c:f>
              <c:strCache>
                <c:ptCount val="1"/>
                <c:pt idx="0">
                  <c:v>Tir</c:v>
                </c:pt>
              </c:strCache>
            </c:strRef>
          </c:tx>
          <c:spPr>
            <a:solidFill>
              <a:srgbClr val="2121DE"/>
            </a:solidFill>
            <a:effectLst/>
          </c:spPr>
          <c:invertIfNegative val="0"/>
          <c:dLbls>
            <c:numFmt formatCode="0&quot;%&quot;" sourceLinked="0"/>
            <c:txPr>
              <a:bodyPr/>
              <a:lstStyle/>
              <a:p>
                <a:pPr>
                  <a:defRPr b="1" i="0" strike="noStrike" sz="12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1995–1999</c:v>
                  </c:pt>
                  <c:pt idx="1">
                    <c:v>2000–2004</c:v>
                  </c:pt>
                  <c:pt idx="2">
                    <c:v>2005–2009</c:v>
                  </c:pt>
                  <c:pt idx="3">
                    <c:v>2010–2016</c:v>
                  </c:pt>
                </c:lvl>
              </c:multiLvlStrCache>
            </c:multiLvlStrRef>
          </c:cat>
          <c:val>
            <c:numRef>
              <c:f>Sheet1!$C$2:$C$5</c:f>
              <c:numCache>
                <c:formatCode>General</c:formatCode>
                <c:ptCount val="4"/>
                <c:pt idx="0">
                  <c:v>5.6</c:v>
                </c:pt>
                <c:pt idx="1">
                  <c:v>9</c:v>
                </c:pt>
                <c:pt idx="2">
                  <c:v>9.6</c:v>
                </c:pt>
                <c:pt idx="3">
                  <c:v>18.4</c:v>
                </c:pt>
              </c:numCache>
            </c:numRef>
          </c:val>
        </c:ser>
        <c:ser>
          <c:idx val="2"/>
          <c:order val="2"/>
          <c:tx>
            <c:strRef>
              <c:f>Sheet1!$D$1</c:f>
              <c:strCache>
                <c:ptCount val="1"/>
                <c:pt idx="0">
                  <c:v>Autres genres</c:v>
                </c:pt>
              </c:strCache>
            </c:strRef>
          </c:tx>
          <c:spPr>
            <a:solidFill>
              <a:srgbClr val="2C2C44"/>
            </a:solidFill>
            <a:effectLst/>
          </c:spPr>
          <c:invertIfNegative val="0"/>
          <c:dLbls>
            <c:numFmt formatCode="0&quot;%&quot;" sourceLinked="0"/>
            <c:txPr>
              <a:bodyPr/>
              <a:lstStyle/>
              <a:p>
                <a:pPr>
                  <a:defRPr b="1" i="0" strike="noStrike" sz="1200" u="none">
                    <a:solidFill>
                      <a:srgbClr val="FFFFFF"/>
                    </a:solidFill>
                    <a:latin typeface="Arial"/>
                  </a:defRPr>
                </a:pPr>
              </a:p>
            </c:txPr>
            <c:dLblPos val="ctr"/>
            <c:showLegendKey val="0"/>
            <c:showVal val="1"/>
            <c:showCatName val="0"/>
            <c:showSerName val="0"/>
            <c:showPercent val="0"/>
            <c:showBubbleSize val="0"/>
            <c:showLeaderLines val="0"/>
          </c:dLbls>
          <c:cat>
            <c:multiLvlStrRef>
              <c:f>Sheet1!$A$2:$A$5</c:f>
              <c:multiLvlStrCache>
                <c:ptCount val="4"/>
                <c:lvl>
                  <c:pt idx="0">
                    <c:v>1995–1999</c:v>
                  </c:pt>
                  <c:pt idx="1">
                    <c:v>2000–2004</c:v>
                  </c:pt>
                  <c:pt idx="2">
                    <c:v>2005–2009</c:v>
                  </c:pt>
                  <c:pt idx="3">
                    <c:v>2010–2016</c:v>
                  </c:pt>
                </c:lvl>
              </c:multiLvlStrCache>
            </c:multiLvlStrRef>
          </c:cat>
          <c:val>
            <c:numRef>
              <c:f>Sheet1!$D$2:$D$5</c:f>
              <c:numCache>
                <c:formatCode>General</c:formatCode>
                <c:ptCount val="4"/>
                <c:pt idx="0">
                  <c:v>82.4</c:v>
                </c:pt>
                <c:pt idx="1">
                  <c:v>72.1</c:v>
                </c:pt>
                <c:pt idx="2">
                  <c:v>72</c:v>
                </c:pt>
                <c:pt idx="3">
                  <c:v>54.7</c:v>
                </c:pt>
              </c:numCache>
            </c:numRef>
          </c:val>
        </c:ser>
        <c:dLbls>
          <c:numFmt formatCode="0&quot;%&quot;" sourceLinked="0"/>
          <c:txPr>
            <a:bodyPr/>
            <a:lstStyle/>
            <a:p>
              <a:pPr>
                <a:defRPr b="1" i="0" strike="noStrike" sz="1200" u="none">
                  <a:solidFill>
                    <a:srgbClr val="FFFFFF"/>
                  </a:solidFill>
                  <a:latin typeface="Arial"/>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121DE"/>
            </a:solidFill>
            <a:prstDash val="solid"/>
            <a:round/>
          </a:ln>
        </c:spPr>
        <c:txPr>
          <a:bodyPr/>
          <a:lstStyle/>
          <a:p>
            <a:pPr>
              <a:defRPr sz="1300" b="0" i="0" u="none" strike="noStrike">
                <a:solidFill>
                  <a:srgbClr val="C4C4E4"/>
                </a:solidFill>
                <a:latin typeface="Arial"/>
              </a:defRPr>
            </a:pPr>
            <a:endParaRPr lang="en-US"/>
          </a:p>
        </c:txPr>
        <c:crossAx val="2094734552"/>
        <c:crosses val="autoZero"/>
        <c:auto val="1"/>
        <c:lblAlgn val="ctr"/>
        <c:noMultiLvlLbl val="1"/>
      </c:catAx>
      <c:valAx>
        <c:axId val="2094734552"/>
        <c:scaling>
          <c:orientation val="minMax"/>
          <c:max val="100"/>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C4C4E4"/>
                </a:solidFill>
                <a:latin typeface="Arial"/>
              </a:defRPr>
            </a:pPr>
            <a:endParaRPr lang="en-US"/>
          </a:p>
        </c:txPr>
        <c:crossAx val="2094734554"/>
        <c:crosses val="autoZero"/>
        <c:crossBetween val="between"/>
      </c:valAx>
      <c:spPr>
        <a:solidFill>
          <a:srgbClr val="000000">
            <a:alpha val="0"/>
          </a:srgbClr>
        </a:solidFill>
        <a:ln>
          <a:noFill/>
        </a:ln>
        <a:effectLst/>
      </c:spPr>
    </c:plotArea>
    <c:legend>
      <c:legendPos val="t"/>
      <c:overlay val="0"/>
      <c:txPr>
        <a:bodyPr/>
        <a:lstStyle/>
        <a:p>
          <a:pPr>
            <a:defRPr sz="1200">
              <a:solidFill>
                <a:srgbClr val="C4C4E4"/>
              </a:solidFill>
              <a:latin typeface="Arial"/>
              <a:cs typeface="Arial"/>
            </a:defRPr>
          </a:pPr>
          <a:endParaRPr lang="en-US"/>
        </a:p>
      </c:txPr>
    </c:legend>
    <c:plotVisOnly val="1"/>
    <c:dispBlanksAs val="span"/>
  </c:chart>
  <c:spPr>
    <a:solidFill>
      <a:srgbClr val="000000">
        <a:alpha val="0"/>
      </a:srgbClr>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MPI</c:v>
                </c:pt>
              </c:strCache>
            </c:strRef>
          </c:tx>
          <c:spPr>
            <a:solidFill>
              <a:srgbClr val="FFE600"/>
            </a:solidFill>
            <a:effectLst/>
          </c:spPr>
          <c:invertIfNegative val="0"/>
          <c:dLbls>
            <c:numFmt formatCode="0.0" sourceLinked="0"/>
            <c:txPr>
              <a:bodyPr/>
              <a:lstStyle/>
              <a:p>
                <a:pPr>
                  <a:defRPr b="1"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FFE600"/>
              </a:solidFill>
              <a:effectLst/>
            </c:spPr>
          </c:dPt>
          <c:dPt>
            <c:idx val="1"/>
            <c:invertIfNegative val="0"/>
            <c:bubble3D val="0"/>
            <c:spPr>
              <a:solidFill>
                <a:srgbClr val="3D3DFF"/>
              </a:solidFill>
              <a:effectLst/>
            </c:spPr>
          </c:dPt>
          <c:dPt>
            <c:idx val="2"/>
            <c:invertIfNegative val="0"/>
            <c:bubble3D val="0"/>
            <c:spPr>
              <a:solidFill>
                <a:srgbClr val="3D3DFF"/>
              </a:solidFill>
              <a:effectLst/>
            </c:spPr>
          </c:dPt>
          <c:dPt>
            <c:idx val="3"/>
            <c:invertIfNegative val="0"/>
            <c:bubble3D val="0"/>
            <c:spPr>
              <a:solidFill>
                <a:srgbClr val="3D3DFF"/>
              </a:solidFill>
              <a:effectLst/>
            </c:spPr>
          </c:dPt>
          <c:dPt>
            <c:idx val="4"/>
            <c:invertIfNegative val="0"/>
            <c:bubble3D val="0"/>
            <c:spPr>
              <a:solidFill>
                <a:srgbClr val="3D3DFF"/>
              </a:solidFill>
              <a:effectLst/>
            </c:spPr>
          </c:dPt>
          <c:dPt>
            <c:idx val="5"/>
            <c:invertIfNegative val="0"/>
            <c:bubble3D val="0"/>
            <c:spPr>
              <a:solidFill>
                <a:srgbClr val="3D3DFF"/>
              </a:solidFill>
              <a:effectLst/>
            </c:spPr>
          </c:dPt>
          <c:dPt>
            <c:idx val="6"/>
            <c:invertIfNegative val="0"/>
            <c:bubble3D val="0"/>
            <c:spPr>
              <a:solidFill>
                <a:srgbClr val="3D3DFF"/>
              </a:solidFill>
              <a:effectLst/>
            </c:spPr>
          </c:dPt>
          <c:dPt>
            <c:idx val="7"/>
            <c:invertIfNegative val="0"/>
            <c:bubble3D val="0"/>
            <c:spPr>
              <a:solidFill>
                <a:srgbClr val="3D3DFF"/>
              </a:solidFill>
              <a:effectLst/>
            </c:spPr>
          </c:dPt>
          <c:cat>
            <c:multiLvlStrRef>
              <c:f>Sheet1!$A$2:$A$9</c:f>
              <c:multiLvlStrCache>
                <c:ptCount val="8"/>
                <c:lvl>
                  <c:pt idx="0">
                    <c:v>Nintendo</c:v>
                  </c:pt>
                  <c:pt idx="1">
                    <c:v>EA</c:v>
                  </c:pt>
                  <c:pt idx="2">
                    <c:v>Sony</c:v>
                  </c:pt>
                  <c:pt idx="3">
                    <c:v>Activision</c:v>
                  </c:pt>
                  <c:pt idx="4">
                    <c:v>THQ</c:v>
                  </c:pt>
                  <c:pt idx="5">
                    <c:v>Take-Two</c:v>
                  </c:pt>
                  <c:pt idx="6">
                    <c:v>Sega</c:v>
                  </c:pt>
                  <c:pt idx="7">
                    <c:v>Ubisoft</c:v>
                  </c:pt>
                </c:lvl>
              </c:multiLvlStrCache>
            </c:multiLvlStrRef>
          </c:cat>
          <c:val>
            <c:numRef>
              <c:f>Sheet1!$B$2:$B$9</c:f>
              <c:numCache>
                <c:formatCode>General</c:formatCode>
                <c:ptCount val="8"/>
                <c:pt idx="0">
                  <c:v>95.5</c:v>
                </c:pt>
                <c:pt idx="1">
                  <c:v>74.5</c:v>
                </c:pt>
                <c:pt idx="2">
                  <c:v>60.5</c:v>
                </c:pt>
                <c:pt idx="3">
                  <c:v>58.8</c:v>
                </c:pt>
                <c:pt idx="4">
                  <c:v>50.8</c:v>
                </c:pt>
                <c:pt idx="5">
                  <c:v>50</c:v>
                </c:pt>
                <c:pt idx="6">
                  <c:v>48.8</c:v>
                </c:pt>
                <c:pt idx="7">
                  <c:v>48.2</c:v>
                </c:pt>
              </c:numCache>
            </c:numRef>
          </c:val>
        </c:ser>
        <c:dLbls>
          <c:numFmt formatCode="0.0" sourceLinked="0"/>
          <c:txPr>
            <a:bodyPr/>
            <a:lstStyle/>
            <a:p>
              <a:pPr>
                <a:defRPr b="1" i="0" strike="noStrike" sz="1200" u="none">
                  <a:solidFill>
                    <a:srgbClr val="FFFFFF"/>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2121DE"/>
            </a:solidFill>
            <a:prstDash val="solid"/>
            <a:round/>
          </a:ln>
        </c:spPr>
        <c:txPr>
          <a:bodyPr/>
          <a:lstStyle/>
          <a:p>
            <a:pPr>
              <a:defRPr sz="1300" b="0" i="0" u="none" strike="noStrike">
                <a:solidFill>
                  <a:srgbClr val="C4C4E4"/>
                </a:solidFill>
                <a:latin typeface="Arial"/>
              </a:defRPr>
            </a:pPr>
            <a:endParaRPr lang="en-US"/>
          </a:p>
        </c:txPr>
        <c:crossAx val="2094734552"/>
        <c:crosses val="autoZero"/>
        <c:auto val="1"/>
        <c:lblAlgn val="ctr"/>
        <c:noMultiLvlLbl val="1"/>
      </c:catAx>
      <c:valAx>
        <c:axId val="2094734552"/>
        <c:scaling>
          <c:orientation val="minMax"/>
          <c:max val="112"/>
          <c:min val="0"/>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C4C4E4"/>
                </a:solidFill>
                <a:latin typeface="Arial"/>
              </a:defRPr>
            </a:pPr>
            <a:endParaRPr lang="en-US"/>
          </a:p>
        </c:txPr>
        <c:crossAx val="2094734554"/>
        <c:crosses val="autoZero"/>
        <c:crossBetween val="between"/>
      </c:valAx>
      <c:spPr>
        <a:solidFill>
          <a:srgbClr val="000000">
            <a:alpha val="0"/>
          </a:srgbClr>
        </a:solidFill>
        <a:ln>
          <a:noFill/>
        </a:ln>
        <a:effectLst/>
      </c:spPr>
    </c:plotArea>
    <c:plotVisOnly val="1"/>
    <c:dispBlanksAs val="span"/>
  </c:chart>
  <c:spPr>
    <a:solidFill>
      <a:srgbClr val="000000">
        <a:alpha val="0"/>
      </a:srgbClr>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Je présente la première partie du projet : l'analyse de la base vgsales, les ventes mondiales de jeux vidéo de 1980 à 2016. Mes coéquipiers présenteront ensuite la deuxième base de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parcours : le contexte, le pipeline de traitement, le nettoyage, quatre découvertes, le Market Power Index, puis une démonstration en direct de l'interface. Ensuite, l'équipe enchaîne avec la deuxième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Niveau 1 : la 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sujet nous met dans la peau d'un data analyst du secteur du jeu vidéo. La base contient 16 598 jeux sur 37 ans, 31 plateformes et près de 9 milliards d'exemplaires vendus. La question directrice : qu'est-ce qui fait vendre un jeu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Niveau 2 : le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pipeline en cinq étapes : le CSV brut passe par le module de nettoyage, qui produit un jeu propre. On calcule ensuite les indicateurs avancés, puis on restitue tout dans le notebook (24 figures) et dans une interface Streamlit de 9 pages. Point important : le notebook et l'appli utilisent exactement le même code de nettoyage, et un test vérifie qu'ils obtiennent les mêmes données.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Niveau 3 : le nettoyage. Chaque problème de données est un fantôme à manger.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outils standards comme isna ou duplicated ne voient qu'une partie des problèmes. Il a fallu lire les données : 271 années manquantes, dont 118 retrouvées grâce à la même fiche sur une autre plateforme ; 149 fiches partielles marquées (JP sales), fusionnées en prenant le maximum par région pour ne pas compter deux fois les ventes ; des dates impossibles comme un jeu DS en 1985. Au final on garde 99,3 % du volume de ventes.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Niveau 4 : les découvertes.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Premier constat : c'est un marché de blockbusters. Les 10 % de jeux les plus vendus réalisent 59 % des ventes, alors que la moitié des jeux vend moins de 170 000 exemplaires. Et la tendance s'accentue : après 2011, les éditeurs sortent deux fois moins de jeux, mais chacun vend 50 % de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ventes physiques culminent en 2008 avec 688 millions d'exemplaires, portées par la 7e génération de consoles : Wii, DS, Xbox 360, PS3 et PSP représentent à elles seules 45 % des ventes du fichier. La baisse qui suit n'est pas forcément une crise : c'est surtout l'arrivée du dématérialisé et du mobile, que VGChartz ne compte pas. Attention, 2016 est incomplète.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découverte : il y a deux mondes. L'Amérique du Nord et l'Europe ont des goûts presque identiques, avec un score de divergence de 0,01. Le Japon, lui, est à part : plus d'un quart de ses ventes sont des RPG, contre 8 % en Occident, et il achète quatre fois moins de jeux de tir. 77 % des jeux ultra-régionaux sont japonais, et l'écart se creuse depuis 2012.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découverte : l'Action et le Tir sont passés de 18 % à 45 % des ventes en vingt ans, au détriment notamment des jeux de plates-formes. Mais attention : un genre fréquent n'est pas forcément rentable. L'Aventure représente beaucoup de jeux mais vend trois fois moins que son poids dans le catalogue.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Niveau 5 : le boss final, le Market Power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boss final : le Market Power Index, un score sur 100 qui combine cinq composantes : la part de marché par genre, le leadership (plus de 30 % d'un genre), la diversité des genres, la constance entre régions et le taux de hits. Nintendo obtient 95,5 et reste premier quelle que soit la pondération testée. Derrière, EA, Sony et Activision forment un second cercle stable. Ubisoft ou THQ sortent beaucoup de jeux mais réussissent moins : le pouvoir de marché vient du taux de succès plus que du volume.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passe maintenant à la démonstration de l'interface. Trois choses à montrer : 1) page Market Power Index, changer les poids des composantes et voir le classement bouger ; 2) cliquer sur un jeu pour ouvrir son profil régional (ex. un RPG japonais) ; 3) utiliser les filtres de la barre latérale. Lancer l'appli AVANT la présentation : python run_app.py.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ma partie : cette base a des angles morts. Pas de ventes dématérialisées ni mobiles, une année 2016 incomplète, et quelques ventes mal attribuées entre régions. Et surtout, les ventes disent combien un jeu s'est vendu, pas s'il était bon. C'est ce que mesure la deuxième base demandée par le client, les notes Metacritic, que Mohamed va vous présenter.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RCADE">
    <p:bg>
      <p:bgPr>
        <a:solidFill>
          <a:srgbClr val="000000"/>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gif"/><Relationship Id="rId5" Type="http://schemas.openxmlformats.org/officeDocument/2006/relationships/image" Target="../media/image-1-5.gif"/><Relationship Id="rId6" Type="http://schemas.openxmlformats.org/officeDocument/2006/relationships/image" Target="../media/image-1-6.gif"/><Relationship Id="rId7" Type="http://schemas.openxmlformats.org/officeDocument/2006/relationships/image" Target="../media/image-1-7.gif"/><Relationship Id="rId8" Type="http://schemas.openxmlformats.org/officeDocument/2006/relationships/image" Target="../media/image-1-8.gif"/><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gif"/><Relationship Id="rId12" Type="http://schemas.openxmlformats.org/officeDocument/2006/relationships/image" Target="../media/image-1-12.png"/><Relationship Id="rId13" Type="http://schemas.openxmlformats.org/officeDocument/2006/relationships/image" Target="../media/image-1-13.gif"/><Relationship Id="rId14" Type="http://schemas.openxmlformats.org/officeDocument/2006/relationships/image" Target="../media/image-1-14.gif"/><Relationship Id="rId15" Type="http://schemas.openxmlformats.org/officeDocument/2006/relationships/image" Target="../media/image-1-15.gif"/><Relationship Id="rId16" Type="http://schemas.openxmlformats.org/officeDocument/2006/relationships/slideLayout" Target="../slideLayouts/slideLayout2.xml"/><Relationship Id="rId1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gif"/><Relationship Id="rId4" Type="http://schemas.openxmlformats.org/officeDocument/2006/relationships/image" Target="../media/image-2-4.gif"/><Relationship Id="rId5" Type="http://schemas.openxmlformats.org/officeDocument/2006/relationships/image" Target="../media/image-2-5.gif"/><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image" Target="../media/image-2-19.png"/><Relationship Id="rId20" Type="http://schemas.openxmlformats.org/officeDocument/2006/relationships/image" Target="../media/image-2-20.png"/><Relationship Id="rId21" Type="http://schemas.openxmlformats.org/officeDocument/2006/relationships/image" Target="../media/image-2-21.png"/><Relationship Id="rId22" Type="http://schemas.openxmlformats.org/officeDocument/2006/relationships/image" Target="../media/image-2-22.png"/><Relationship Id="rId23" Type="http://schemas.openxmlformats.org/officeDocument/2006/relationships/image" Target="../media/image-2-23.png"/><Relationship Id="rId24" Type="http://schemas.openxmlformats.org/officeDocument/2006/relationships/image" Target="../media/image-2-24.png"/><Relationship Id="rId25" Type="http://schemas.openxmlformats.org/officeDocument/2006/relationships/image" Target="../media/image-2-25.png"/><Relationship Id="rId26" Type="http://schemas.openxmlformats.org/officeDocument/2006/relationships/slideLayout" Target="../slideLayouts/slideLayout2.xml"/><Relationship Id="rId2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gif"/><Relationship Id="rId5" Type="http://schemas.openxmlformats.org/officeDocument/2006/relationships/image" Target="../media/image-3-5.gif"/><Relationship Id="rId6" Type="http://schemas.openxmlformats.org/officeDocument/2006/relationships/image" Target="../media/image-3-6.gif"/><Relationship Id="rId7" Type="http://schemas.openxmlformats.org/officeDocument/2006/relationships/image" Target="../media/image-3-7.gif"/><Relationship Id="rId8" Type="http://schemas.openxmlformats.org/officeDocument/2006/relationships/image" Target="../media/image-3-8.gif"/><Relationship Id="rId9" Type="http://schemas.openxmlformats.org/officeDocument/2006/relationships/image" Target="../media/image-3-9.png"/><Relationship Id="rId10" Type="http://schemas.openxmlformats.org/officeDocument/2006/relationships/image" Target="../media/image-3-10.gif"/><Relationship Id="rId11" Type="http://schemas.openxmlformats.org/officeDocument/2006/relationships/image" Target="../media/image-3-11.gif"/><Relationship Id="rId12" Type="http://schemas.openxmlformats.org/officeDocument/2006/relationships/image" Target="../media/image-3-12.gif"/><Relationship Id="rId13" Type="http://schemas.openxmlformats.org/officeDocument/2006/relationships/slideLayout" Target="../slideLayouts/slideLayout2.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gif"/><Relationship Id="rId5" Type="http://schemas.openxmlformats.org/officeDocument/2006/relationships/image" Target="../media/image-4-5.gif"/><Relationship Id="rId6" Type="http://schemas.openxmlformats.org/officeDocument/2006/relationships/image" Target="../media/image-4-6.gif"/><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2.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gif"/><Relationship Id="rId5" Type="http://schemas.openxmlformats.org/officeDocument/2006/relationships/image" Target="../media/image-5-5.gif"/><Relationship Id="rId6" Type="http://schemas.openxmlformats.org/officeDocument/2006/relationships/image" Target="../media/image-5-6.gif"/><Relationship Id="rId7" Type="http://schemas.openxmlformats.org/officeDocument/2006/relationships/image" Target="../media/image-5-7.gif"/><Relationship Id="rId8" Type="http://schemas.openxmlformats.org/officeDocument/2006/relationships/image" Target="../media/image-5-8.gif"/><Relationship Id="rId9" Type="http://schemas.openxmlformats.org/officeDocument/2006/relationships/image" Target="../media/image-5-9.png"/><Relationship Id="rId10" Type="http://schemas.openxmlformats.org/officeDocument/2006/relationships/image" Target="../media/image-5-10.gif"/><Relationship Id="rId11" Type="http://schemas.openxmlformats.org/officeDocument/2006/relationships/image" Target="../media/image-5-11.gif"/><Relationship Id="rId12" Type="http://schemas.openxmlformats.org/officeDocument/2006/relationships/image" Target="../media/image-5-12.gif"/><Relationship Id="rId13" Type="http://schemas.openxmlformats.org/officeDocument/2006/relationships/slideLayout" Target="../slideLayouts/slideLayout2.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gif"/><Relationship Id="rId5" Type="http://schemas.openxmlformats.org/officeDocument/2006/relationships/image" Target="../media/image-6-5.gif"/><Relationship Id="rId6" Type="http://schemas.openxmlformats.org/officeDocument/2006/relationships/image" Target="../media/image-6-6.gif"/><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image" Target="../media/image-6-15.png"/><Relationship Id="rId16" Type="http://schemas.openxmlformats.org/officeDocument/2006/relationships/image" Target="../media/image-6-16.png"/><Relationship Id="rId17" Type="http://schemas.openxmlformats.org/officeDocument/2006/relationships/image" Target="../media/image-6-17.png"/><Relationship Id="rId18" Type="http://schemas.openxmlformats.org/officeDocument/2006/relationships/slideLayout" Target="../slideLayouts/slideLayout2.xml"/><Relationship Id="rId1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gif"/><Relationship Id="rId5" Type="http://schemas.openxmlformats.org/officeDocument/2006/relationships/image" Target="../media/image-7-5.gif"/><Relationship Id="rId6" Type="http://schemas.openxmlformats.org/officeDocument/2006/relationships/image" Target="../media/image-7-6.gif"/><Relationship Id="rId7" Type="http://schemas.openxmlformats.org/officeDocument/2006/relationships/image" Target="../media/image-7-7.gif"/><Relationship Id="rId8" Type="http://schemas.openxmlformats.org/officeDocument/2006/relationships/image" Target="../media/image-7-8.gif"/><Relationship Id="rId9" Type="http://schemas.openxmlformats.org/officeDocument/2006/relationships/image" Target="../media/image-7-9.png"/><Relationship Id="rId10" Type="http://schemas.openxmlformats.org/officeDocument/2006/relationships/image" Target="../media/image-7-10.gif"/><Relationship Id="rId11" Type="http://schemas.openxmlformats.org/officeDocument/2006/relationships/image" Target="../media/image-7-11.gif"/><Relationship Id="rId12" Type="http://schemas.openxmlformats.org/officeDocument/2006/relationships/image" Target="../media/image-7-12.gif"/><Relationship Id="rId13" Type="http://schemas.openxmlformats.org/officeDocument/2006/relationships/slideLayout" Target="../slideLayouts/slideLayout2.xml"/><Relationship Id="rId1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gif"/><Relationship Id="rId5" Type="http://schemas.openxmlformats.org/officeDocument/2006/relationships/image" Target="../media/image-8-5.gif"/><Relationship Id="rId6" Type="http://schemas.openxmlformats.org/officeDocument/2006/relationships/image" Target="../media/image-8-6.gif"/><Relationship Id="rId7" Type="http://schemas.openxmlformats.org/officeDocument/2006/relationships/image" Target="../media/image-8-7.gif"/><Relationship Id="rId8" Type="http://schemas.openxmlformats.org/officeDocument/2006/relationships/image" Target="../media/image-8-8.gif"/><Relationship Id="rId9" Type="http://schemas.openxmlformats.org/officeDocument/2006/relationships/image" Target="../media/image-8-9.png"/><Relationship Id="rId10" Type="http://schemas.openxmlformats.org/officeDocument/2006/relationships/image" Target="../media/image-8-10.gif"/><Relationship Id="rId11" Type="http://schemas.openxmlformats.org/officeDocument/2006/relationships/image" Target="../media/image-8-11.gif"/><Relationship Id="rId12" Type="http://schemas.openxmlformats.org/officeDocument/2006/relationships/image" Target="../media/image-8-12.png"/><Relationship Id="rId13" Type="http://schemas.openxmlformats.org/officeDocument/2006/relationships/image" Target="../media/image-8-13.gif"/><Relationship Id="rId14" Type="http://schemas.openxmlformats.org/officeDocument/2006/relationships/image" Target="../media/image-8-14.gif"/><Relationship Id="rId15" Type="http://schemas.openxmlformats.org/officeDocument/2006/relationships/image" Target="../media/image-8-15.png"/><Relationship Id="rId16" Type="http://schemas.openxmlformats.org/officeDocument/2006/relationships/image" Target="../media/image-8-16.gif"/><Relationship Id="rId17" Type="http://schemas.openxmlformats.org/officeDocument/2006/relationships/image" Target="../media/image-8-17.gif"/><Relationship Id="rId18" Type="http://schemas.openxmlformats.org/officeDocument/2006/relationships/image" Target="../media/image-8-18.png"/><Relationship Id="rId19" Type="http://schemas.openxmlformats.org/officeDocument/2006/relationships/image" Target="../media/image-8-19.gif"/><Relationship Id="rId20" Type="http://schemas.openxmlformats.org/officeDocument/2006/relationships/image" Target="../media/image-8-20.png"/><Relationship Id="rId21" Type="http://schemas.openxmlformats.org/officeDocument/2006/relationships/slideLayout" Target="../slideLayouts/slideLayout2.xml"/><Relationship Id="rId2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gif"/><Relationship Id="rId5" Type="http://schemas.openxmlformats.org/officeDocument/2006/relationships/image" Target="../media/image-9-5.gif"/><Relationship Id="rId6" Type="http://schemas.openxmlformats.org/officeDocument/2006/relationships/image" Target="../media/image-9-6.gif"/><Relationship Id="rId7" Type="http://schemas.openxmlformats.org/officeDocument/2006/relationships/image" Target="../media/image-9-7.gif"/><Relationship Id="rId8" Type="http://schemas.openxmlformats.org/officeDocument/2006/relationships/image" Target="../media/image-9-8.gif"/><Relationship Id="rId9" Type="http://schemas.openxmlformats.org/officeDocument/2006/relationships/image" Target="../media/image-9-9.png"/><Relationship Id="rId10" Type="http://schemas.openxmlformats.org/officeDocument/2006/relationships/image" Target="../media/image-9-10.gif"/><Relationship Id="rId11" Type="http://schemas.openxmlformats.org/officeDocument/2006/relationships/image" Target="../media/image-9-11.gif"/><Relationship Id="rId12" Type="http://schemas.openxmlformats.org/officeDocument/2006/relationships/image" Target="../media/image-9-12.gif"/><Relationship Id="rId13" Type="http://schemas.openxmlformats.org/officeDocument/2006/relationships/slideLayout" Target="../slideLayouts/slideLayout2.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gif"/><Relationship Id="rId5" Type="http://schemas.openxmlformats.org/officeDocument/2006/relationships/image" Target="../media/image-10-5.gif"/><Relationship Id="rId6" Type="http://schemas.openxmlformats.org/officeDocument/2006/relationships/image" Target="../media/image-10-6.gif"/><Relationship Id="rId7" Type="http://schemas.openxmlformats.org/officeDocument/2006/relationships/chart" Target="../charts/chart1.xml"/><Relationship Id="rId8" Type="http://schemas.openxmlformats.org/officeDocument/2006/relationships/image" Target="../media/image-10-7.png"/><Relationship Id="rId9" Type="http://schemas.openxmlformats.org/officeDocument/2006/relationships/image" Target="../media/image-10-8.png"/><Relationship Id="rId10" Type="http://schemas.openxmlformats.org/officeDocument/2006/relationships/image" Target="../media/image-10-9.png"/><Relationship Id="rId11" Type="http://schemas.openxmlformats.org/officeDocument/2006/relationships/slideLayout" Target="../slideLayouts/slideLayout2.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gif"/><Relationship Id="rId5" Type="http://schemas.openxmlformats.org/officeDocument/2006/relationships/image" Target="../media/image-11-5.gif"/><Relationship Id="rId6" Type="http://schemas.openxmlformats.org/officeDocument/2006/relationships/image" Target="../media/image-11-6.gif"/><Relationship Id="rId7" Type="http://schemas.openxmlformats.org/officeDocument/2006/relationships/chart" Target="../charts/chart2.xml"/><Relationship Id="rId8" Type="http://schemas.openxmlformats.org/officeDocument/2006/relationships/image" Target="../media/image-11-7.png"/><Relationship Id="rId9" Type="http://schemas.openxmlformats.org/officeDocument/2006/relationships/image" Target="../media/image-11-8.png"/><Relationship Id="rId10" Type="http://schemas.openxmlformats.org/officeDocument/2006/relationships/image" Target="../media/image-11-9.png"/><Relationship Id="rId11" Type="http://schemas.openxmlformats.org/officeDocument/2006/relationships/slideLayout" Target="../slideLayouts/slideLayout2.xml"/><Relationship Id="rId1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gif"/><Relationship Id="rId5" Type="http://schemas.openxmlformats.org/officeDocument/2006/relationships/image" Target="../media/image-12-5.gif"/><Relationship Id="rId6" Type="http://schemas.openxmlformats.org/officeDocument/2006/relationships/image" Target="../media/image-12-6.gif"/><Relationship Id="rId7" Type="http://schemas.openxmlformats.org/officeDocument/2006/relationships/chart" Target="../charts/chart3.xml"/><Relationship Id="rId8" Type="http://schemas.openxmlformats.org/officeDocument/2006/relationships/image" Target="../media/image-12-7.png"/><Relationship Id="rId9" Type="http://schemas.openxmlformats.org/officeDocument/2006/relationships/image" Target="../media/image-12-8.png"/><Relationship Id="rId10" Type="http://schemas.openxmlformats.org/officeDocument/2006/relationships/image" Target="../media/image-12-9.png"/><Relationship Id="rId11" Type="http://schemas.openxmlformats.org/officeDocument/2006/relationships/slideLayout" Target="../slideLayouts/slideLayout2.xml"/><Relationship Id="rId1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gif"/><Relationship Id="rId5" Type="http://schemas.openxmlformats.org/officeDocument/2006/relationships/image" Target="../media/image-13-5.gif"/><Relationship Id="rId6" Type="http://schemas.openxmlformats.org/officeDocument/2006/relationships/image" Target="../media/image-13-6.gif"/><Relationship Id="rId7" Type="http://schemas.openxmlformats.org/officeDocument/2006/relationships/chart" Target="../charts/chart4.xml"/><Relationship Id="rId8" Type="http://schemas.openxmlformats.org/officeDocument/2006/relationships/image" Target="../media/image-13-7.png"/><Relationship Id="rId9" Type="http://schemas.openxmlformats.org/officeDocument/2006/relationships/image" Target="../media/image-13-8.png"/><Relationship Id="rId10" Type="http://schemas.openxmlformats.org/officeDocument/2006/relationships/image" Target="../media/image-13-9.png"/><Relationship Id="rId11" Type="http://schemas.openxmlformats.org/officeDocument/2006/relationships/slideLayout" Target="../slideLayouts/slideLayout2.xml"/><Relationship Id="rId1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gif"/><Relationship Id="rId5" Type="http://schemas.openxmlformats.org/officeDocument/2006/relationships/image" Target="../media/image-14-5.gif"/><Relationship Id="rId6" Type="http://schemas.openxmlformats.org/officeDocument/2006/relationships/image" Target="../media/image-14-6.gif"/><Relationship Id="rId7" Type="http://schemas.openxmlformats.org/officeDocument/2006/relationships/image" Target="../media/image-14-7.gif"/><Relationship Id="rId8" Type="http://schemas.openxmlformats.org/officeDocument/2006/relationships/image" Target="../media/image-14-8.gif"/><Relationship Id="rId9" Type="http://schemas.openxmlformats.org/officeDocument/2006/relationships/image" Target="../media/image-14-9.png"/><Relationship Id="rId10" Type="http://schemas.openxmlformats.org/officeDocument/2006/relationships/image" Target="../media/image-14-10.gif"/><Relationship Id="rId11" Type="http://schemas.openxmlformats.org/officeDocument/2006/relationships/image" Target="../media/image-14-11.gif"/><Relationship Id="rId12" Type="http://schemas.openxmlformats.org/officeDocument/2006/relationships/image" Target="../media/image-14-12.gif"/><Relationship Id="rId13" Type="http://schemas.openxmlformats.org/officeDocument/2006/relationships/slideLayout" Target="../slideLayouts/slideLayout2.xml"/><Relationship Id="rId1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gif"/><Relationship Id="rId5" Type="http://schemas.openxmlformats.org/officeDocument/2006/relationships/image" Target="../media/image-15-5.gif"/><Relationship Id="rId6" Type="http://schemas.openxmlformats.org/officeDocument/2006/relationships/image" Target="../media/image-15-6.gif"/><Relationship Id="rId7" Type="http://schemas.openxmlformats.org/officeDocument/2006/relationships/chart" Target="../charts/chart5.xml"/><Relationship Id="rId8" Type="http://schemas.openxmlformats.org/officeDocument/2006/relationships/image" Target="../media/image-15-7.png"/><Relationship Id="rId9" Type="http://schemas.openxmlformats.org/officeDocument/2006/relationships/image" Target="../media/image-15-8.gif"/><Relationship Id="rId10" Type="http://schemas.openxmlformats.org/officeDocument/2006/relationships/image" Target="../media/image-15-9.png"/><Relationship Id="rId11" Type="http://schemas.openxmlformats.org/officeDocument/2006/relationships/image" Target="../media/image-15-10.png"/><Relationship Id="rId12" Type="http://schemas.openxmlformats.org/officeDocument/2006/relationships/slideLayout" Target="../slideLayouts/slideLayout2.xml"/><Relationship Id="rId1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gif"/><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gif"/><Relationship Id="rId13" Type="http://schemas.openxmlformats.org/officeDocument/2006/relationships/image" Target="../media/image-16-13.gif"/><Relationship Id="rId14" Type="http://schemas.openxmlformats.org/officeDocument/2006/relationships/image" Target="../media/image-16-14.gif"/><Relationship Id="rId15" Type="http://schemas.openxmlformats.org/officeDocument/2006/relationships/slideLayout" Target="../slideLayouts/slideLayout2.xml"/><Relationship Id="rId1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gif"/><Relationship Id="rId5" Type="http://schemas.openxmlformats.org/officeDocument/2006/relationships/image" Target="../media/image-17-5.gif"/><Relationship Id="rId6" Type="http://schemas.openxmlformats.org/officeDocument/2006/relationships/image" Target="../media/image-17-6.gif"/><Relationship Id="rId7" Type="http://schemas.openxmlformats.org/officeDocument/2006/relationships/image" Target="../media/image-17-7.gif"/><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image" Target="../media/image-17-15.png"/><Relationship Id="rId16" Type="http://schemas.openxmlformats.org/officeDocument/2006/relationships/slideLayout" Target="../slideLayouts/slideLayout2.xml"/><Relationship Id="rId17"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o1" descr="DATA WRANGLING · PROJET FINAL">    </p:cNvPr>
          <p:cNvPicPr>
            <a:picLocks noChangeAspect="1"/>
          </p:cNvPicPr>
          <p:nvPr/>
        </p:nvPicPr>
        <p:blipFill>
          <a:blip r:embed="rId1"/>
          <a:stretch>
            <a:fillRect/>
          </a:stretch>
        </p:blipFill>
        <p:spPr>
          <a:xfrm>
            <a:off x="3974440" y="548640"/>
            <a:ext cx="4242816" cy="146304"/>
          </a:xfrm>
          <a:prstGeom prst="rect">
            <a:avLst/>
          </a:prstGeom>
        </p:spPr>
      </p:pic>
      <p:pic>
        <p:nvPicPr>
          <p:cNvPr id="3" name="o2" descr="VENTES MONDIALES">    </p:cNvPr>
          <p:cNvPicPr>
            <a:picLocks noChangeAspect="1"/>
          </p:cNvPicPr>
          <p:nvPr/>
        </p:nvPicPr>
        <p:blipFill>
          <a:blip r:embed="rId2"/>
          <a:stretch>
            <a:fillRect/>
          </a:stretch>
        </p:blipFill>
        <p:spPr>
          <a:xfrm>
            <a:off x="1999336" y="1097280"/>
            <a:ext cx="8193024" cy="512064"/>
          </a:xfrm>
          <a:prstGeom prst="rect">
            <a:avLst/>
          </a:prstGeom>
        </p:spPr>
      </p:pic>
      <p:pic>
        <p:nvPicPr>
          <p:cNvPr id="4" name="o3" descr="DE JEUX VIDEO">    </p:cNvPr>
          <p:cNvPicPr>
            <a:picLocks noChangeAspect="1"/>
          </p:cNvPicPr>
          <p:nvPr/>
        </p:nvPicPr>
        <p:blipFill>
          <a:blip r:embed="rId3"/>
          <a:stretch>
            <a:fillRect/>
          </a:stretch>
        </p:blipFill>
        <p:spPr>
          <a:xfrm>
            <a:off x="2767432" y="1783080"/>
            <a:ext cx="6656832" cy="512064"/>
          </a:xfrm>
          <a:prstGeom prst="rect">
            <a:avLst/>
          </a:prstGeom>
        </p:spPr>
      </p:pic>
      <p:sp>
        <p:nvSpPr>
          <p:cNvPr id="5" name="o4"/>
          <p:cNvSpPr txBox="1"/>
          <p:nvPr/>
        </p:nvSpPr>
        <p:spPr>
          <a:xfrm>
            <a:off x="914400" y="2560320"/>
            <a:ext cx="10362895" cy="365760"/>
          </a:xfrm>
          <a:prstGeom prst="rect">
            <a:avLst/>
          </a:prstGeom>
          <a:noFill/>
          <a:ln/>
        </p:spPr>
        <p:txBody>
          <a:bodyPr wrap="square" lIns="0" tIns="0" rIns="0" bIns="0" rtlCol="0" anchor="t"/>
          <a:lstStyle/>
          <a:p>
            <a:pPr algn="ctr" indent="0" marL="0">
              <a:buNone/>
            </a:pPr>
            <a:r>
              <a:rPr lang="en-US" sz="1800" dirty="0">
                <a:solidFill>
                  <a:srgbClr val="C4C4E4"/>
                </a:solidFill>
                <a:latin typeface="Arial" pitchFamily="34" charset="0"/>
                <a:ea typeface="Arial" pitchFamily="34" charset="-122"/>
                <a:cs typeface="Arial" pitchFamily="34" charset="-120"/>
              </a:rPr>
              <a:t>1980 – 2016  ·  16 598 jeux  ·  Partie 1 : la base vgsales</a:t>
            </a:r>
            <a:endParaRPr lang="en-US" sz="1800" dirty="0"/>
          </a:p>
        </p:txBody>
      </p:sp>
      <p:sp>
        <p:nvSpPr>
          <p:cNvPr id="6" name="o5"/>
          <p:cNvSpPr/>
          <p:nvPr/>
        </p:nvSpPr>
        <p:spPr>
          <a:xfrm>
            <a:off x="4073652" y="3479292"/>
            <a:ext cx="82296" cy="82296"/>
          </a:xfrm>
          <a:prstGeom prst="rect">
            <a:avLst/>
          </a:prstGeom>
          <a:solidFill>
            <a:srgbClr val="FFB8AE"/>
          </a:solidFill>
          <a:ln/>
        </p:spPr>
      </p:sp>
      <p:sp>
        <p:nvSpPr>
          <p:cNvPr id="7" name="o6"/>
          <p:cNvSpPr/>
          <p:nvPr/>
        </p:nvSpPr>
        <p:spPr>
          <a:xfrm>
            <a:off x="4393692" y="3479292"/>
            <a:ext cx="82296" cy="82296"/>
          </a:xfrm>
          <a:prstGeom prst="rect">
            <a:avLst/>
          </a:prstGeom>
          <a:solidFill>
            <a:srgbClr val="FFB8AE"/>
          </a:solidFill>
          <a:ln/>
        </p:spPr>
      </p:sp>
      <p:sp>
        <p:nvSpPr>
          <p:cNvPr id="8" name="o7"/>
          <p:cNvSpPr/>
          <p:nvPr/>
        </p:nvSpPr>
        <p:spPr>
          <a:xfrm>
            <a:off x="4713732" y="3479292"/>
            <a:ext cx="82296" cy="82296"/>
          </a:xfrm>
          <a:prstGeom prst="rect">
            <a:avLst/>
          </a:prstGeom>
          <a:solidFill>
            <a:srgbClr val="FFB8AE"/>
          </a:solidFill>
          <a:ln/>
        </p:spPr>
      </p:sp>
      <p:sp>
        <p:nvSpPr>
          <p:cNvPr id="9" name="o8"/>
          <p:cNvSpPr/>
          <p:nvPr/>
        </p:nvSpPr>
        <p:spPr>
          <a:xfrm>
            <a:off x="5033772" y="3479292"/>
            <a:ext cx="82296" cy="82296"/>
          </a:xfrm>
          <a:prstGeom prst="rect">
            <a:avLst/>
          </a:prstGeom>
          <a:solidFill>
            <a:srgbClr val="FFB8AE"/>
          </a:solidFill>
          <a:ln/>
        </p:spPr>
      </p:sp>
      <p:sp>
        <p:nvSpPr>
          <p:cNvPr id="10" name="o9"/>
          <p:cNvSpPr/>
          <p:nvPr/>
        </p:nvSpPr>
        <p:spPr>
          <a:xfrm>
            <a:off x="5353812" y="3479292"/>
            <a:ext cx="82296" cy="82296"/>
          </a:xfrm>
          <a:prstGeom prst="rect">
            <a:avLst/>
          </a:prstGeom>
          <a:solidFill>
            <a:srgbClr val="FFB8AE"/>
          </a:solidFill>
          <a:ln/>
        </p:spPr>
      </p:sp>
      <p:sp>
        <p:nvSpPr>
          <p:cNvPr id="11" name="o10"/>
          <p:cNvSpPr/>
          <p:nvPr/>
        </p:nvSpPr>
        <p:spPr>
          <a:xfrm>
            <a:off x="5673852" y="3479292"/>
            <a:ext cx="82296" cy="82296"/>
          </a:xfrm>
          <a:prstGeom prst="rect">
            <a:avLst/>
          </a:prstGeom>
          <a:solidFill>
            <a:srgbClr val="FFB8AE"/>
          </a:solidFill>
          <a:ln/>
        </p:spPr>
      </p:sp>
      <p:sp>
        <p:nvSpPr>
          <p:cNvPr id="12" name="o11"/>
          <p:cNvSpPr/>
          <p:nvPr/>
        </p:nvSpPr>
        <p:spPr>
          <a:xfrm>
            <a:off x="5993892" y="3479292"/>
            <a:ext cx="82296" cy="82296"/>
          </a:xfrm>
          <a:prstGeom prst="rect">
            <a:avLst/>
          </a:prstGeom>
          <a:solidFill>
            <a:srgbClr val="FFB8AE"/>
          </a:solidFill>
          <a:ln/>
        </p:spPr>
      </p:sp>
      <p:sp>
        <p:nvSpPr>
          <p:cNvPr id="13" name="o12"/>
          <p:cNvSpPr/>
          <p:nvPr/>
        </p:nvSpPr>
        <p:spPr>
          <a:xfrm>
            <a:off x="6313932" y="3479292"/>
            <a:ext cx="82296" cy="82296"/>
          </a:xfrm>
          <a:prstGeom prst="rect">
            <a:avLst/>
          </a:prstGeom>
          <a:solidFill>
            <a:srgbClr val="FFB8AE"/>
          </a:solidFill>
          <a:ln/>
        </p:spPr>
      </p:sp>
      <p:sp>
        <p:nvSpPr>
          <p:cNvPr id="14" name="o13"/>
          <p:cNvSpPr/>
          <p:nvPr/>
        </p:nvSpPr>
        <p:spPr>
          <a:xfrm>
            <a:off x="6633972" y="3479292"/>
            <a:ext cx="82296" cy="82296"/>
          </a:xfrm>
          <a:prstGeom prst="rect">
            <a:avLst/>
          </a:prstGeom>
          <a:solidFill>
            <a:srgbClr val="FFB8AE"/>
          </a:solidFill>
          <a:ln/>
        </p:spPr>
      </p:sp>
      <p:sp>
        <p:nvSpPr>
          <p:cNvPr id="15" name="o14"/>
          <p:cNvSpPr/>
          <p:nvPr/>
        </p:nvSpPr>
        <p:spPr>
          <a:xfrm>
            <a:off x="6954012" y="3479292"/>
            <a:ext cx="82296" cy="82296"/>
          </a:xfrm>
          <a:prstGeom prst="rect">
            <a:avLst/>
          </a:prstGeom>
          <a:solidFill>
            <a:srgbClr val="FFB8AE"/>
          </a:solidFill>
          <a:ln/>
        </p:spPr>
      </p:sp>
      <p:sp>
        <p:nvSpPr>
          <p:cNvPr id="16" name="o15"/>
          <p:cNvSpPr/>
          <p:nvPr/>
        </p:nvSpPr>
        <p:spPr>
          <a:xfrm>
            <a:off x="7274052" y="3479292"/>
            <a:ext cx="82296" cy="82296"/>
          </a:xfrm>
          <a:prstGeom prst="rect">
            <a:avLst/>
          </a:prstGeom>
          <a:solidFill>
            <a:srgbClr val="FFB8AE"/>
          </a:solidFill>
          <a:ln/>
        </p:spPr>
      </p:sp>
      <p:sp>
        <p:nvSpPr>
          <p:cNvPr id="17" name="o16"/>
          <p:cNvSpPr/>
          <p:nvPr/>
        </p:nvSpPr>
        <p:spPr>
          <a:xfrm>
            <a:off x="7594092" y="3479292"/>
            <a:ext cx="82296" cy="82296"/>
          </a:xfrm>
          <a:prstGeom prst="rect">
            <a:avLst/>
          </a:prstGeom>
          <a:solidFill>
            <a:srgbClr val="FFB8AE"/>
          </a:solidFill>
          <a:ln/>
        </p:spPr>
      </p:sp>
      <p:sp>
        <p:nvSpPr>
          <p:cNvPr id="18" name="o17"/>
          <p:cNvSpPr/>
          <p:nvPr/>
        </p:nvSpPr>
        <p:spPr>
          <a:xfrm>
            <a:off x="7914132" y="3479292"/>
            <a:ext cx="82296" cy="82296"/>
          </a:xfrm>
          <a:prstGeom prst="rect">
            <a:avLst/>
          </a:prstGeom>
          <a:solidFill>
            <a:srgbClr val="FFB8AE"/>
          </a:solidFill>
          <a:ln/>
        </p:spPr>
      </p:sp>
      <p:sp>
        <p:nvSpPr>
          <p:cNvPr id="19" name="o18"/>
          <p:cNvSpPr/>
          <p:nvPr/>
        </p:nvSpPr>
        <p:spPr>
          <a:xfrm>
            <a:off x="8234172" y="3479292"/>
            <a:ext cx="82296" cy="82296"/>
          </a:xfrm>
          <a:prstGeom prst="rect">
            <a:avLst/>
          </a:prstGeom>
          <a:solidFill>
            <a:srgbClr val="FFB8AE"/>
          </a:solidFill>
          <a:ln/>
        </p:spPr>
      </p:sp>
      <p:sp>
        <p:nvSpPr>
          <p:cNvPr id="20" name="o19"/>
          <p:cNvSpPr/>
          <p:nvPr/>
        </p:nvSpPr>
        <p:spPr>
          <a:xfrm>
            <a:off x="8554212" y="3479292"/>
            <a:ext cx="82296" cy="82296"/>
          </a:xfrm>
          <a:prstGeom prst="rect">
            <a:avLst/>
          </a:prstGeom>
          <a:solidFill>
            <a:srgbClr val="FFB8AE"/>
          </a:solidFill>
          <a:ln/>
        </p:spPr>
      </p:sp>
      <p:sp>
        <p:nvSpPr>
          <p:cNvPr id="21" name="o20"/>
          <p:cNvSpPr/>
          <p:nvPr/>
        </p:nvSpPr>
        <p:spPr>
          <a:xfrm>
            <a:off x="8874252" y="3479292"/>
            <a:ext cx="82296" cy="82296"/>
          </a:xfrm>
          <a:prstGeom prst="rect">
            <a:avLst/>
          </a:prstGeom>
          <a:solidFill>
            <a:srgbClr val="FFB8AE"/>
          </a:solidFill>
          <a:ln/>
        </p:spPr>
      </p:sp>
      <p:sp>
        <p:nvSpPr>
          <p:cNvPr id="22" name="o21"/>
          <p:cNvSpPr/>
          <p:nvPr/>
        </p:nvSpPr>
        <p:spPr>
          <a:xfrm>
            <a:off x="9194292" y="3479292"/>
            <a:ext cx="82296" cy="82296"/>
          </a:xfrm>
          <a:prstGeom prst="rect">
            <a:avLst/>
          </a:prstGeom>
          <a:solidFill>
            <a:srgbClr val="FFB8AE"/>
          </a:solidFill>
          <a:ln/>
        </p:spPr>
      </p:sp>
      <p:sp>
        <p:nvSpPr>
          <p:cNvPr id="23" name="o22"/>
          <p:cNvSpPr/>
          <p:nvPr/>
        </p:nvSpPr>
        <p:spPr>
          <a:xfrm>
            <a:off x="9514332" y="3479292"/>
            <a:ext cx="82296" cy="82296"/>
          </a:xfrm>
          <a:prstGeom prst="rect">
            <a:avLst/>
          </a:prstGeom>
          <a:solidFill>
            <a:srgbClr val="FFB8AE"/>
          </a:solidFill>
          <a:ln/>
        </p:spPr>
      </p:sp>
      <p:sp>
        <p:nvSpPr>
          <p:cNvPr id="24" name="o23"/>
          <p:cNvSpPr/>
          <p:nvPr/>
        </p:nvSpPr>
        <p:spPr>
          <a:xfrm>
            <a:off x="9834372" y="3479292"/>
            <a:ext cx="82296" cy="82296"/>
          </a:xfrm>
          <a:prstGeom prst="rect">
            <a:avLst/>
          </a:prstGeom>
          <a:solidFill>
            <a:srgbClr val="FFB8AE"/>
          </a:solidFill>
          <a:ln/>
        </p:spPr>
      </p:sp>
      <p:sp>
        <p:nvSpPr>
          <p:cNvPr id="25" name="o24"/>
          <p:cNvSpPr/>
          <p:nvPr/>
        </p:nvSpPr>
        <p:spPr>
          <a:xfrm>
            <a:off x="10154412" y="3479292"/>
            <a:ext cx="82296" cy="82296"/>
          </a:xfrm>
          <a:prstGeom prst="rect">
            <a:avLst/>
          </a:prstGeom>
          <a:solidFill>
            <a:srgbClr val="FFB8AE"/>
          </a:solidFill>
          <a:ln/>
        </p:spPr>
      </p:sp>
      <p:pic>
        <p:nvPicPr>
          <p:cNvPr id="26" name="o25" descr="Pac-Man">    </p:cNvPr>
          <p:cNvPicPr>
            <a:picLocks noChangeAspect="1"/>
          </p:cNvPicPr>
          <p:nvPr/>
        </p:nvPicPr>
        <p:blipFill>
          <a:blip r:embed="rId4"/>
          <a:stretch>
            <a:fillRect/>
          </a:stretch>
        </p:blipFill>
        <p:spPr>
          <a:xfrm>
            <a:off x="3337560" y="3291840"/>
            <a:ext cx="457200" cy="457200"/>
          </a:xfrm>
          <a:prstGeom prst="rect">
            <a:avLst/>
          </a:prstGeom>
        </p:spPr>
      </p:pic>
      <p:pic>
        <p:nvPicPr>
          <p:cNvPr id="27" name="o26" descr="fantôme">    </p:cNvPr>
          <p:cNvPicPr>
            <a:picLocks noChangeAspect="1"/>
          </p:cNvPicPr>
          <p:nvPr/>
        </p:nvPicPr>
        <p:blipFill>
          <a:blip r:embed="rId5"/>
          <a:stretch>
            <a:fillRect/>
          </a:stretch>
        </p:blipFill>
        <p:spPr>
          <a:xfrm>
            <a:off x="2651760" y="3291840"/>
            <a:ext cx="457200" cy="457200"/>
          </a:xfrm>
          <a:prstGeom prst="rect">
            <a:avLst/>
          </a:prstGeom>
        </p:spPr>
      </p:pic>
      <p:pic>
        <p:nvPicPr>
          <p:cNvPr id="28" name="o27" descr="fantôme">    </p:cNvPr>
          <p:cNvPicPr>
            <a:picLocks noChangeAspect="1"/>
          </p:cNvPicPr>
          <p:nvPr/>
        </p:nvPicPr>
        <p:blipFill>
          <a:blip r:embed="rId6"/>
          <a:stretch>
            <a:fillRect/>
          </a:stretch>
        </p:blipFill>
        <p:spPr>
          <a:xfrm>
            <a:off x="2057400" y="3291840"/>
            <a:ext cx="457200" cy="457200"/>
          </a:xfrm>
          <a:prstGeom prst="rect">
            <a:avLst/>
          </a:prstGeom>
        </p:spPr>
      </p:pic>
      <p:pic>
        <p:nvPicPr>
          <p:cNvPr id="29" name="o28" descr="fantôme">    </p:cNvPr>
          <p:cNvPicPr>
            <a:picLocks noChangeAspect="1"/>
          </p:cNvPicPr>
          <p:nvPr/>
        </p:nvPicPr>
        <p:blipFill>
          <a:blip r:embed="rId7"/>
          <a:stretch>
            <a:fillRect/>
          </a:stretch>
        </p:blipFill>
        <p:spPr>
          <a:xfrm>
            <a:off x="1463040" y="3291840"/>
            <a:ext cx="457200" cy="457200"/>
          </a:xfrm>
          <a:prstGeom prst="rect">
            <a:avLst/>
          </a:prstGeom>
        </p:spPr>
      </p:pic>
      <p:pic>
        <p:nvPicPr>
          <p:cNvPr id="30" name="o29" descr="fantôme">    </p:cNvPr>
          <p:cNvPicPr>
            <a:picLocks noChangeAspect="1"/>
          </p:cNvPicPr>
          <p:nvPr/>
        </p:nvPicPr>
        <p:blipFill>
          <a:blip r:embed="rId8"/>
          <a:stretch>
            <a:fillRect/>
          </a:stretch>
        </p:blipFill>
        <p:spPr>
          <a:xfrm>
            <a:off x="868680" y="3291840"/>
            <a:ext cx="457200" cy="457200"/>
          </a:xfrm>
          <a:prstGeom prst="rect">
            <a:avLst/>
          </a:prstGeom>
        </p:spPr>
      </p:pic>
      <p:pic>
        <p:nvPicPr>
          <p:cNvPr id="31" name="o30" descr="PLAYER 1">    </p:cNvPr>
          <p:cNvPicPr>
            <a:picLocks noChangeAspect="1"/>
          </p:cNvPicPr>
          <p:nvPr/>
        </p:nvPicPr>
        <p:blipFill>
          <a:blip r:embed="rId9"/>
          <a:stretch>
            <a:fillRect/>
          </a:stretch>
        </p:blipFill>
        <p:spPr>
          <a:xfrm>
            <a:off x="5510632" y="4251960"/>
            <a:ext cx="1170432" cy="146304"/>
          </a:xfrm>
          <a:prstGeom prst="rect">
            <a:avLst/>
          </a:prstGeom>
        </p:spPr>
      </p:pic>
      <p:pic>
        <p:nvPicPr>
          <p:cNvPr id="32" name="o31" descr="KHEIREDDINE BOUADI">    </p:cNvPr>
          <p:cNvPicPr>
            <a:picLocks noChangeAspect="1"/>
          </p:cNvPicPr>
          <p:nvPr/>
        </p:nvPicPr>
        <p:blipFill>
          <a:blip r:embed="rId10"/>
          <a:stretch>
            <a:fillRect/>
          </a:stretch>
        </p:blipFill>
        <p:spPr>
          <a:xfrm>
            <a:off x="3955009" y="4553712"/>
            <a:ext cx="4281678" cy="237744"/>
          </a:xfrm>
          <a:prstGeom prst="rect">
            <a:avLst/>
          </a:prstGeom>
        </p:spPr>
      </p:pic>
      <p:pic>
        <p:nvPicPr>
          <p:cNvPr id="33" name="o32" descr="PRESS START">    </p:cNvPr>
          <p:cNvPicPr>
            <a:picLocks noChangeAspect="1"/>
          </p:cNvPicPr>
          <p:nvPr/>
        </p:nvPicPr>
        <p:blipFill>
          <a:blip r:embed="rId11"/>
          <a:stretch>
            <a:fillRect/>
          </a:stretch>
        </p:blipFill>
        <p:spPr>
          <a:xfrm>
            <a:off x="5157064" y="5120640"/>
            <a:ext cx="1877568" cy="170688"/>
          </a:xfrm>
          <a:prstGeom prst="rect">
            <a:avLst/>
          </a:prstGeom>
        </p:spPr>
      </p:pic>
      <p:pic>
        <p:nvPicPr>
          <p:cNvPr id="34" name="o33" descr="© 2026 PGE3 · 23 OCTOBRE">    </p:cNvPr>
          <p:cNvPicPr>
            <a:picLocks noChangeAspect="1"/>
          </p:cNvPicPr>
          <p:nvPr/>
        </p:nvPicPr>
        <p:blipFill>
          <a:blip r:embed="rId12"/>
          <a:stretch>
            <a:fillRect/>
          </a:stretch>
        </p:blipFill>
        <p:spPr>
          <a:xfrm>
            <a:off x="4779112" y="5669280"/>
            <a:ext cx="2633472" cy="109728"/>
          </a:xfrm>
          <a:prstGeom prst="rect">
            <a:avLst/>
          </a:prstGeom>
        </p:spPr>
      </p:pic>
      <p:sp>
        <p:nvSpPr>
          <p:cNvPr id="35" name="o34"/>
          <p:cNvSpPr/>
          <p:nvPr/>
        </p:nvSpPr>
        <p:spPr>
          <a:xfrm>
            <a:off x="1065276" y="6414516"/>
            <a:ext cx="64008" cy="64008"/>
          </a:xfrm>
          <a:prstGeom prst="rect">
            <a:avLst/>
          </a:prstGeom>
          <a:solidFill>
            <a:srgbClr val="FFB8AE"/>
          </a:solidFill>
          <a:ln/>
        </p:spPr>
      </p:sp>
      <p:sp>
        <p:nvSpPr>
          <p:cNvPr id="36" name="o35"/>
          <p:cNvSpPr/>
          <p:nvPr/>
        </p:nvSpPr>
        <p:spPr>
          <a:xfrm>
            <a:off x="1293876" y="6414516"/>
            <a:ext cx="64008" cy="64008"/>
          </a:xfrm>
          <a:prstGeom prst="rect">
            <a:avLst/>
          </a:prstGeom>
          <a:solidFill>
            <a:srgbClr val="FFB8AE"/>
          </a:solidFill>
          <a:ln/>
        </p:spPr>
      </p:sp>
      <p:sp>
        <p:nvSpPr>
          <p:cNvPr id="37" name="o36"/>
          <p:cNvSpPr/>
          <p:nvPr/>
        </p:nvSpPr>
        <p:spPr>
          <a:xfrm>
            <a:off x="1522476" y="6414516"/>
            <a:ext cx="64008" cy="64008"/>
          </a:xfrm>
          <a:prstGeom prst="rect">
            <a:avLst/>
          </a:prstGeom>
          <a:solidFill>
            <a:srgbClr val="FFB8AE"/>
          </a:solidFill>
          <a:ln/>
        </p:spPr>
      </p:sp>
      <p:sp>
        <p:nvSpPr>
          <p:cNvPr id="38" name="o37"/>
          <p:cNvSpPr/>
          <p:nvPr/>
        </p:nvSpPr>
        <p:spPr>
          <a:xfrm>
            <a:off x="1751076" y="6414516"/>
            <a:ext cx="64008" cy="64008"/>
          </a:xfrm>
          <a:prstGeom prst="rect">
            <a:avLst/>
          </a:prstGeom>
          <a:solidFill>
            <a:srgbClr val="FFB8AE"/>
          </a:solidFill>
          <a:ln/>
        </p:spPr>
      </p:sp>
      <p:sp>
        <p:nvSpPr>
          <p:cNvPr id="39" name="o38"/>
          <p:cNvSpPr/>
          <p:nvPr/>
        </p:nvSpPr>
        <p:spPr>
          <a:xfrm>
            <a:off x="1979676" y="6414516"/>
            <a:ext cx="64008" cy="64008"/>
          </a:xfrm>
          <a:prstGeom prst="rect">
            <a:avLst/>
          </a:prstGeom>
          <a:solidFill>
            <a:srgbClr val="FFB8AE"/>
          </a:solidFill>
          <a:ln/>
        </p:spPr>
      </p:sp>
      <p:sp>
        <p:nvSpPr>
          <p:cNvPr id="40" name="o39"/>
          <p:cNvSpPr/>
          <p:nvPr/>
        </p:nvSpPr>
        <p:spPr>
          <a:xfrm>
            <a:off x="2208276" y="6414516"/>
            <a:ext cx="64008" cy="64008"/>
          </a:xfrm>
          <a:prstGeom prst="rect">
            <a:avLst/>
          </a:prstGeom>
          <a:solidFill>
            <a:srgbClr val="FFB8AE"/>
          </a:solidFill>
          <a:ln/>
        </p:spPr>
      </p:sp>
      <p:sp>
        <p:nvSpPr>
          <p:cNvPr id="41" name="o40"/>
          <p:cNvSpPr/>
          <p:nvPr/>
        </p:nvSpPr>
        <p:spPr>
          <a:xfrm>
            <a:off x="2436876" y="6414516"/>
            <a:ext cx="64008" cy="64008"/>
          </a:xfrm>
          <a:prstGeom prst="rect">
            <a:avLst/>
          </a:prstGeom>
          <a:solidFill>
            <a:srgbClr val="FFB8AE"/>
          </a:solidFill>
          <a:ln/>
        </p:spPr>
      </p:sp>
      <p:sp>
        <p:nvSpPr>
          <p:cNvPr id="42" name="o41"/>
          <p:cNvSpPr/>
          <p:nvPr/>
        </p:nvSpPr>
        <p:spPr>
          <a:xfrm>
            <a:off x="2665476" y="6414516"/>
            <a:ext cx="64008" cy="64008"/>
          </a:xfrm>
          <a:prstGeom prst="rect">
            <a:avLst/>
          </a:prstGeom>
          <a:solidFill>
            <a:srgbClr val="FFB8AE"/>
          </a:solidFill>
          <a:ln/>
        </p:spPr>
      </p:sp>
      <p:sp>
        <p:nvSpPr>
          <p:cNvPr id="43" name="o42"/>
          <p:cNvSpPr/>
          <p:nvPr/>
        </p:nvSpPr>
        <p:spPr>
          <a:xfrm>
            <a:off x="2894076" y="6414516"/>
            <a:ext cx="64008" cy="64008"/>
          </a:xfrm>
          <a:prstGeom prst="rect">
            <a:avLst/>
          </a:prstGeom>
          <a:solidFill>
            <a:srgbClr val="FFB8AE"/>
          </a:solidFill>
          <a:ln/>
        </p:spPr>
      </p:sp>
      <p:sp>
        <p:nvSpPr>
          <p:cNvPr id="44" name="o43"/>
          <p:cNvSpPr/>
          <p:nvPr/>
        </p:nvSpPr>
        <p:spPr>
          <a:xfrm>
            <a:off x="3122676" y="6414516"/>
            <a:ext cx="64008" cy="64008"/>
          </a:xfrm>
          <a:prstGeom prst="rect">
            <a:avLst/>
          </a:prstGeom>
          <a:solidFill>
            <a:srgbClr val="FFB8AE"/>
          </a:solidFill>
          <a:ln/>
        </p:spPr>
      </p:sp>
      <p:sp>
        <p:nvSpPr>
          <p:cNvPr id="45" name="o44"/>
          <p:cNvSpPr/>
          <p:nvPr/>
        </p:nvSpPr>
        <p:spPr>
          <a:xfrm>
            <a:off x="3351276" y="6414516"/>
            <a:ext cx="64008" cy="64008"/>
          </a:xfrm>
          <a:prstGeom prst="rect">
            <a:avLst/>
          </a:prstGeom>
          <a:solidFill>
            <a:srgbClr val="FFB8AE"/>
          </a:solidFill>
          <a:ln/>
        </p:spPr>
      </p:sp>
      <p:sp>
        <p:nvSpPr>
          <p:cNvPr id="46" name="o45"/>
          <p:cNvSpPr/>
          <p:nvPr/>
        </p:nvSpPr>
        <p:spPr>
          <a:xfrm>
            <a:off x="3579876" y="6414516"/>
            <a:ext cx="64008" cy="64008"/>
          </a:xfrm>
          <a:prstGeom prst="rect">
            <a:avLst/>
          </a:prstGeom>
          <a:solidFill>
            <a:srgbClr val="FFB8AE"/>
          </a:solidFill>
          <a:ln/>
        </p:spPr>
      </p:sp>
      <p:sp>
        <p:nvSpPr>
          <p:cNvPr id="47" name="o46"/>
          <p:cNvSpPr/>
          <p:nvPr/>
        </p:nvSpPr>
        <p:spPr>
          <a:xfrm>
            <a:off x="3808476" y="6414516"/>
            <a:ext cx="64008" cy="64008"/>
          </a:xfrm>
          <a:prstGeom prst="rect">
            <a:avLst/>
          </a:prstGeom>
          <a:solidFill>
            <a:srgbClr val="FFB8AE"/>
          </a:solidFill>
          <a:ln/>
        </p:spPr>
      </p:sp>
      <p:sp>
        <p:nvSpPr>
          <p:cNvPr id="48" name="o47"/>
          <p:cNvSpPr/>
          <p:nvPr/>
        </p:nvSpPr>
        <p:spPr>
          <a:xfrm>
            <a:off x="4037076" y="6414516"/>
            <a:ext cx="64008" cy="64008"/>
          </a:xfrm>
          <a:prstGeom prst="rect">
            <a:avLst/>
          </a:prstGeom>
          <a:solidFill>
            <a:srgbClr val="FFB8AE"/>
          </a:solidFill>
          <a:ln/>
        </p:spPr>
      </p:sp>
      <p:sp>
        <p:nvSpPr>
          <p:cNvPr id="49" name="o48"/>
          <p:cNvSpPr/>
          <p:nvPr/>
        </p:nvSpPr>
        <p:spPr>
          <a:xfrm>
            <a:off x="4265676" y="6414516"/>
            <a:ext cx="64008" cy="64008"/>
          </a:xfrm>
          <a:prstGeom prst="rect">
            <a:avLst/>
          </a:prstGeom>
          <a:solidFill>
            <a:srgbClr val="FFB8AE"/>
          </a:solidFill>
          <a:ln/>
        </p:spPr>
      </p:sp>
      <p:sp>
        <p:nvSpPr>
          <p:cNvPr id="50" name="o49"/>
          <p:cNvSpPr/>
          <p:nvPr/>
        </p:nvSpPr>
        <p:spPr>
          <a:xfrm>
            <a:off x="4494276" y="6414516"/>
            <a:ext cx="64008" cy="64008"/>
          </a:xfrm>
          <a:prstGeom prst="rect">
            <a:avLst/>
          </a:prstGeom>
          <a:solidFill>
            <a:srgbClr val="FFB8AE"/>
          </a:solidFill>
          <a:ln/>
        </p:spPr>
      </p:sp>
      <p:sp>
        <p:nvSpPr>
          <p:cNvPr id="51" name="o50"/>
          <p:cNvSpPr/>
          <p:nvPr/>
        </p:nvSpPr>
        <p:spPr>
          <a:xfrm>
            <a:off x="4722876" y="6414516"/>
            <a:ext cx="64008" cy="64008"/>
          </a:xfrm>
          <a:prstGeom prst="rect">
            <a:avLst/>
          </a:prstGeom>
          <a:solidFill>
            <a:srgbClr val="FFB8AE"/>
          </a:solidFill>
          <a:ln/>
        </p:spPr>
      </p:sp>
      <p:sp>
        <p:nvSpPr>
          <p:cNvPr id="52" name="o51"/>
          <p:cNvSpPr/>
          <p:nvPr/>
        </p:nvSpPr>
        <p:spPr>
          <a:xfrm>
            <a:off x="4951476" y="6414516"/>
            <a:ext cx="64008" cy="64008"/>
          </a:xfrm>
          <a:prstGeom prst="rect">
            <a:avLst/>
          </a:prstGeom>
          <a:solidFill>
            <a:srgbClr val="FFB8AE"/>
          </a:solidFill>
          <a:ln/>
        </p:spPr>
      </p:sp>
      <p:sp>
        <p:nvSpPr>
          <p:cNvPr id="53" name="o52"/>
          <p:cNvSpPr/>
          <p:nvPr/>
        </p:nvSpPr>
        <p:spPr>
          <a:xfrm>
            <a:off x="5180076" y="6414516"/>
            <a:ext cx="64008" cy="64008"/>
          </a:xfrm>
          <a:prstGeom prst="rect">
            <a:avLst/>
          </a:prstGeom>
          <a:solidFill>
            <a:srgbClr val="FFB8AE"/>
          </a:solidFill>
          <a:ln/>
        </p:spPr>
      </p:sp>
      <p:sp>
        <p:nvSpPr>
          <p:cNvPr id="54" name="o53"/>
          <p:cNvSpPr/>
          <p:nvPr/>
        </p:nvSpPr>
        <p:spPr>
          <a:xfrm>
            <a:off x="5408676" y="6414516"/>
            <a:ext cx="64008" cy="64008"/>
          </a:xfrm>
          <a:prstGeom prst="rect">
            <a:avLst/>
          </a:prstGeom>
          <a:solidFill>
            <a:srgbClr val="FFB8AE"/>
          </a:solidFill>
          <a:ln/>
        </p:spPr>
      </p:sp>
      <p:sp>
        <p:nvSpPr>
          <p:cNvPr id="55" name="o54"/>
          <p:cNvSpPr/>
          <p:nvPr/>
        </p:nvSpPr>
        <p:spPr>
          <a:xfrm>
            <a:off x="5637276" y="6414516"/>
            <a:ext cx="64008" cy="64008"/>
          </a:xfrm>
          <a:prstGeom prst="rect">
            <a:avLst/>
          </a:prstGeom>
          <a:solidFill>
            <a:srgbClr val="FFB8AE"/>
          </a:solidFill>
          <a:ln/>
        </p:spPr>
      </p:sp>
      <p:sp>
        <p:nvSpPr>
          <p:cNvPr id="56" name="o55"/>
          <p:cNvSpPr/>
          <p:nvPr/>
        </p:nvSpPr>
        <p:spPr>
          <a:xfrm>
            <a:off x="5865876" y="6414516"/>
            <a:ext cx="64008" cy="64008"/>
          </a:xfrm>
          <a:prstGeom prst="rect">
            <a:avLst/>
          </a:prstGeom>
          <a:solidFill>
            <a:srgbClr val="FFB8AE"/>
          </a:solidFill>
          <a:ln/>
        </p:spPr>
      </p:sp>
      <p:sp>
        <p:nvSpPr>
          <p:cNvPr id="57" name="o56"/>
          <p:cNvSpPr/>
          <p:nvPr/>
        </p:nvSpPr>
        <p:spPr>
          <a:xfrm>
            <a:off x="6094476" y="6414516"/>
            <a:ext cx="64008" cy="64008"/>
          </a:xfrm>
          <a:prstGeom prst="rect">
            <a:avLst/>
          </a:prstGeom>
          <a:solidFill>
            <a:srgbClr val="FFB8AE"/>
          </a:solidFill>
          <a:ln/>
        </p:spPr>
      </p:sp>
      <p:sp>
        <p:nvSpPr>
          <p:cNvPr id="58" name="o57"/>
          <p:cNvSpPr/>
          <p:nvPr/>
        </p:nvSpPr>
        <p:spPr>
          <a:xfrm>
            <a:off x="6323076" y="6414516"/>
            <a:ext cx="64008" cy="64008"/>
          </a:xfrm>
          <a:prstGeom prst="rect">
            <a:avLst/>
          </a:prstGeom>
          <a:solidFill>
            <a:srgbClr val="FFB8AE"/>
          </a:solidFill>
          <a:ln/>
        </p:spPr>
      </p:sp>
      <p:sp>
        <p:nvSpPr>
          <p:cNvPr id="59" name="o58"/>
          <p:cNvSpPr/>
          <p:nvPr/>
        </p:nvSpPr>
        <p:spPr>
          <a:xfrm>
            <a:off x="6551676" y="6414516"/>
            <a:ext cx="64008" cy="64008"/>
          </a:xfrm>
          <a:prstGeom prst="rect">
            <a:avLst/>
          </a:prstGeom>
          <a:solidFill>
            <a:srgbClr val="FFB8AE"/>
          </a:solidFill>
          <a:ln/>
        </p:spPr>
      </p:sp>
      <p:sp>
        <p:nvSpPr>
          <p:cNvPr id="60" name="o59"/>
          <p:cNvSpPr/>
          <p:nvPr/>
        </p:nvSpPr>
        <p:spPr>
          <a:xfrm>
            <a:off x="6780276" y="6414516"/>
            <a:ext cx="64008" cy="64008"/>
          </a:xfrm>
          <a:prstGeom prst="rect">
            <a:avLst/>
          </a:prstGeom>
          <a:solidFill>
            <a:srgbClr val="FFB8AE"/>
          </a:solidFill>
          <a:ln/>
        </p:spPr>
      </p:sp>
      <p:sp>
        <p:nvSpPr>
          <p:cNvPr id="61" name="o60"/>
          <p:cNvSpPr/>
          <p:nvPr/>
        </p:nvSpPr>
        <p:spPr>
          <a:xfrm>
            <a:off x="7008876" y="6414516"/>
            <a:ext cx="64008" cy="64008"/>
          </a:xfrm>
          <a:prstGeom prst="rect">
            <a:avLst/>
          </a:prstGeom>
          <a:solidFill>
            <a:srgbClr val="FFB8AE"/>
          </a:solidFill>
          <a:ln/>
        </p:spPr>
      </p:sp>
      <p:sp>
        <p:nvSpPr>
          <p:cNvPr id="62" name="o61"/>
          <p:cNvSpPr/>
          <p:nvPr/>
        </p:nvSpPr>
        <p:spPr>
          <a:xfrm>
            <a:off x="7237476" y="6414516"/>
            <a:ext cx="64008" cy="64008"/>
          </a:xfrm>
          <a:prstGeom prst="rect">
            <a:avLst/>
          </a:prstGeom>
          <a:solidFill>
            <a:srgbClr val="FFB8AE"/>
          </a:solidFill>
          <a:ln/>
        </p:spPr>
      </p:sp>
      <p:sp>
        <p:nvSpPr>
          <p:cNvPr id="63" name="o62"/>
          <p:cNvSpPr/>
          <p:nvPr/>
        </p:nvSpPr>
        <p:spPr>
          <a:xfrm>
            <a:off x="7466076" y="6414516"/>
            <a:ext cx="64008" cy="64008"/>
          </a:xfrm>
          <a:prstGeom prst="rect">
            <a:avLst/>
          </a:prstGeom>
          <a:solidFill>
            <a:srgbClr val="FFB8AE"/>
          </a:solidFill>
          <a:ln/>
        </p:spPr>
      </p:sp>
      <p:sp>
        <p:nvSpPr>
          <p:cNvPr id="64" name="o63"/>
          <p:cNvSpPr/>
          <p:nvPr/>
        </p:nvSpPr>
        <p:spPr>
          <a:xfrm>
            <a:off x="7694676" y="6414516"/>
            <a:ext cx="64008" cy="64008"/>
          </a:xfrm>
          <a:prstGeom prst="rect">
            <a:avLst/>
          </a:prstGeom>
          <a:solidFill>
            <a:srgbClr val="FFB8AE"/>
          </a:solidFill>
          <a:ln/>
        </p:spPr>
      </p:sp>
      <p:sp>
        <p:nvSpPr>
          <p:cNvPr id="65" name="o64"/>
          <p:cNvSpPr/>
          <p:nvPr/>
        </p:nvSpPr>
        <p:spPr>
          <a:xfrm>
            <a:off x="7923276" y="6414516"/>
            <a:ext cx="64008" cy="64008"/>
          </a:xfrm>
          <a:prstGeom prst="rect">
            <a:avLst/>
          </a:prstGeom>
          <a:solidFill>
            <a:srgbClr val="FFB8AE"/>
          </a:solidFill>
          <a:ln/>
        </p:spPr>
      </p:sp>
      <p:sp>
        <p:nvSpPr>
          <p:cNvPr id="66" name="o65"/>
          <p:cNvSpPr/>
          <p:nvPr/>
        </p:nvSpPr>
        <p:spPr>
          <a:xfrm>
            <a:off x="8151876" y="6414516"/>
            <a:ext cx="64008" cy="64008"/>
          </a:xfrm>
          <a:prstGeom prst="rect">
            <a:avLst/>
          </a:prstGeom>
          <a:solidFill>
            <a:srgbClr val="FFB8AE"/>
          </a:solidFill>
          <a:ln/>
        </p:spPr>
      </p:sp>
      <p:sp>
        <p:nvSpPr>
          <p:cNvPr id="67" name="o66"/>
          <p:cNvSpPr/>
          <p:nvPr/>
        </p:nvSpPr>
        <p:spPr>
          <a:xfrm>
            <a:off x="8380476" y="6414516"/>
            <a:ext cx="64008" cy="64008"/>
          </a:xfrm>
          <a:prstGeom prst="rect">
            <a:avLst/>
          </a:prstGeom>
          <a:solidFill>
            <a:srgbClr val="FFB8AE"/>
          </a:solidFill>
          <a:ln/>
        </p:spPr>
      </p:sp>
      <p:sp>
        <p:nvSpPr>
          <p:cNvPr id="68" name="o67"/>
          <p:cNvSpPr/>
          <p:nvPr/>
        </p:nvSpPr>
        <p:spPr>
          <a:xfrm>
            <a:off x="8609076" y="6414516"/>
            <a:ext cx="64008" cy="64008"/>
          </a:xfrm>
          <a:prstGeom prst="rect">
            <a:avLst/>
          </a:prstGeom>
          <a:solidFill>
            <a:srgbClr val="FFB8AE"/>
          </a:solidFill>
          <a:ln/>
        </p:spPr>
      </p:sp>
      <p:sp>
        <p:nvSpPr>
          <p:cNvPr id="69" name="o68"/>
          <p:cNvSpPr/>
          <p:nvPr/>
        </p:nvSpPr>
        <p:spPr>
          <a:xfrm>
            <a:off x="8837676" y="6414516"/>
            <a:ext cx="64008" cy="64008"/>
          </a:xfrm>
          <a:prstGeom prst="rect">
            <a:avLst/>
          </a:prstGeom>
          <a:solidFill>
            <a:srgbClr val="FFB8AE"/>
          </a:solidFill>
          <a:ln/>
        </p:spPr>
      </p:sp>
      <p:sp>
        <p:nvSpPr>
          <p:cNvPr id="70" name="o69"/>
          <p:cNvSpPr/>
          <p:nvPr/>
        </p:nvSpPr>
        <p:spPr>
          <a:xfrm>
            <a:off x="9066276" y="6414516"/>
            <a:ext cx="64008" cy="64008"/>
          </a:xfrm>
          <a:prstGeom prst="rect">
            <a:avLst/>
          </a:prstGeom>
          <a:solidFill>
            <a:srgbClr val="FFB8AE"/>
          </a:solidFill>
          <a:ln/>
        </p:spPr>
      </p:sp>
      <p:sp>
        <p:nvSpPr>
          <p:cNvPr id="71" name="o70"/>
          <p:cNvSpPr/>
          <p:nvPr/>
        </p:nvSpPr>
        <p:spPr>
          <a:xfrm>
            <a:off x="9294876" y="6414516"/>
            <a:ext cx="64008" cy="64008"/>
          </a:xfrm>
          <a:prstGeom prst="rect">
            <a:avLst/>
          </a:prstGeom>
          <a:solidFill>
            <a:srgbClr val="FFB8AE"/>
          </a:solidFill>
          <a:ln/>
        </p:spPr>
      </p:sp>
      <p:sp>
        <p:nvSpPr>
          <p:cNvPr id="72" name="o71"/>
          <p:cNvSpPr/>
          <p:nvPr/>
        </p:nvSpPr>
        <p:spPr>
          <a:xfrm>
            <a:off x="9523476" y="6414516"/>
            <a:ext cx="64008" cy="64008"/>
          </a:xfrm>
          <a:prstGeom prst="rect">
            <a:avLst/>
          </a:prstGeom>
          <a:solidFill>
            <a:srgbClr val="FFB8AE"/>
          </a:solidFill>
          <a:ln/>
        </p:spPr>
      </p:sp>
      <p:sp>
        <p:nvSpPr>
          <p:cNvPr id="73" name="o72"/>
          <p:cNvSpPr/>
          <p:nvPr/>
        </p:nvSpPr>
        <p:spPr>
          <a:xfrm>
            <a:off x="9752076" y="6414516"/>
            <a:ext cx="64008" cy="64008"/>
          </a:xfrm>
          <a:prstGeom prst="rect">
            <a:avLst/>
          </a:prstGeom>
          <a:solidFill>
            <a:srgbClr val="FFB8AE"/>
          </a:solidFill>
          <a:ln/>
        </p:spPr>
      </p:sp>
      <p:sp>
        <p:nvSpPr>
          <p:cNvPr id="74" name="o73"/>
          <p:cNvSpPr/>
          <p:nvPr/>
        </p:nvSpPr>
        <p:spPr>
          <a:xfrm>
            <a:off x="9980676" y="6414516"/>
            <a:ext cx="64008" cy="64008"/>
          </a:xfrm>
          <a:prstGeom prst="rect">
            <a:avLst/>
          </a:prstGeom>
          <a:solidFill>
            <a:srgbClr val="FFB8AE"/>
          </a:solidFill>
          <a:ln/>
        </p:spPr>
      </p:sp>
      <p:sp>
        <p:nvSpPr>
          <p:cNvPr id="75" name="o74"/>
          <p:cNvSpPr/>
          <p:nvPr/>
        </p:nvSpPr>
        <p:spPr>
          <a:xfrm>
            <a:off x="10209276" y="6414516"/>
            <a:ext cx="64008" cy="64008"/>
          </a:xfrm>
          <a:prstGeom prst="rect">
            <a:avLst/>
          </a:prstGeom>
          <a:solidFill>
            <a:srgbClr val="FFB8AE"/>
          </a:solidFill>
          <a:ln/>
        </p:spPr>
      </p:sp>
      <p:sp>
        <p:nvSpPr>
          <p:cNvPr id="76" name="o75"/>
          <p:cNvSpPr/>
          <p:nvPr/>
        </p:nvSpPr>
        <p:spPr>
          <a:xfrm>
            <a:off x="10437876" y="6414516"/>
            <a:ext cx="64008" cy="64008"/>
          </a:xfrm>
          <a:prstGeom prst="rect">
            <a:avLst/>
          </a:prstGeom>
          <a:solidFill>
            <a:srgbClr val="FFB8AE"/>
          </a:solidFill>
          <a:ln/>
        </p:spPr>
      </p:sp>
      <p:sp>
        <p:nvSpPr>
          <p:cNvPr id="77" name="o76"/>
          <p:cNvSpPr/>
          <p:nvPr/>
        </p:nvSpPr>
        <p:spPr>
          <a:xfrm>
            <a:off x="10666476" y="6414516"/>
            <a:ext cx="64008" cy="64008"/>
          </a:xfrm>
          <a:prstGeom prst="rect">
            <a:avLst/>
          </a:prstGeom>
          <a:solidFill>
            <a:srgbClr val="FFB8AE"/>
          </a:solidFill>
          <a:ln/>
        </p:spPr>
      </p:sp>
      <p:sp>
        <p:nvSpPr>
          <p:cNvPr id="78" name="o77"/>
          <p:cNvSpPr/>
          <p:nvPr/>
        </p:nvSpPr>
        <p:spPr>
          <a:xfrm>
            <a:off x="10895076" y="6414516"/>
            <a:ext cx="64008" cy="64008"/>
          </a:xfrm>
          <a:prstGeom prst="rect">
            <a:avLst/>
          </a:prstGeom>
          <a:solidFill>
            <a:srgbClr val="FFB8AE"/>
          </a:solidFill>
          <a:ln/>
        </p:spPr>
      </p:sp>
      <p:sp>
        <p:nvSpPr>
          <p:cNvPr id="79" name="o78"/>
          <p:cNvSpPr/>
          <p:nvPr/>
        </p:nvSpPr>
        <p:spPr>
          <a:xfrm>
            <a:off x="11123676" y="6414516"/>
            <a:ext cx="64008" cy="64008"/>
          </a:xfrm>
          <a:prstGeom prst="rect">
            <a:avLst/>
          </a:prstGeom>
          <a:solidFill>
            <a:srgbClr val="FFB8AE"/>
          </a:solidFill>
          <a:ln/>
        </p:spPr>
      </p:sp>
      <p:pic>
        <p:nvPicPr>
          <p:cNvPr id="80" name="o79" descr="super pac-gomme">    </p:cNvPr>
          <p:cNvPicPr>
            <a:picLocks noChangeAspect="1"/>
          </p:cNvPicPr>
          <p:nvPr/>
        </p:nvPicPr>
        <p:blipFill>
          <a:blip r:embed="rId13"/>
          <a:stretch>
            <a:fillRect/>
          </a:stretch>
        </p:blipFill>
        <p:spPr>
          <a:xfrm>
            <a:off x="11448288" y="6355080"/>
            <a:ext cx="182880" cy="182880"/>
          </a:xfrm>
          <a:prstGeom prst="rect">
            <a:avLst/>
          </a:prstGeom>
        </p:spPr>
      </p:pic>
      <p:pic>
        <p:nvPicPr>
          <p:cNvPr id="81" name="o80" descr="Pac-Man : progression">    </p:cNvPr>
          <p:cNvPicPr>
            <a:picLocks noChangeAspect="1"/>
          </p:cNvPicPr>
          <p:nvPr/>
        </p:nvPicPr>
        <p:blipFill>
          <a:blip r:embed="rId14"/>
          <a:stretch>
            <a:fillRect/>
          </a:stretch>
        </p:blipFill>
        <p:spPr>
          <a:xfrm>
            <a:off x="713232" y="6291072"/>
            <a:ext cx="310896" cy="310896"/>
          </a:xfrm>
          <a:prstGeom prst="rect">
            <a:avLst/>
          </a:prstGeom>
        </p:spPr>
      </p:pic>
      <p:pic>
        <p:nvPicPr>
          <p:cNvPr id="82" name="o81" descr="fantôme">    </p:cNvPr>
          <p:cNvPicPr>
            <a:picLocks noChangeAspect="1"/>
          </p:cNvPicPr>
          <p:nvPr/>
        </p:nvPicPr>
        <p:blipFill>
          <a:blip r:embed="rId15"/>
          <a:stretch>
            <a:fillRect/>
          </a:stretch>
        </p:blipFill>
        <p:spPr>
          <a:xfrm>
            <a:off x="146304" y="6291072"/>
            <a:ext cx="310896" cy="31089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4" fill="hold">
                            <p:stCondLst>
                              <p:cond delay="0"/>
                            </p:stCondLst>
                            <p:childTnLst>
                              <p:par>
                                <p:cTn id="4" presetID="1" presetClass="exit" presetSubtype="0" fill="hold" nodeType="withEffect">
                                  <p:stCondLst>
                                    <p:cond delay="482"/>
                                  </p:stCondLst>
                                  <p:childTnLst>
                                    <p:set>
                                      <p:cBhvr>
                                        <p:cTn id="5" dur="1" fill="hold">
                                          <p:stCondLst>
                                            <p:cond delay="0"/>
                                          </p:stCondLst>
                                        </p:cTn>
                                        <p:tgtEl>
                                          <p:spTgt spid="6"/>
                                        </p:tgtEl>
                                        <p:attrNameLst>
                                          <p:attrName>style.visibility</p:attrName>
                                        </p:attrNameLst>
                                      </p:cBhvr>
                                      <p:to>
                                        <p:strVal val="hidden"/>
                                      </p:to>
                                    </p:set>
                                  </p:childTnLst>
                                </p:cTn>
                              </p:par>
                              <p:par>
                                <p:cTn id="6" presetID="1" presetClass="exit" presetSubtype="0" fill="hold" nodeType="withEffect">
                                  <p:stCondLst>
                                    <p:cond delay="624"/>
                                  </p:stCondLst>
                                  <p:childTnLst>
                                    <p:set>
                                      <p:cBhvr>
                                        <p:cTn id="7" dur="1" fill="hold">
                                          <p:stCondLst>
                                            <p:cond delay="0"/>
                                          </p:stCondLst>
                                        </p:cTn>
                                        <p:tgtEl>
                                          <p:spTgt spid="7"/>
                                        </p:tgtEl>
                                        <p:attrNameLst>
                                          <p:attrName>style.visibility</p:attrName>
                                        </p:attrNameLst>
                                      </p:cBhvr>
                                      <p:to>
                                        <p:strVal val="hidden"/>
                                      </p:to>
                                    </p:set>
                                  </p:childTnLst>
                                </p:cTn>
                              </p:par>
                              <p:par>
                                <p:cTn id="8" presetID="1" presetClass="exit" presetSubtype="0" fill="hold" nodeType="withEffect">
                                  <p:stCondLst>
                                    <p:cond delay="766"/>
                                  </p:stCondLst>
                                  <p:childTnLst>
                                    <p:set>
                                      <p:cBhvr>
                                        <p:cTn id="9" dur="1" fill="hold">
                                          <p:stCondLst>
                                            <p:cond delay="0"/>
                                          </p:stCondLst>
                                        </p:cTn>
                                        <p:tgtEl>
                                          <p:spTgt spid="8"/>
                                        </p:tgtEl>
                                        <p:attrNameLst>
                                          <p:attrName>style.visibility</p:attrName>
                                        </p:attrNameLst>
                                      </p:cBhvr>
                                      <p:to>
                                        <p:strVal val="hidden"/>
                                      </p:to>
                                    </p:set>
                                  </p:childTnLst>
                                </p:cTn>
                              </p:par>
                              <p:par>
                                <p:cTn id="10" presetID="1" presetClass="exit" presetSubtype="0" fill="hold" nodeType="withEffect">
                                  <p:stCondLst>
                                    <p:cond delay="908"/>
                                  </p:stCondLst>
                                  <p:childTnLst>
                                    <p:set>
                                      <p:cBhvr>
                                        <p:cTn id="11" dur="1" fill="hold">
                                          <p:stCondLst>
                                            <p:cond delay="0"/>
                                          </p:stCondLst>
                                        </p:cTn>
                                        <p:tgtEl>
                                          <p:spTgt spid="9"/>
                                        </p:tgtEl>
                                        <p:attrNameLst>
                                          <p:attrName>style.visibility</p:attrName>
                                        </p:attrNameLst>
                                      </p:cBhvr>
                                      <p:to>
                                        <p:strVal val="hidden"/>
                                      </p:to>
                                    </p:set>
                                  </p:childTnLst>
                                </p:cTn>
                              </p:par>
                              <p:par>
                                <p:cTn id="12" presetID="1" presetClass="exit" presetSubtype="0" fill="hold" nodeType="withEffect">
                                  <p:stCondLst>
                                    <p:cond delay="1050"/>
                                  </p:stCondLst>
                                  <p:childTnLst>
                                    <p:set>
                                      <p:cBhvr>
                                        <p:cTn id="13" dur="1" fill="hold">
                                          <p:stCondLst>
                                            <p:cond delay="0"/>
                                          </p:stCondLst>
                                        </p:cTn>
                                        <p:tgtEl>
                                          <p:spTgt spid="10"/>
                                        </p:tgtEl>
                                        <p:attrNameLst>
                                          <p:attrName>style.visibility</p:attrName>
                                        </p:attrNameLst>
                                      </p:cBhvr>
                                      <p:to>
                                        <p:strVal val="hidden"/>
                                      </p:to>
                                    </p:set>
                                  </p:childTnLst>
                                </p:cTn>
                              </p:par>
                              <p:par>
                                <p:cTn id="14" presetID="1" presetClass="exit" presetSubtype="0" fill="hold" nodeType="withEffect">
                                  <p:stCondLst>
                                    <p:cond delay="1192"/>
                                  </p:stCondLst>
                                  <p:childTnLst>
                                    <p:set>
                                      <p:cBhvr>
                                        <p:cTn id="15" dur="1" fill="hold">
                                          <p:stCondLst>
                                            <p:cond delay="0"/>
                                          </p:stCondLst>
                                        </p:cTn>
                                        <p:tgtEl>
                                          <p:spTgt spid="11"/>
                                        </p:tgtEl>
                                        <p:attrNameLst>
                                          <p:attrName>style.visibility</p:attrName>
                                        </p:attrNameLst>
                                      </p:cBhvr>
                                      <p:to>
                                        <p:strVal val="hidden"/>
                                      </p:to>
                                    </p:set>
                                  </p:childTnLst>
                                </p:cTn>
                              </p:par>
                              <p:par>
                                <p:cTn id="16" presetID="1" presetClass="exit" presetSubtype="0" fill="hold" nodeType="withEffect">
                                  <p:stCondLst>
                                    <p:cond delay="1334"/>
                                  </p:stCondLst>
                                  <p:childTnLst>
                                    <p:set>
                                      <p:cBhvr>
                                        <p:cTn id="17" dur="1" fill="hold">
                                          <p:stCondLst>
                                            <p:cond delay="0"/>
                                          </p:stCondLst>
                                        </p:cTn>
                                        <p:tgtEl>
                                          <p:spTgt spid="12"/>
                                        </p:tgtEl>
                                        <p:attrNameLst>
                                          <p:attrName>style.visibility</p:attrName>
                                        </p:attrNameLst>
                                      </p:cBhvr>
                                      <p:to>
                                        <p:strVal val="hidden"/>
                                      </p:to>
                                    </p:set>
                                  </p:childTnLst>
                                </p:cTn>
                              </p:par>
                              <p:par>
                                <p:cTn id="18" presetID="1" presetClass="exit" presetSubtype="0" fill="hold" nodeType="withEffect">
                                  <p:stCondLst>
                                    <p:cond delay="1476"/>
                                  </p:stCondLst>
                                  <p:childTnLst>
                                    <p:set>
                                      <p:cBhvr>
                                        <p:cTn id="19" dur="1" fill="hold">
                                          <p:stCondLst>
                                            <p:cond delay="0"/>
                                          </p:stCondLst>
                                        </p:cTn>
                                        <p:tgtEl>
                                          <p:spTgt spid="13"/>
                                        </p:tgtEl>
                                        <p:attrNameLst>
                                          <p:attrName>style.visibility</p:attrName>
                                        </p:attrNameLst>
                                      </p:cBhvr>
                                      <p:to>
                                        <p:strVal val="hidden"/>
                                      </p:to>
                                    </p:set>
                                  </p:childTnLst>
                                </p:cTn>
                              </p:par>
                              <p:par>
                                <p:cTn id="20" presetID="1" presetClass="exit" presetSubtype="0" fill="hold" nodeType="withEffect">
                                  <p:stCondLst>
                                    <p:cond delay="1618"/>
                                  </p:stCondLst>
                                  <p:childTnLst>
                                    <p:set>
                                      <p:cBhvr>
                                        <p:cTn id="21" dur="1" fill="hold">
                                          <p:stCondLst>
                                            <p:cond delay="0"/>
                                          </p:stCondLst>
                                        </p:cTn>
                                        <p:tgtEl>
                                          <p:spTgt spid="14"/>
                                        </p:tgtEl>
                                        <p:attrNameLst>
                                          <p:attrName>style.visibility</p:attrName>
                                        </p:attrNameLst>
                                      </p:cBhvr>
                                      <p:to>
                                        <p:strVal val="hidden"/>
                                      </p:to>
                                    </p:set>
                                  </p:childTnLst>
                                </p:cTn>
                              </p:par>
                              <p:par>
                                <p:cTn id="22" presetID="1" presetClass="exit" presetSubtype="0" fill="hold" nodeType="withEffect">
                                  <p:stCondLst>
                                    <p:cond delay="1759"/>
                                  </p:stCondLst>
                                  <p:childTnLst>
                                    <p:set>
                                      <p:cBhvr>
                                        <p:cTn id="23" dur="1" fill="hold">
                                          <p:stCondLst>
                                            <p:cond delay="0"/>
                                          </p:stCondLst>
                                        </p:cTn>
                                        <p:tgtEl>
                                          <p:spTgt spid="15"/>
                                        </p:tgtEl>
                                        <p:attrNameLst>
                                          <p:attrName>style.visibility</p:attrName>
                                        </p:attrNameLst>
                                      </p:cBhvr>
                                      <p:to>
                                        <p:strVal val="hidden"/>
                                      </p:to>
                                    </p:set>
                                  </p:childTnLst>
                                </p:cTn>
                              </p:par>
                              <p:par>
                                <p:cTn id="24" presetID="1" presetClass="exit" presetSubtype="0" fill="hold" nodeType="withEffect">
                                  <p:stCondLst>
                                    <p:cond delay="1901"/>
                                  </p:stCondLst>
                                  <p:childTnLst>
                                    <p:set>
                                      <p:cBhvr>
                                        <p:cTn id="25" dur="1" fill="hold">
                                          <p:stCondLst>
                                            <p:cond delay="0"/>
                                          </p:stCondLst>
                                        </p:cTn>
                                        <p:tgtEl>
                                          <p:spTgt spid="16"/>
                                        </p:tgtEl>
                                        <p:attrNameLst>
                                          <p:attrName>style.visibility</p:attrName>
                                        </p:attrNameLst>
                                      </p:cBhvr>
                                      <p:to>
                                        <p:strVal val="hidden"/>
                                      </p:to>
                                    </p:set>
                                  </p:childTnLst>
                                </p:cTn>
                              </p:par>
                              <p:par>
                                <p:cTn id="26" presetID="1" presetClass="exit" presetSubtype="0" fill="hold" nodeType="withEffect">
                                  <p:stCondLst>
                                    <p:cond delay="2043"/>
                                  </p:stCondLst>
                                  <p:childTnLst>
                                    <p:set>
                                      <p:cBhvr>
                                        <p:cTn id="27" dur="1" fill="hold">
                                          <p:stCondLst>
                                            <p:cond delay="0"/>
                                          </p:stCondLst>
                                        </p:cTn>
                                        <p:tgtEl>
                                          <p:spTgt spid="17"/>
                                        </p:tgtEl>
                                        <p:attrNameLst>
                                          <p:attrName>style.visibility</p:attrName>
                                        </p:attrNameLst>
                                      </p:cBhvr>
                                      <p:to>
                                        <p:strVal val="hidden"/>
                                      </p:to>
                                    </p:set>
                                  </p:childTnLst>
                                </p:cTn>
                              </p:par>
                              <p:par>
                                <p:cTn id="28" presetID="1" presetClass="exit" presetSubtype="0" fill="hold" nodeType="withEffect">
                                  <p:stCondLst>
                                    <p:cond delay="2185"/>
                                  </p:stCondLst>
                                  <p:childTnLst>
                                    <p:set>
                                      <p:cBhvr>
                                        <p:cTn id="29" dur="1" fill="hold">
                                          <p:stCondLst>
                                            <p:cond delay="0"/>
                                          </p:stCondLst>
                                        </p:cTn>
                                        <p:tgtEl>
                                          <p:spTgt spid="18"/>
                                        </p:tgtEl>
                                        <p:attrNameLst>
                                          <p:attrName>style.visibility</p:attrName>
                                        </p:attrNameLst>
                                      </p:cBhvr>
                                      <p:to>
                                        <p:strVal val="hidden"/>
                                      </p:to>
                                    </p:set>
                                  </p:childTnLst>
                                </p:cTn>
                              </p:par>
                              <p:par>
                                <p:cTn id="30" presetID="1" presetClass="exit" presetSubtype="0" fill="hold" nodeType="withEffect">
                                  <p:stCondLst>
                                    <p:cond delay="2327"/>
                                  </p:stCondLst>
                                  <p:childTnLst>
                                    <p:set>
                                      <p:cBhvr>
                                        <p:cTn id="31" dur="1" fill="hold">
                                          <p:stCondLst>
                                            <p:cond delay="0"/>
                                          </p:stCondLst>
                                        </p:cTn>
                                        <p:tgtEl>
                                          <p:spTgt spid="19"/>
                                        </p:tgtEl>
                                        <p:attrNameLst>
                                          <p:attrName>style.visibility</p:attrName>
                                        </p:attrNameLst>
                                      </p:cBhvr>
                                      <p:to>
                                        <p:strVal val="hidden"/>
                                      </p:to>
                                    </p:set>
                                  </p:childTnLst>
                                </p:cTn>
                              </p:par>
                              <p:par>
                                <p:cTn id="32" presetID="1" presetClass="exit" presetSubtype="0" fill="hold" nodeType="withEffect">
                                  <p:stCondLst>
                                    <p:cond delay="2469"/>
                                  </p:stCondLst>
                                  <p:childTnLst>
                                    <p:set>
                                      <p:cBhvr>
                                        <p:cTn id="33" dur="1" fill="hold">
                                          <p:stCondLst>
                                            <p:cond delay="0"/>
                                          </p:stCondLst>
                                        </p:cTn>
                                        <p:tgtEl>
                                          <p:spTgt spid="20"/>
                                        </p:tgtEl>
                                        <p:attrNameLst>
                                          <p:attrName>style.visibility</p:attrName>
                                        </p:attrNameLst>
                                      </p:cBhvr>
                                      <p:to>
                                        <p:strVal val="hidden"/>
                                      </p:to>
                                    </p:set>
                                  </p:childTnLst>
                                </p:cTn>
                              </p:par>
                              <p:par>
                                <p:cTn id="34" presetID="1" presetClass="exit" presetSubtype="0" fill="hold" nodeType="withEffect">
                                  <p:stCondLst>
                                    <p:cond delay="2611"/>
                                  </p:stCondLst>
                                  <p:childTnLst>
                                    <p:set>
                                      <p:cBhvr>
                                        <p:cTn id="35" dur="1" fill="hold">
                                          <p:stCondLst>
                                            <p:cond delay="0"/>
                                          </p:stCondLst>
                                        </p:cTn>
                                        <p:tgtEl>
                                          <p:spTgt spid="21"/>
                                        </p:tgtEl>
                                        <p:attrNameLst>
                                          <p:attrName>style.visibility</p:attrName>
                                        </p:attrNameLst>
                                      </p:cBhvr>
                                      <p:to>
                                        <p:strVal val="hidden"/>
                                      </p:to>
                                    </p:set>
                                  </p:childTnLst>
                                </p:cTn>
                              </p:par>
                              <p:par>
                                <p:cTn id="36" presetID="1" presetClass="exit" presetSubtype="0" fill="hold" nodeType="withEffect">
                                  <p:stCondLst>
                                    <p:cond delay="2753"/>
                                  </p:stCondLst>
                                  <p:childTnLst>
                                    <p:set>
                                      <p:cBhvr>
                                        <p:cTn id="37" dur="1" fill="hold">
                                          <p:stCondLst>
                                            <p:cond delay="0"/>
                                          </p:stCondLst>
                                        </p:cTn>
                                        <p:tgtEl>
                                          <p:spTgt spid="22"/>
                                        </p:tgtEl>
                                        <p:attrNameLst>
                                          <p:attrName>style.visibility</p:attrName>
                                        </p:attrNameLst>
                                      </p:cBhvr>
                                      <p:to>
                                        <p:strVal val="hidden"/>
                                      </p:to>
                                    </p:set>
                                  </p:childTnLst>
                                </p:cTn>
                              </p:par>
                              <p:par>
                                <p:cTn id="38" presetID="1" presetClass="exit" presetSubtype="0" fill="hold" nodeType="withEffect">
                                  <p:stCondLst>
                                    <p:cond delay="2895"/>
                                  </p:stCondLst>
                                  <p:childTnLst>
                                    <p:set>
                                      <p:cBhvr>
                                        <p:cTn id="39" dur="1" fill="hold">
                                          <p:stCondLst>
                                            <p:cond delay="0"/>
                                          </p:stCondLst>
                                        </p:cTn>
                                        <p:tgtEl>
                                          <p:spTgt spid="23"/>
                                        </p:tgtEl>
                                        <p:attrNameLst>
                                          <p:attrName>style.visibility</p:attrName>
                                        </p:attrNameLst>
                                      </p:cBhvr>
                                      <p:to>
                                        <p:strVal val="hidden"/>
                                      </p:to>
                                    </p:set>
                                  </p:childTnLst>
                                </p:cTn>
                              </p:par>
                              <p:par>
                                <p:cTn id="40" presetID="1" presetClass="exit" presetSubtype="0" fill="hold" nodeType="withEffect">
                                  <p:stCondLst>
                                    <p:cond delay="3036"/>
                                  </p:stCondLst>
                                  <p:childTnLst>
                                    <p:set>
                                      <p:cBhvr>
                                        <p:cTn id="41" dur="1" fill="hold">
                                          <p:stCondLst>
                                            <p:cond delay="0"/>
                                          </p:stCondLst>
                                        </p:cTn>
                                        <p:tgtEl>
                                          <p:spTgt spid="24"/>
                                        </p:tgtEl>
                                        <p:attrNameLst>
                                          <p:attrName>style.visibility</p:attrName>
                                        </p:attrNameLst>
                                      </p:cBhvr>
                                      <p:to>
                                        <p:strVal val="hidden"/>
                                      </p:to>
                                    </p:set>
                                  </p:childTnLst>
                                </p:cTn>
                              </p:par>
                              <p:par>
                                <p:cTn id="42" presetID="1" presetClass="exit" presetSubtype="0" fill="hold" nodeType="withEffect">
                                  <p:stCondLst>
                                    <p:cond delay="3178"/>
                                  </p:stCondLst>
                                  <p:childTnLst>
                                    <p:set>
                                      <p:cBhvr>
                                        <p:cTn id="43" dur="1" fill="hold">
                                          <p:stCondLst>
                                            <p:cond delay="0"/>
                                          </p:stCondLst>
                                        </p:cTn>
                                        <p:tgtEl>
                                          <p:spTgt spid="25"/>
                                        </p:tgtEl>
                                        <p:attrNameLst>
                                          <p:attrName>style.visibility</p:attrName>
                                        </p:attrNameLst>
                                      </p:cBhvr>
                                      <p:to>
                                        <p:strVal val="hidden"/>
                                      </p:to>
                                    </p:set>
                                  </p:childTnLst>
                                </p:cTn>
                              </p:par>
                              <p:par>
                                <p:cTn id="44" presetID="0" presetClass="path" presetSubtype="0" fill="hold" nodeType="withEffect">
                                  <p:stCondLst>
                                    <p:cond delay="300"/>
                                  </p:stCondLst>
                                  <p:childTnLst>
                                    <p:animMotion origin="layout" path="M 0 0 L 0.55501 0 E" pathEditMode="relative" ptsTypes="">
                                      <p:cBhvr>
                                        <p:cTn id="45" dur="3000" fill="hold"/>
                                        <p:tgtEl>
                                          <p:spTgt spid="26"/>
                                        </p:tgtEl>
                                        <p:attrNameLst>
                                          <p:attrName>ppt_x</p:attrName>
                                          <p:attrName>ppt_y</p:attrName>
                                        </p:attrNameLst>
                                      </p:cBhvr>
                                    </p:animMotion>
                                  </p:childTnLst>
                                </p:cTn>
                              </p:par>
                              <p:par>
                                <p:cTn id="46" presetID="0" presetClass="path" presetSubtype="0" fill="hold" nodeType="withEffect">
                                  <p:stCondLst>
                                    <p:cond delay="300"/>
                                  </p:stCondLst>
                                  <p:childTnLst>
                                    <p:animMotion origin="layout" path="M 0 0 L 0.55501 0 E" pathEditMode="relative" ptsTypes="">
                                      <p:cBhvr>
                                        <p:cTn id="47" dur="3000" fill="hold"/>
                                        <p:tgtEl>
                                          <p:spTgt spid="27"/>
                                        </p:tgtEl>
                                        <p:attrNameLst>
                                          <p:attrName>ppt_x</p:attrName>
                                          <p:attrName>ppt_y</p:attrName>
                                        </p:attrNameLst>
                                      </p:cBhvr>
                                    </p:animMotion>
                                  </p:childTnLst>
                                </p:cTn>
                              </p:par>
                              <p:par>
                                <p:cTn id="48" presetID="0" presetClass="path" presetSubtype="0" fill="hold" nodeType="withEffect">
                                  <p:stCondLst>
                                    <p:cond delay="300"/>
                                  </p:stCondLst>
                                  <p:childTnLst>
                                    <p:animMotion origin="layout" path="M 0 0 L 0.55501 0 E" pathEditMode="relative" ptsTypes="">
                                      <p:cBhvr>
                                        <p:cTn id="49" dur="3000" fill="hold"/>
                                        <p:tgtEl>
                                          <p:spTgt spid="28"/>
                                        </p:tgtEl>
                                        <p:attrNameLst>
                                          <p:attrName>ppt_x</p:attrName>
                                          <p:attrName>ppt_y</p:attrName>
                                        </p:attrNameLst>
                                      </p:cBhvr>
                                    </p:animMotion>
                                  </p:childTnLst>
                                </p:cTn>
                              </p:par>
                              <p:par>
                                <p:cTn id="50" presetID="0" presetClass="path" presetSubtype="0" fill="hold" nodeType="withEffect">
                                  <p:stCondLst>
                                    <p:cond delay="300"/>
                                  </p:stCondLst>
                                  <p:childTnLst>
                                    <p:animMotion origin="layout" path="M 0 0 L 0.55501 0 E" pathEditMode="relative" ptsTypes="">
                                      <p:cBhvr>
                                        <p:cTn id="51" dur="3000" fill="hold"/>
                                        <p:tgtEl>
                                          <p:spTgt spid="29"/>
                                        </p:tgtEl>
                                        <p:attrNameLst>
                                          <p:attrName>ppt_x</p:attrName>
                                          <p:attrName>ppt_y</p:attrName>
                                        </p:attrNameLst>
                                      </p:cBhvr>
                                    </p:animMotion>
                                  </p:childTnLst>
                                </p:cTn>
                              </p:par>
                              <p:par>
                                <p:cTn id="52" presetID="0" presetClass="path" presetSubtype="0" fill="hold" nodeType="withEffect">
                                  <p:stCondLst>
                                    <p:cond delay="300"/>
                                  </p:stCondLst>
                                  <p:childTnLst>
                                    <p:animMotion origin="layout" path="M 0 0 L 0.55501 0 E" pathEditMode="relative" ptsTypes="">
                                      <p:cBhvr>
                                        <p:cTn id="53" dur="3000" fill="hold"/>
                                        <p:tgtEl>
                                          <p:spTgt spid="3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o1" descr="MENU → CHOISIS TON NIVEAU">    </p:cNvPr>
          <p:cNvPicPr>
            <a:picLocks noChangeAspect="1"/>
          </p:cNvPicPr>
          <p:nvPr/>
        </p:nvPicPr>
        <p:blipFill>
          <a:blip r:embed="rId1"/>
          <a:stretch>
            <a:fillRect/>
          </a:stretch>
        </p:blipFill>
        <p:spPr>
          <a:xfrm>
            <a:off x="548640" y="411480"/>
            <a:ext cx="3657600" cy="146304"/>
          </a:xfrm>
          <a:prstGeom prst="rect">
            <a:avLst/>
          </a:prstGeom>
        </p:spPr>
      </p:pic>
      <p:pic>
        <p:nvPicPr>
          <p:cNvPr id="3" name="o2" descr="Le parcours de ma partie">    </p:cNvPr>
          <p:cNvPicPr>
            <a:picLocks noChangeAspect="1"/>
          </p:cNvPicPr>
          <p:nvPr/>
        </p:nvPicPr>
        <p:blipFill>
          <a:blip r:embed="rId2"/>
          <a:stretch>
            <a:fillRect/>
          </a:stretch>
        </p:blipFill>
        <p:spPr>
          <a:xfrm>
            <a:off x="548640" y="777240"/>
            <a:ext cx="6583680" cy="274320"/>
          </a:xfrm>
          <a:prstGeom prst="rect">
            <a:avLst/>
          </a:prstGeom>
        </p:spPr>
      </p:pic>
      <p:sp>
        <p:nvSpPr>
          <p:cNvPr id="4" name="o3"/>
          <p:cNvSpPr/>
          <p:nvPr/>
        </p:nvSpPr>
        <p:spPr>
          <a:xfrm>
            <a:off x="1065276" y="6414516"/>
            <a:ext cx="64008" cy="64008"/>
          </a:xfrm>
          <a:prstGeom prst="rect">
            <a:avLst/>
          </a:prstGeom>
          <a:solidFill>
            <a:srgbClr val="FFB8AE"/>
          </a:solidFill>
          <a:ln/>
        </p:spPr>
      </p:sp>
      <p:sp>
        <p:nvSpPr>
          <p:cNvPr id="5" name="o4"/>
          <p:cNvSpPr/>
          <p:nvPr/>
        </p:nvSpPr>
        <p:spPr>
          <a:xfrm>
            <a:off x="1293876" y="6414516"/>
            <a:ext cx="64008" cy="64008"/>
          </a:xfrm>
          <a:prstGeom prst="rect">
            <a:avLst/>
          </a:prstGeom>
          <a:solidFill>
            <a:srgbClr val="FFB8AE"/>
          </a:solidFill>
          <a:ln/>
        </p:spPr>
      </p:sp>
      <p:sp>
        <p:nvSpPr>
          <p:cNvPr id="6" name="o5"/>
          <p:cNvSpPr/>
          <p:nvPr/>
        </p:nvSpPr>
        <p:spPr>
          <a:xfrm>
            <a:off x="1522476" y="6414516"/>
            <a:ext cx="64008" cy="64008"/>
          </a:xfrm>
          <a:prstGeom prst="rect">
            <a:avLst/>
          </a:prstGeom>
          <a:solidFill>
            <a:srgbClr val="FFB8AE"/>
          </a:solidFill>
          <a:ln/>
        </p:spPr>
      </p:sp>
      <p:sp>
        <p:nvSpPr>
          <p:cNvPr id="7" name="o6"/>
          <p:cNvSpPr/>
          <p:nvPr/>
        </p:nvSpPr>
        <p:spPr>
          <a:xfrm>
            <a:off x="1751076" y="6414516"/>
            <a:ext cx="64008" cy="64008"/>
          </a:xfrm>
          <a:prstGeom prst="rect">
            <a:avLst/>
          </a:prstGeom>
          <a:solidFill>
            <a:srgbClr val="FFB8AE"/>
          </a:solidFill>
          <a:ln/>
        </p:spPr>
      </p:sp>
      <p:sp>
        <p:nvSpPr>
          <p:cNvPr id="8" name="o7"/>
          <p:cNvSpPr/>
          <p:nvPr/>
        </p:nvSpPr>
        <p:spPr>
          <a:xfrm>
            <a:off x="1979676" y="6414516"/>
            <a:ext cx="64008" cy="64008"/>
          </a:xfrm>
          <a:prstGeom prst="rect">
            <a:avLst/>
          </a:prstGeom>
          <a:solidFill>
            <a:srgbClr val="FFB8AE"/>
          </a:solidFill>
          <a:ln/>
        </p:spPr>
      </p:sp>
      <p:sp>
        <p:nvSpPr>
          <p:cNvPr id="9" name="o8"/>
          <p:cNvSpPr/>
          <p:nvPr/>
        </p:nvSpPr>
        <p:spPr>
          <a:xfrm>
            <a:off x="2208276" y="6414516"/>
            <a:ext cx="64008" cy="64008"/>
          </a:xfrm>
          <a:prstGeom prst="rect">
            <a:avLst/>
          </a:prstGeom>
          <a:solidFill>
            <a:srgbClr val="FFB8AE"/>
          </a:solidFill>
          <a:ln/>
        </p:spPr>
      </p:sp>
      <p:sp>
        <p:nvSpPr>
          <p:cNvPr id="10" name="o9"/>
          <p:cNvSpPr/>
          <p:nvPr/>
        </p:nvSpPr>
        <p:spPr>
          <a:xfrm>
            <a:off x="2436876" y="6414516"/>
            <a:ext cx="64008" cy="64008"/>
          </a:xfrm>
          <a:prstGeom prst="rect">
            <a:avLst/>
          </a:prstGeom>
          <a:solidFill>
            <a:srgbClr val="FFB8AE"/>
          </a:solidFill>
          <a:ln/>
        </p:spPr>
      </p:sp>
      <p:sp>
        <p:nvSpPr>
          <p:cNvPr id="11" name="o10"/>
          <p:cNvSpPr/>
          <p:nvPr/>
        </p:nvSpPr>
        <p:spPr>
          <a:xfrm>
            <a:off x="2665476" y="6414516"/>
            <a:ext cx="64008" cy="64008"/>
          </a:xfrm>
          <a:prstGeom prst="rect">
            <a:avLst/>
          </a:prstGeom>
          <a:solidFill>
            <a:srgbClr val="FFB8AE"/>
          </a:solidFill>
          <a:ln/>
        </p:spPr>
      </p:sp>
      <p:sp>
        <p:nvSpPr>
          <p:cNvPr id="12" name="o11"/>
          <p:cNvSpPr/>
          <p:nvPr/>
        </p:nvSpPr>
        <p:spPr>
          <a:xfrm>
            <a:off x="2894076" y="6414516"/>
            <a:ext cx="64008" cy="64008"/>
          </a:xfrm>
          <a:prstGeom prst="rect">
            <a:avLst/>
          </a:prstGeom>
          <a:solidFill>
            <a:srgbClr val="FFB8AE"/>
          </a:solidFill>
          <a:ln/>
        </p:spPr>
      </p:sp>
      <p:sp>
        <p:nvSpPr>
          <p:cNvPr id="13" name="o12"/>
          <p:cNvSpPr/>
          <p:nvPr/>
        </p:nvSpPr>
        <p:spPr>
          <a:xfrm>
            <a:off x="3122676" y="6414516"/>
            <a:ext cx="64008" cy="64008"/>
          </a:xfrm>
          <a:prstGeom prst="rect">
            <a:avLst/>
          </a:prstGeom>
          <a:solidFill>
            <a:srgbClr val="FFB8AE"/>
          </a:solidFill>
          <a:ln/>
        </p:spPr>
      </p:sp>
      <p:sp>
        <p:nvSpPr>
          <p:cNvPr id="14" name="o13"/>
          <p:cNvSpPr/>
          <p:nvPr/>
        </p:nvSpPr>
        <p:spPr>
          <a:xfrm>
            <a:off x="3351276" y="6414516"/>
            <a:ext cx="64008" cy="64008"/>
          </a:xfrm>
          <a:prstGeom prst="rect">
            <a:avLst/>
          </a:prstGeom>
          <a:solidFill>
            <a:srgbClr val="FFB8AE"/>
          </a:solidFill>
          <a:ln/>
        </p:spPr>
      </p:sp>
      <p:sp>
        <p:nvSpPr>
          <p:cNvPr id="15" name="o14"/>
          <p:cNvSpPr/>
          <p:nvPr/>
        </p:nvSpPr>
        <p:spPr>
          <a:xfrm>
            <a:off x="3579876" y="6414516"/>
            <a:ext cx="64008" cy="64008"/>
          </a:xfrm>
          <a:prstGeom prst="rect">
            <a:avLst/>
          </a:prstGeom>
          <a:solidFill>
            <a:srgbClr val="FFB8AE"/>
          </a:solidFill>
          <a:ln/>
        </p:spPr>
      </p:sp>
      <p:sp>
        <p:nvSpPr>
          <p:cNvPr id="16" name="o15"/>
          <p:cNvSpPr/>
          <p:nvPr/>
        </p:nvSpPr>
        <p:spPr>
          <a:xfrm>
            <a:off x="3808476" y="6414516"/>
            <a:ext cx="64008" cy="64008"/>
          </a:xfrm>
          <a:prstGeom prst="rect">
            <a:avLst/>
          </a:prstGeom>
          <a:solidFill>
            <a:srgbClr val="FFB8AE"/>
          </a:solidFill>
          <a:ln/>
        </p:spPr>
      </p:sp>
      <p:sp>
        <p:nvSpPr>
          <p:cNvPr id="17" name="o16"/>
          <p:cNvSpPr/>
          <p:nvPr/>
        </p:nvSpPr>
        <p:spPr>
          <a:xfrm>
            <a:off x="4037076" y="6414516"/>
            <a:ext cx="64008" cy="64008"/>
          </a:xfrm>
          <a:prstGeom prst="rect">
            <a:avLst/>
          </a:prstGeom>
          <a:solidFill>
            <a:srgbClr val="FFB8AE"/>
          </a:solidFill>
          <a:ln/>
        </p:spPr>
      </p:sp>
      <p:sp>
        <p:nvSpPr>
          <p:cNvPr id="18" name="o17"/>
          <p:cNvSpPr/>
          <p:nvPr/>
        </p:nvSpPr>
        <p:spPr>
          <a:xfrm>
            <a:off x="4265676" y="6414516"/>
            <a:ext cx="64008" cy="64008"/>
          </a:xfrm>
          <a:prstGeom prst="rect">
            <a:avLst/>
          </a:prstGeom>
          <a:solidFill>
            <a:srgbClr val="FFB8AE"/>
          </a:solidFill>
          <a:ln/>
        </p:spPr>
      </p:sp>
      <p:sp>
        <p:nvSpPr>
          <p:cNvPr id="19" name="o18"/>
          <p:cNvSpPr/>
          <p:nvPr/>
        </p:nvSpPr>
        <p:spPr>
          <a:xfrm>
            <a:off x="4494276" y="6414516"/>
            <a:ext cx="64008" cy="64008"/>
          </a:xfrm>
          <a:prstGeom prst="rect">
            <a:avLst/>
          </a:prstGeom>
          <a:solidFill>
            <a:srgbClr val="FFB8AE"/>
          </a:solidFill>
          <a:ln/>
        </p:spPr>
      </p:sp>
      <p:sp>
        <p:nvSpPr>
          <p:cNvPr id="20" name="o19"/>
          <p:cNvSpPr/>
          <p:nvPr/>
        </p:nvSpPr>
        <p:spPr>
          <a:xfrm>
            <a:off x="4722876" y="6414516"/>
            <a:ext cx="64008" cy="64008"/>
          </a:xfrm>
          <a:prstGeom prst="rect">
            <a:avLst/>
          </a:prstGeom>
          <a:solidFill>
            <a:srgbClr val="FFB8AE"/>
          </a:solidFill>
          <a:ln/>
        </p:spPr>
      </p:sp>
      <p:sp>
        <p:nvSpPr>
          <p:cNvPr id="21" name="o20"/>
          <p:cNvSpPr/>
          <p:nvPr/>
        </p:nvSpPr>
        <p:spPr>
          <a:xfrm>
            <a:off x="4951476" y="6414516"/>
            <a:ext cx="64008" cy="64008"/>
          </a:xfrm>
          <a:prstGeom prst="rect">
            <a:avLst/>
          </a:prstGeom>
          <a:solidFill>
            <a:srgbClr val="FFB8AE"/>
          </a:solidFill>
          <a:ln/>
        </p:spPr>
      </p:sp>
      <p:sp>
        <p:nvSpPr>
          <p:cNvPr id="22" name="o21"/>
          <p:cNvSpPr/>
          <p:nvPr/>
        </p:nvSpPr>
        <p:spPr>
          <a:xfrm>
            <a:off x="5180076" y="6414516"/>
            <a:ext cx="64008" cy="64008"/>
          </a:xfrm>
          <a:prstGeom prst="rect">
            <a:avLst/>
          </a:prstGeom>
          <a:solidFill>
            <a:srgbClr val="FFB8AE"/>
          </a:solidFill>
          <a:ln/>
        </p:spPr>
      </p:sp>
      <p:sp>
        <p:nvSpPr>
          <p:cNvPr id="23" name="o22"/>
          <p:cNvSpPr/>
          <p:nvPr/>
        </p:nvSpPr>
        <p:spPr>
          <a:xfrm>
            <a:off x="5408676" y="6414516"/>
            <a:ext cx="64008" cy="64008"/>
          </a:xfrm>
          <a:prstGeom prst="rect">
            <a:avLst/>
          </a:prstGeom>
          <a:solidFill>
            <a:srgbClr val="FFB8AE"/>
          </a:solidFill>
          <a:ln/>
        </p:spPr>
      </p:sp>
      <p:sp>
        <p:nvSpPr>
          <p:cNvPr id="24" name="o23"/>
          <p:cNvSpPr/>
          <p:nvPr/>
        </p:nvSpPr>
        <p:spPr>
          <a:xfrm>
            <a:off x="5637276" y="6414516"/>
            <a:ext cx="64008" cy="64008"/>
          </a:xfrm>
          <a:prstGeom prst="rect">
            <a:avLst/>
          </a:prstGeom>
          <a:solidFill>
            <a:srgbClr val="FFB8AE"/>
          </a:solidFill>
          <a:ln/>
        </p:spPr>
      </p:sp>
      <p:sp>
        <p:nvSpPr>
          <p:cNvPr id="25" name="o24"/>
          <p:cNvSpPr/>
          <p:nvPr/>
        </p:nvSpPr>
        <p:spPr>
          <a:xfrm>
            <a:off x="5865876" y="6414516"/>
            <a:ext cx="64008" cy="64008"/>
          </a:xfrm>
          <a:prstGeom prst="rect">
            <a:avLst/>
          </a:prstGeom>
          <a:solidFill>
            <a:srgbClr val="FFB8AE"/>
          </a:solidFill>
          <a:ln/>
        </p:spPr>
      </p:sp>
      <p:sp>
        <p:nvSpPr>
          <p:cNvPr id="26" name="o25"/>
          <p:cNvSpPr/>
          <p:nvPr/>
        </p:nvSpPr>
        <p:spPr>
          <a:xfrm>
            <a:off x="6094476" y="6414516"/>
            <a:ext cx="64008" cy="64008"/>
          </a:xfrm>
          <a:prstGeom prst="rect">
            <a:avLst/>
          </a:prstGeom>
          <a:solidFill>
            <a:srgbClr val="FFB8AE"/>
          </a:solidFill>
          <a:ln/>
        </p:spPr>
      </p:sp>
      <p:sp>
        <p:nvSpPr>
          <p:cNvPr id="27" name="o26"/>
          <p:cNvSpPr/>
          <p:nvPr/>
        </p:nvSpPr>
        <p:spPr>
          <a:xfrm>
            <a:off x="6323076" y="6414516"/>
            <a:ext cx="64008" cy="64008"/>
          </a:xfrm>
          <a:prstGeom prst="rect">
            <a:avLst/>
          </a:prstGeom>
          <a:solidFill>
            <a:srgbClr val="FFB8AE"/>
          </a:solidFill>
          <a:ln/>
        </p:spPr>
      </p:sp>
      <p:sp>
        <p:nvSpPr>
          <p:cNvPr id="28" name="o27"/>
          <p:cNvSpPr/>
          <p:nvPr/>
        </p:nvSpPr>
        <p:spPr>
          <a:xfrm>
            <a:off x="6551676" y="6414516"/>
            <a:ext cx="64008" cy="64008"/>
          </a:xfrm>
          <a:prstGeom prst="rect">
            <a:avLst/>
          </a:prstGeom>
          <a:solidFill>
            <a:srgbClr val="FFB8AE"/>
          </a:solidFill>
          <a:ln/>
        </p:spPr>
      </p:sp>
      <p:sp>
        <p:nvSpPr>
          <p:cNvPr id="29" name="o28"/>
          <p:cNvSpPr/>
          <p:nvPr/>
        </p:nvSpPr>
        <p:spPr>
          <a:xfrm>
            <a:off x="6780276" y="6414516"/>
            <a:ext cx="64008" cy="64008"/>
          </a:xfrm>
          <a:prstGeom prst="rect">
            <a:avLst/>
          </a:prstGeom>
          <a:solidFill>
            <a:srgbClr val="FFB8AE"/>
          </a:solidFill>
          <a:ln/>
        </p:spPr>
      </p:sp>
      <p:sp>
        <p:nvSpPr>
          <p:cNvPr id="30" name="o29"/>
          <p:cNvSpPr/>
          <p:nvPr/>
        </p:nvSpPr>
        <p:spPr>
          <a:xfrm>
            <a:off x="7008876" y="6414516"/>
            <a:ext cx="64008" cy="64008"/>
          </a:xfrm>
          <a:prstGeom prst="rect">
            <a:avLst/>
          </a:prstGeom>
          <a:solidFill>
            <a:srgbClr val="FFB8AE"/>
          </a:solidFill>
          <a:ln/>
        </p:spPr>
      </p:sp>
      <p:sp>
        <p:nvSpPr>
          <p:cNvPr id="31" name="o30"/>
          <p:cNvSpPr/>
          <p:nvPr/>
        </p:nvSpPr>
        <p:spPr>
          <a:xfrm>
            <a:off x="7237476" y="6414516"/>
            <a:ext cx="64008" cy="64008"/>
          </a:xfrm>
          <a:prstGeom prst="rect">
            <a:avLst/>
          </a:prstGeom>
          <a:solidFill>
            <a:srgbClr val="FFB8AE"/>
          </a:solidFill>
          <a:ln/>
        </p:spPr>
      </p:sp>
      <p:sp>
        <p:nvSpPr>
          <p:cNvPr id="32" name="o31"/>
          <p:cNvSpPr/>
          <p:nvPr/>
        </p:nvSpPr>
        <p:spPr>
          <a:xfrm>
            <a:off x="7466076" y="6414516"/>
            <a:ext cx="64008" cy="64008"/>
          </a:xfrm>
          <a:prstGeom prst="rect">
            <a:avLst/>
          </a:prstGeom>
          <a:solidFill>
            <a:srgbClr val="FFB8AE"/>
          </a:solidFill>
          <a:ln/>
        </p:spPr>
      </p:sp>
      <p:sp>
        <p:nvSpPr>
          <p:cNvPr id="33" name="o32"/>
          <p:cNvSpPr/>
          <p:nvPr/>
        </p:nvSpPr>
        <p:spPr>
          <a:xfrm>
            <a:off x="7694676" y="6414516"/>
            <a:ext cx="64008" cy="64008"/>
          </a:xfrm>
          <a:prstGeom prst="rect">
            <a:avLst/>
          </a:prstGeom>
          <a:solidFill>
            <a:srgbClr val="FFB8AE"/>
          </a:solidFill>
          <a:ln/>
        </p:spPr>
      </p:sp>
      <p:sp>
        <p:nvSpPr>
          <p:cNvPr id="34" name="o33"/>
          <p:cNvSpPr/>
          <p:nvPr/>
        </p:nvSpPr>
        <p:spPr>
          <a:xfrm>
            <a:off x="7923276" y="6414516"/>
            <a:ext cx="64008" cy="64008"/>
          </a:xfrm>
          <a:prstGeom prst="rect">
            <a:avLst/>
          </a:prstGeom>
          <a:solidFill>
            <a:srgbClr val="FFB8AE"/>
          </a:solidFill>
          <a:ln/>
        </p:spPr>
      </p:sp>
      <p:sp>
        <p:nvSpPr>
          <p:cNvPr id="35" name="o34"/>
          <p:cNvSpPr/>
          <p:nvPr/>
        </p:nvSpPr>
        <p:spPr>
          <a:xfrm>
            <a:off x="8151876" y="6414516"/>
            <a:ext cx="64008" cy="64008"/>
          </a:xfrm>
          <a:prstGeom prst="rect">
            <a:avLst/>
          </a:prstGeom>
          <a:solidFill>
            <a:srgbClr val="FFB8AE"/>
          </a:solidFill>
          <a:ln/>
        </p:spPr>
      </p:sp>
      <p:sp>
        <p:nvSpPr>
          <p:cNvPr id="36" name="o35"/>
          <p:cNvSpPr/>
          <p:nvPr/>
        </p:nvSpPr>
        <p:spPr>
          <a:xfrm>
            <a:off x="8380476" y="6414516"/>
            <a:ext cx="64008" cy="64008"/>
          </a:xfrm>
          <a:prstGeom prst="rect">
            <a:avLst/>
          </a:prstGeom>
          <a:solidFill>
            <a:srgbClr val="FFB8AE"/>
          </a:solidFill>
          <a:ln/>
        </p:spPr>
      </p:sp>
      <p:sp>
        <p:nvSpPr>
          <p:cNvPr id="37" name="o36"/>
          <p:cNvSpPr/>
          <p:nvPr/>
        </p:nvSpPr>
        <p:spPr>
          <a:xfrm>
            <a:off x="8609076" y="6414516"/>
            <a:ext cx="64008" cy="64008"/>
          </a:xfrm>
          <a:prstGeom prst="rect">
            <a:avLst/>
          </a:prstGeom>
          <a:solidFill>
            <a:srgbClr val="FFB8AE"/>
          </a:solidFill>
          <a:ln/>
        </p:spPr>
      </p:sp>
      <p:sp>
        <p:nvSpPr>
          <p:cNvPr id="38" name="o37"/>
          <p:cNvSpPr/>
          <p:nvPr/>
        </p:nvSpPr>
        <p:spPr>
          <a:xfrm>
            <a:off x="8837676" y="6414516"/>
            <a:ext cx="64008" cy="64008"/>
          </a:xfrm>
          <a:prstGeom prst="rect">
            <a:avLst/>
          </a:prstGeom>
          <a:solidFill>
            <a:srgbClr val="FFB8AE"/>
          </a:solidFill>
          <a:ln/>
        </p:spPr>
      </p:sp>
      <p:sp>
        <p:nvSpPr>
          <p:cNvPr id="39" name="o38"/>
          <p:cNvSpPr/>
          <p:nvPr/>
        </p:nvSpPr>
        <p:spPr>
          <a:xfrm>
            <a:off x="9066276" y="6414516"/>
            <a:ext cx="64008" cy="64008"/>
          </a:xfrm>
          <a:prstGeom prst="rect">
            <a:avLst/>
          </a:prstGeom>
          <a:solidFill>
            <a:srgbClr val="FFB8AE"/>
          </a:solidFill>
          <a:ln/>
        </p:spPr>
      </p:sp>
      <p:sp>
        <p:nvSpPr>
          <p:cNvPr id="40" name="o39"/>
          <p:cNvSpPr/>
          <p:nvPr/>
        </p:nvSpPr>
        <p:spPr>
          <a:xfrm>
            <a:off x="9294876" y="6414516"/>
            <a:ext cx="64008" cy="64008"/>
          </a:xfrm>
          <a:prstGeom prst="rect">
            <a:avLst/>
          </a:prstGeom>
          <a:solidFill>
            <a:srgbClr val="FFB8AE"/>
          </a:solidFill>
          <a:ln/>
        </p:spPr>
      </p:sp>
      <p:sp>
        <p:nvSpPr>
          <p:cNvPr id="41" name="o40"/>
          <p:cNvSpPr/>
          <p:nvPr/>
        </p:nvSpPr>
        <p:spPr>
          <a:xfrm>
            <a:off x="9523476" y="6414516"/>
            <a:ext cx="64008" cy="64008"/>
          </a:xfrm>
          <a:prstGeom prst="rect">
            <a:avLst/>
          </a:prstGeom>
          <a:solidFill>
            <a:srgbClr val="FFB8AE"/>
          </a:solidFill>
          <a:ln/>
        </p:spPr>
      </p:sp>
      <p:sp>
        <p:nvSpPr>
          <p:cNvPr id="42" name="o41"/>
          <p:cNvSpPr/>
          <p:nvPr/>
        </p:nvSpPr>
        <p:spPr>
          <a:xfrm>
            <a:off x="9752076" y="6414516"/>
            <a:ext cx="64008" cy="64008"/>
          </a:xfrm>
          <a:prstGeom prst="rect">
            <a:avLst/>
          </a:prstGeom>
          <a:solidFill>
            <a:srgbClr val="FFB8AE"/>
          </a:solidFill>
          <a:ln/>
        </p:spPr>
      </p:sp>
      <p:sp>
        <p:nvSpPr>
          <p:cNvPr id="43" name="o42"/>
          <p:cNvSpPr/>
          <p:nvPr/>
        </p:nvSpPr>
        <p:spPr>
          <a:xfrm>
            <a:off x="9980676" y="6414516"/>
            <a:ext cx="64008" cy="64008"/>
          </a:xfrm>
          <a:prstGeom prst="rect">
            <a:avLst/>
          </a:prstGeom>
          <a:solidFill>
            <a:srgbClr val="FFB8AE"/>
          </a:solidFill>
          <a:ln/>
        </p:spPr>
      </p:sp>
      <p:sp>
        <p:nvSpPr>
          <p:cNvPr id="44" name="o43"/>
          <p:cNvSpPr/>
          <p:nvPr/>
        </p:nvSpPr>
        <p:spPr>
          <a:xfrm>
            <a:off x="10209276" y="6414516"/>
            <a:ext cx="64008" cy="64008"/>
          </a:xfrm>
          <a:prstGeom prst="rect">
            <a:avLst/>
          </a:prstGeom>
          <a:solidFill>
            <a:srgbClr val="FFB8AE"/>
          </a:solidFill>
          <a:ln/>
        </p:spPr>
      </p:sp>
      <p:sp>
        <p:nvSpPr>
          <p:cNvPr id="45" name="o44"/>
          <p:cNvSpPr/>
          <p:nvPr/>
        </p:nvSpPr>
        <p:spPr>
          <a:xfrm>
            <a:off x="10437876" y="6414516"/>
            <a:ext cx="64008" cy="64008"/>
          </a:xfrm>
          <a:prstGeom prst="rect">
            <a:avLst/>
          </a:prstGeom>
          <a:solidFill>
            <a:srgbClr val="FFB8AE"/>
          </a:solidFill>
          <a:ln/>
        </p:spPr>
      </p:sp>
      <p:sp>
        <p:nvSpPr>
          <p:cNvPr id="46" name="o45"/>
          <p:cNvSpPr/>
          <p:nvPr/>
        </p:nvSpPr>
        <p:spPr>
          <a:xfrm>
            <a:off x="10666476" y="6414516"/>
            <a:ext cx="64008" cy="64008"/>
          </a:xfrm>
          <a:prstGeom prst="rect">
            <a:avLst/>
          </a:prstGeom>
          <a:solidFill>
            <a:srgbClr val="FFB8AE"/>
          </a:solidFill>
          <a:ln/>
        </p:spPr>
      </p:sp>
      <p:sp>
        <p:nvSpPr>
          <p:cNvPr id="47" name="o46"/>
          <p:cNvSpPr/>
          <p:nvPr/>
        </p:nvSpPr>
        <p:spPr>
          <a:xfrm>
            <a:off x="10895076" y="6414516"/>
            <a:ext cx="64008" cy="64008"/>
          </a:xfrm>
          <a:prstGeom prst="rect">
            <a:avLst/>
          </a:prstGeom>
          <a:solidFill>
            <a:srgbClr val="FFB8AE"/>
          </a:solidFill>
          <a:ln/>
        </p:spPr>
      </p:sp>
      <p:sp>
        <p:nvSpPr>
          <p:cNvPr id="48" name="o47"/>
          <p:cNvSpPr/>
          <p:nvPr/>
        </p:nvSpPr>
        <p:spPr>
          <a:xfrm>
            <a:off x="11123676" y="6414516"/>
            <a:ext cx="64008" cy="64008"/>
          </a:xfrm>
          <a:prstGeom prst="rect">
            <a:avLst/>
          </a:prstGeom>
          <a:solidFill>
            <a:srgbClr val="FFB8AE"/>
          </a:solidFill>
          <a:ln/>
        </p:spPr>
      </p:sp>
      <p:pic>
        <p:nvPicPr>
          <p:cNvPr id="49" name="o48" descr="super pac-gomme">    </p:cNvPr>
          <p:cNvPicPr>
            <a:picLocks noChangeAspect="1"/>
          </p:cNvPicPr>
          <p:nvPr/>
        </p:nvPicPr>
        <p:blipFill>
          <a:blip r:embed="rId3"/>
          <a:stretch>
            <a:fillRect/>
          </a:stretch>
        </p:blipFill>
        <p:spPr>
          <a:xfrm>
            <a:off x="11448288" y="6355080"/>
            <a:ext cx="182880" cy="182880"/>
          </a:xfrm>
          <a:prstGeom prst="rect">
            <a:avLst/>
          </a:prstGeom>
        </p:spPr>
      </p:pic>
      <p:pic>
        <p:nvPicPr>
          <p:cNvPr id="50" name="o49" descr="Pac-Man : progression">    </p:cNvPr>
          <p:cNvPicPr>
            <a:picLocks noChangeAspect="1"/>
          </p:cNvPicPr>
          <p:nvPr/>
        </p:nvPicPr>
        <p:blipFill>
          <a:blip r:embed="rId4"/>
          <a:stretch>
            <a:fillRect/>
          </a:stretch>
        </p:blipFill>
        <p:spPr>
          <a:xfrm>
            <a:off x="713232" y="6291072"/>
            <a:ext cx="310896" cy="310896"/>
          </a:xfrm>
          <a:prstGeom prst="rect">
            <a:avLst/>
          </a:prstGeom>
        </p:spPr>
      </p:pic>
      <p:pic>
        <p:nvPicPr>
          <p:cNvPr id="51" name="o50" descr="fantôme">    </p:cNvPr>
          <p:cNvPicPr>
            <a:picLocks noChangeAspect="1"/>
          </p:cNvPicPr>
          <p:nvPr/>
        </p:nvPicPr>
        <p:blipFill>
          <a:blip r:embed="rId5"/>
          <a:stretch>
            <a:fillRect/>
          </a:stretch>
        </p:blipFill>
        <p:spPr>
          <a:xfrm>
            <a:off x="146304" y="6291072"/>
            <a:ext cx="310896" cy="310896"/>
          </a:xfrm>
          <a:prstGeom prst="rect">
            <a:avLst/>
          </a:prstGeom>
        </p:spPr>
      </p:pic>
      <p:sp>
        <p:nvSpPr>
          <p:cNvPr id="52" name="o51"/>
          <p:cNvSpPr/>
          <p:nvPr/>
        </p:nvSpPr>
        <p:spPr>
          <a:xfrm>
            <a:off x="548640" y="1691640"/>
            <a:ext cx="1691640" cy="2926080"/>
          </a:xfrm>
          <a:prstGeom prst="roundRect">
            <a:avLst>
              <a:gd name="adj" fmla="val 7568"/>
            </a:avLst>
          </a:prstGeom>
          <a:solidFill>
            <a:srgbClr val="000000"/>
          </a:solidFill>
          <a:ln w="28575">
            <a:solidFill>
              <a:srgbClr val="2121DE"/>
            </a:solidFill>
            <a:prstDash val="solid"/>
          </a:ln>
        </p:spPr>
      </p:sp>
      <p:sp>
        <p:nvSpPr>
          <p:cNvPr id="53" name="o52"/>
          <p:cNvSpPr/>
          <p:nvPr/>
        </p:nvSpPr>
        <p:spPr>
          <a:xfrm>
            <a:off x="617220" y="1760220"/>
            <a:ext cx="1554480" cy="2788920"/>
          </a:xfrm>
          <a:prstGeom prst="roundRect">
            <a:avLst>
              <a:gd name="adj" fmla="val 3824"/>
            </a:avLst>
          </a:prstGeom>
          <a:ln w="12700">
            <a:solidFill>
              <a:srgbClr val="2121DE"/>
            </a:solidFill>
            <a:prstDash val="solid"/>
          </a:ln>
        </p:spPr>
      </p:sp>
      <p:pic>
        <p:nvPicPr>
          <p:cNvPr id="54" name="o53" descr="LEVEL 1">    </p:cNvPr>
          <p:cNvPicPr>
            <a:picLocks noChangeAspect="1"/>
          </p:cNvPicPr>
          <p:nvPr/>
        </p:nvPicPr>
        <p:blipFill>
          <a:blip r:embed="rId6"/>
          <a:stretch>
            <a:fillRect/>
          </a:stretch>
        </p:blipFill>
        <p:spPr>
          <a:xfrm>
            <a:off x="946404" y="1965960"/>
            <a:ext cx="896112" cy="128016"/>
          </a:xfrm>
          <a:prstGeom prst="rect">
            <a:avLst/>
          </a:prstGeom>
        </p:spPr>
      </p:pic>
      <p:pic>
        <p:nvPicPr>
          <p:cNvPr id="55" name="o54" descr="cherry">    </p:cNvPr>
          <p:cNvPicPr>
            <a:picLocks noChangeAspect="1"/>
          </p:cNvPicPr>
          <p:nvPr/>
        </p:nvPicPr>
        <p:blipFill>
          <a:blip r:embed="rId7"/>
          <a:stretch>
            <a:fillRect/>
          </a:stretch>
        </p:blipFill>
        <p:spPr>
          <a:xfrm>
            <a:off x="1010412" y="2350008"/>
            <a:ext cx="768096" cy="768096"/>
          </a:xfrm>
          <a:prstGeom prst="rect">
            <a:avLst/>
          </a:prstGeom>
        </p:spPr>
      </p:pic>
      <p:pic>
        <p:nvPicPr>
          <p:cNvPr id="56" name="o55" descr="MISSION">    </p:cNvPr>
          <p:cNvPicPr>
            <a:picLocks noChangeAspect="1"/>
          </p:cNvPicPr>
          <p:nvPr/>
        </p:nvPicPr>
        <p:blipFill>
          <a:blip r:embed="rId8"/>
          <a:stretch>
            <a:fillRect/>
          </a:stretch>
        </p:blipFill>
        <p:spPr>
          <a:xfrm>
            <a:off x="882396" y="3383280"/>
            <a:ext cx="1024128" cy="146304"/>
          </a:xfrm>
          <a:prstGeom prst="rect">
            <a:avLst/>
          </a:prstGeom>
        </p:spPr>
      </p:pic>
      <p:sp>
        <p:nvSpPr>
          <p:cNvPr id="57" name="o56"/>
          <p:cNvSpPr txBox="1"/>
          <p:nvPr/>
        </p:nvSpPr>
        <p:spPr>
          <a:xfrm>
            <a:off x="658368" y="3794760"/>
            <a:ext cx="1472184" cy="548640"/>
          </a:xfrm>
          <a:prstGeom prst="rect">
            <a:avLst/>
          </a:prstGeom>
          <a:noFill/>
          <a:ln/>
        </p:spPr>
        <p:txBody>
          <a:bodyPr wrap="square" lIns="0" tIns="0" rIns="0" bIns="0" rtlCol="0" anchor="t"/>
          <a:lstStyle/>
          <a:p>
            <a:pPr algn="ctr" indent="0" marL="0">
              <a:buNone/>
            </a:pPr>
            <a:r>
              <a:rPr lang="en-US" sz="1300" dirty="0">
                <a:solidFill>
                  <a:srgbClr val="C4C4E4"/>
                </a:solidFill>
                <a:latin typeface="Arial" pitchFamily="34" charset="0"/>
                <a:ea typeface="Arial" pitchFamily="34" charset="-122"/>
                <a:cs typeface="Arial" pitchFamily="34" charset="-120"/>
              </a:rPr>
              <a:t>Le contexte</a:t>
            </a:r>
            <a:endParaRPr lang="en-US" sz="1300" dirty="0"/>
          </a:p>
        </p:txBody>
      </p:sp>
      <p:sp>
        <p:nvSpPr>
          <p:cNvPr id="58" name="o57"/>
          <p:cNvSpPr/>
          <p:nvPr/>
        </p:nvSpPr>
        <p:spPr>
          <a:xfrm>
            <a:off x="2429195" y="1691640"/>
            <a:ext cx="1691640" cy="2926080"/>
          </a:xfrm>
          <a:prstGeom prst="roundRect">
            <a:avLst>
              <a:gd name="adj" fmla="val 7568"/>
            </a:avLst>
          </a:prstGeom>
          <a:solidFill>
            <a:srgbClr val="000000"/>
          </a:solidFill>
          <a:ln w="28575">
            <a:solidFill>
              <a:srgbClr val="2121DE"/>
            </a:solidFill>
            <a:prstDash val="solid"/>
          </a:ln>
        </p:spPr>
      </p:sp>
      <p:sp>
        <p:nvSpPr>
          <p:cNvPr id="59" name="o58"/>
          <p:cNvSpPr/>
          <p:nvPr/>
        </p:nvSpPr>
        <p:spPr>
          <a:xfrm>
            <a:off x="2497775" y="1760220"/>
            <a:ext cx="1554480" cy="2788920"/>
          </a:xfrm>
          <a:prstGeom prst="roundRect">
            <a:avLst>
              <a:gd name="adj" fmla="val 3824"/>
            </a:avLst>
          </a:prstGeom>
          <a:ln w="12700">
            <a:solidFill>
              <a:srgbClr val="2121DE"/>
            </a:solidFill>
            <a:prstDash val="solid"/>
          </a:ln>
        </p:spPr>
      </p:sp>
      <p:pic>
        <p:nvPicPr>
          <p:cNvPr id="60" name="o59" descr="LEVEL 2">    </p:cNvPr>
          <p:cNvPicPr>
            <a:picLocks noChangeAspect="1"/>
          </p:cNvPicPr>
          <p:nvPr/>
        </p:nvPicPr>
        <p:blipFill>
          <a:blip r:embed="rId9"/>
          <a:stretch>
            <a:fillRect/>
          </a:stretch>
        </p:blipFill>
        <p:spPr>
          <a:xfrm>
            <a:off x="2826959" y="1965960"/>
            <a:ext cx="896112" cy="128016"/>
          </a:xfrm>
          <a:prstGeom prst="rect">
            <a:avLst/>
          </a:prstGeom>
        </p:spPr>
      </p:pic>
      <p:pic>
        <p:nvPicPr>
          <p:cNvPr id="61" name="o60" descr="strawberry">    </p:cNvPr>
          <p:cNvPicPr>
            <a:picLocks noChangeAspect="1"/>
          </p:cNvPicPr>
          <p:nvPr/>
        </p:nvPicPr>
        <p:blipFill>
          <a:blip r:embed="rId10"/>
          <a:stretch>
            <a:fillRect/>
          </a:stretch>
        </p:blipFill>
        <p:spPr>
          <a:xfrm>
            <a:off x="2890967" y="2350008"/>
            <a:ext cx="768096" cy="768096"/>
          </a:xfrm>
          <a:prstGeom prst="rect">
            <a:avLst/>
          </a:prstGeom>
        </p:spPr>
      </p:pic>
      <p:pic>
        <p:nvPicPr>
          <p:cNvPr id="62" name="o61" descr="PIPELINE">    </p:cNvPr>
          <p:cNvPicPr>
            <a:picLocks noChangeAspect="1"/>
          </p:cNvPicPr>
          <p:nvPr/>
        </p:nvPicPr>
        <p:blipFill>
          <a:blip r:embed="rId11"/>
          <a:stretch>
            <a:fillRect/>
          </a:stretch>
        </p:blipFill>
        <p:spPr>
          <a:xfrm>
            <a:off x="2689799" y="3383280"/>
            <a:ext cx="1170432" cy="146304"/>
          </a:xfrm>
          <a:prstGeom prst="rect">
            <a:avLst/>
          </a:prstGeom>
        </p:spPr>
      </p:pic>
      <p:sp>
        <p:nvSpPr>
          <p:cNvPr id="63" name="o62"/>
          <p:cNvSpPr txBox="1"/>
          <p:nvPr/>
        </p:nvSpPr>
        <p:spPr>
          <a:xfrm>
            <a:off x="2538923" y="3794760"/>
            <a:ext cx="1472184" cy="548640"/>
          </a:xfrm>
          <a:prstGeom prst="rect">
            <a:avLst/>
          </a:prstGeom>
          <a:noFill/>
          <a:ln/>
        </p:spPr>
        <p:txBody>
          <a:bodyPr wrap="square" lIns="0" tIns="0" rIns="0" bIns="0" rtlCol="0" anchor="t"/>
          <a:lstStyle/>
          <a:p>
            <a:pPr algn="ctr" indent="0" marL="0">
              <a:buNone/>
            </a:pPr>
            <a:r>
              <a:rPr lang="en-US" sz="1300" dirty="0">
                <a:solidFill>
                  <a:srgbClr val="C4C4E4"/>
                </a:solidFill>
                <a:latin typeface="Arial" pitchFamily="34" charset="0"/>
                <a:ea typeface="Arial" pitchFamily="34" charset="-122"/>
                <a:cs typeface="Arial" pitchFamily="34" charset="-120"/>
              </a:rPr>
              <a:t>Du CSV à l'appli</a:t>
            </a:r>
            <a:endParaRPr lang="en-US" sz="1300" dirty="0"/>
          </a:p>
        </p:txBody>
      </p:sp>
      <p:sp>
        <p:nvSpPr>
          <p:cNvPr id="64" name="o63"/>
          <p:cNvSpPr/>
          <p:nvPr/>
        </p:nvSpPr>
        <p:spPr>
          <a:xfrm>
            <a:off x="4309750" y="1691640"/>
            <a:ext cx="1691640" cy="2926080"/>
          </a:xfrm>
          <a:prstGeom prst="roundRect">
            <a:avLst>
              <a:gd name="adj" fmla="val 7568"/>
            </a:avLst>
          </a:prstGeom>
          <a:solidFill>
            <a:srgbClr val="000000"/>
          </a:solidFill>
          <a:ln w="28575">
            <a:solidFill>
              <a:srgbClr val="2121DE"/>
            </a:solidFill>
            <a:prstDash val="solid"/>
          </a:ln>
        </p:spPr>
      </p:sp>
      <p:sp>
        <p:nvSpPr>
          <p:cNvPr id="65" name="o64"/>
          <p:cNvSpPr/>
          <p:nvPr/>
        </p:nvSpPr>
        <p:spPr>
          <a:xfrm>
            <a:off x="4378330" y="1760220"/>
            <a:ext cx="1554480" cy="2788920"/>
          </a:xfrm>
          <a:prstGeom prst="roundRect">
            <a:avLst>
              <a:gd name="adj" fmla="val 3824"/>
            </a:avLst>
          </a:prstGeom>
          <a:ln w="12700">
            <a:solidFill>
              <a:srgbClr val="2121DE"/>
            </a:solidFill>
            <a:prstDash val="solid"/>
          </a:ln>
        </p:spPr>
      </p:sp>
      <p:pic>
        <p:nvPicPr>
          <p:cNvPr id="66" name="o65" descr="LEVEL 3">    </p:cNvPr>
          <p:cNvPicPr>
            <a:picLocks noChangeAspect="1"/>
          </p:cNvPicPr>
          <p:nvPr/>
        </p:nvPicPr>
        <p:blipFill>
          <a:blip r:embed="rId12"/>
          <a:stretch>
            <a:fillRect/>
          </a:stretch>
        </p:blipFill>
        <p:spPr>
          <a:xfrm>
            <a:off x="4707514" y="1965960"/>
            <a:ext cx="896112" cy="128016"/>
          </a:xfrm>
          <a:prstGeom prst="rect">
            <a:avLst/>
          </a:prstGeom>
        </p:spPr>
      </p:pic>
      <p:pic>
        <p:nvPicPr>
          <p:cNvPr id="67" name="o66" descr="orange">    </p:cNvPr>
          <p:cNvPicPr>
            <a:picLocks noChangeAspect="1"/>
          </p:cNvPicPr>
          <p:nvPr/>
        </p:nvPicPr>
        <p:blipFill>
          <a:blip r:embed="rId13"/>
          <a:stretch>
            <a:fillRect/>
          </a:stretch>
        </p:blipFill>
        <p:spPr>
          <a:xfrm>
            <a:off x="4771522" y="2350008"/>
            <a:ext cx="768096" cy="768096"/>
          </a:xfrm>
          <a:prstGeom prst="rect">
            <a:avLst/>
          </a:prstGeom>
        </p:spPr>
      </p:pic>
      <p:pic>
        <p:nvPicPr>
          <p:cNvPr id="68" name="o67" descr="NETTOYAGE">    </p:cNvPr>
          <p:cNvPicPr>
            <a:picLocks noChangeAspect="1"/>
          </p:cNvPicPr>
          <p:nvPr/>
        </p:nvPicPr>
        <p:blipFill>
          <a:blip r:embed="rId14"/>
          <a:stretch>
            <a:fillRect/>
          </a:stretch>
        </p:blipFill>
        <p:spPr>
          <a:xfrm>
            <a:off x="4497202" y="3383280"/>
            <a:ext cx="1316736" cy="146304"/>
          </a:xfrm>
          <a:prstGeom prst="rect">
            <a:avLst/>
          </a:prstGeom>
        </p:spPr>
      </p:pic>
      <p:sp>
        <p:nvSpPr>
          <p:cNvPr id="69" name="o68"/>
          <p:cNvSpPr txBox="1"/>
          <p:nvPr/>
        </p:nvSpPr>
        <p:spPr>
          <a:xfrm>
            <a:off x="4419478" y="3794760"/>
            <a:ext cx="1472184" cy="548640"/>
          </a:xfrm>
          <a:prstGeom prst="rect">
            <a:avLst/>
          </a:prstGeom>
          <a:noFill/>
          <a:ln/>
        </p:spPr>
        <p:txBody>
          <a:bodyPr wrap="square" lIns="0" tIns="0" rIns="0" bIns="0" rtlCol="0" anchor="t"/>
          <a:lstStyle/>
          <a:p>
            <a:pPr algn="ctr" indent="0" marL="0">
              <a:buNone/>
            </a:pPr>
            <a:r>
              <a:rPr lang="en-US" sz="1300" dirty="0">
                <a:solidFill>
                  <a:srgbClr val="C4C4E4"/>
                </a:solidFill>
                <a:latin typeface="Arial" pitchFamily="34" charset="0"/>
                <a:ea typeface="Arial" pitchFamily="34" charset="-122"/>
                <a:cs typeface="Arial" pitchFamily="34" charset="-120"/>
              </a:rPr>
              <a:t>4 fantômes à manger</a:t>
            </a:r>
            <a:endParaRPr lang="en-US" sz="1300" dirty="0"/>
          </a:p>
        </p:txBody>
      </p:sp>
      <p:sp>
        <p:nvSpPr>
          <p:cNvPr id="70" name="o69"/>
          <p:cNvSpPr/>
          <p:nvPr/>
        </p:nvSpPr>
        <p:spPr>
          <a:xfrm>
            <a:off x="6190305" y="1691640"/>
            <a:ext cx="1691640" cy="2926080"/>
          </a:xfrm>
          <a:prstGeom prst="roundRect">
            <a:avLst>
              <a:gd name="adj" fmla="val 7568"/>
            </a:avLst>
          </a:prstGeom>
          <a:solidFill>
            <a:srgbClr val="000000"/>
          </a:solidFill>
          <a:ln w="28575">
            <a:solidFill>
              <a:srgbClr val="2121DE"/>
            </a:solidFill>
            <a:prstDash val="solid"/>
          </a:ln>
        </p:spPr>
      </p:sp>
      <p:sp>
        <p:nvSpPr>
          <p:cNvPr id="71" name="o70"/>
          <p:cNvSpPr/>
          <p:nvPr/>
        </p:nvSpPr>
        <p:spPr>
          <a:xfrm>
            <a:off x="6258885" y="1760220"/>
            <a:ext cx="1554480" cy="2788920"/>
          </a:xfrm>
          <a:prstGeom prst="roundRect">
            <a:avLst>
              <a:gd name="adj" fmla="val 3824"/>
            </a:avLst>
          </a:prstGeom>
          <a:ln w="12700">
            <a:solidFill>
              <a:srgbClr val="2121DE"/>
            </a:solidFill>
            <a:prstDash val="solid"/>
          </a:ln>
        </p:spPr>
      </p:sp>
      <p:pic>
        <p:nvPicPr>
          <p:cNvPr id="72" name="o71" descr="LEVEL 4">    </p:cNvPr>
          <p:cNvPicPr>
            <a:picLocks noChangeAspect="1"/>
          </p:cNvPicPr>
          <p:nvPr/>
        </p:nvPicPr>
        <p:blipFill>
          <a:blip r:embed="rId15"/>
          <a:stretch>
            <a:fillRect/>
          </a:stretch>
        </p:blipFill>
        <p:spPr>
          <a:xfrm>
            <a:off x="6588069" y="1965960"/>
            <a:ext cx="896112" cy="128016"/>
          </a:xfrm>
          <a:prstGeom prst="rect">
            <a:avLst/>
          </a:prstGeom>
        </p:spPr>
      </p:pic>
      <p:pic>
        <p:nvPicPr>
          <p:cNvPr id="73" name="o72" descr="apple">    </p:cNvPr>
          <p:cNvPicPr>
            <a:picLocks noChangeAspect="1"/>
          </p:cNvPicPr>
          <p:nvPr/>
        </p:nvPicPr>
        <p:blipFill>
          <a:blip r:embed="rId16"/>
          <a:stretch>
            <a:fillRect/>
          </a:stretch>
        </p:blipFill>
        <p:spPr>
          <a:xfrm>
            <a:off x="6652077" y="2350008"/>
            <a:ext cx="768096" cy="768096"/>
          </a:xfrm>
          <a:prstGeom prst="rect">
            <a:avLst/>
          </a:prstGeom>
        </p:spPr>
      </p:pic>
      <p:pic>
        <p:nvPicPr>
          <p:cNvPr id="74" name="o73" descr="INSIGHTS">    </p:cNvPr>
          <p:cNvPicPr>
            <a:picLocks noChangeAspect="1"/>
          </p:cNvPicPr>
          <p:nvPr/>
        </p:nvPicPr>
        <p:blipFill>
          <a:blip r:embed="rId17"/>
          <a:stretch>
            <a:fillRect/>
          </a:stretch>
        </p:blipFill>
        <p:spPr>
          <a:xfrm>
            <a:off x="6450909" y="3383280"/>
            <a:ext cx="1170432" cy="146304"/>
          </a:xfrm>
          <a:prstGeom prst="rect">
            <a:avLst/>
          </a:prstGeom>
        </p:spPr>
      </p:pic>
      <p:sp>
        <p:nvSpPr>
          <p:cNvPr id="75" name="o74"/>
          <p:cNvSpPr txBox="1"/>
          <p:nvPr/>
        </p:nvSpPr>
        <p:spPr>
          <a:xfrm>
            <a:off x="6300033" y="3794760"/>
            <a:ext cx="1472184" cy="548640"/>
          </a:xfrm>
          <a:prstGeom prst="rect">
            <a:avLst/>
          </a:prstGeom>
          <a:noFill/>
          <a:ln/>
        </p:spPr>
        <p:txBody>
          <a:bodyPr wrap="square" lIns="0" tIns="0" rIns="0" bIns="0" rtlCol="0" anchor="t"/>
          <a:lstStyle/>
          <a:p>
            <a:pPr algn="ctr" indent="0" marL="0">
              <a:buNone/>
            </a:pPr>
            <a:r>
              <a:rPr lang="en-US" sz="1300" dirty="0">
                <a:solidFill>
                  <a:srgbClr val="C4C4E4"/>
                </a:solidFill>
                <a:latin typeface="Arial" pitchFamily="34" charset="0"/>
                <a:ea typeface="Arial" pitchFamily="34" charset="-122"/>
                <a:cs typeface="Arial" pitchFamily="34" charset="-120"/>
              </a:rPr>
              <a:t>4 découvertes</a:t>
            </a:r>
            <a:endParaRPr lang="en-US" sz="1300" dirty="0"/>
          </a:p>
        </p:txBody>
      </p:sp>
      <p:sp>
        <p:nvSpPr>
          <p:cNvPr id="76" name="o75"/>
          <p:cNvSpPr/>
          <p:nvPr/>
        </p:nvSpPr>
        <p:spPr>
          <a:xfrm>
            <a:off x="8070860" y="1691640"/>
            <a:ext cx="1691640" cy="2926080"/>
          </a:xfrm>
          <a:prstGeom prst="roundRect">
            <a:avLst>
              <a:gd name="adj" fmla="val 7568"/>
            </a:avLst>
          </a:prstGeom>
          <a:solidFill>
            <a:srgbClr val="000000"/>
          </a:solidFill>
          <a:ln w="28575">
            <a:solidFill>
              <a:srgbClr val="2121DE"/>
            </a:solidFill>
            <a:prstDash val="solid"/>
          </a:ln>
        </p:spPr>
      </p:sp>
      <p:sp>
        <p:nvSpPr>
          <p:cNvPr id="77" name="o76"/>
          <p:cNvSpPr/>
          <p:nvPr/>
        </p:nvSpPr>
        <p:spPr>
          <a:xfrm>
            <a:off x="8139440" y="1760220"/>
            <a:ext cx="1554480" cy="2788920"/>
          </a:xfrm>
          <a:prstGeom prst="roundRect">
            <a:avLst>
              <a:gd name="adj" fmla="val 3824"/>
            </a:avLst>
          </a:prstGeom>
          <a:ln w="12700">
            <a:solidFill>
              <a:srgbClr val="2121DE"/>
            </a:solidFill>
            <a:prstDash val="solid"/>
          </a:ln>
        </p:spPr>
      </p:sp>
      <p:pic>
        <p:nvPicPr>
          <p:cNvPr id="78" name="o77" descr="LEVEL 5">    </p:cNvPr>
          <p:cNvPicPr>
            <a:picLocks noChangeAspect="1"/>
          </p:cNvPicPr>
          <p:nvPr/>
        </p:nvPicPr>
        <p:blipFill>
          <a:blip r:embed="rId18"/>
          <a:stretch>
            <a:fillRect/>
          </a:stretch>
        </p:blipFill>
        <p:spPr>
          <a:xfrm>
            <a:off x="8468624" y="1965960"/>
            <a:ext cx="896112" cy="128016"/>
          </a:xfrm>
          <a:prstGeom prst="rect">
            <a:avLst/>
          </a:prstGeom>
        </p:spPr>
      </p:pic>
      <p:pic>
        <p:nvPicPr>
          <p:cNvPr id="79" name="o78" descr="melon">    </p:cNvPr>
          <p:cNvPicPr>
            <a:picLocks noChangeAspect="1"/>
          </p:cNvPicPr>
          <p:nvPr/>
        </p:nvPicPr>
        <p:blipFill>
          <a:blip r:embed="rId19"/>
          <a:stretch>
            <a:fillRect/>
          </a:stretch>
        </p:blipFill>
        <p:spPr>
          <a:xfrm>
            <a:off x="8532632" y="2350008"/>
            <a:ext cx="768096" cy="768096"/>
          </a:xfrm>
          <a:prstGeom prst="rect">
            <a:avLst/>
          </a:prstGeom>
        </p:spPr>
      </p:pic>
      <p:pic>
        <p:nvPicPr>
          <p:cNvPr id="80" name="o79" descr="BOSS">    </p:cNvPr>
          <p:cNvPicPr>
            <a:picLocks noChangeAspect="1"/>
          </p:cNvPicPr>
          <p:nvPr/>
        </p:nvPicPr>
        <p:blipFill>
          <a:blip r:embed="rId20"/>
          <a:stretch>
            <a:fillRect/>
          </a:stretch>
        </p:blipFill>
        <p:spPr>
          <a:xfrm>
            <a:off x="8624072" y="3383280"/>
            <a:ext cx="585216" cy="146304"/>
          </a:xfrm>
          <a:prstGeom prst="rect">
            <a:avLst/>
          </a:prstGeom>
        </p:spPr>
      </p:pic>
      <p:sp>
        <p:nvSpPr>
          <p:cNvPr id="81" name="o80"/>
          <p:cNvSpPr txBox="1"/>
          <p:nvPr/>
        </p:nvSpPr>
        <p:spPr>
          <a:xfrm>
            <a:off x="8180588" y="3794760"/>
            <a:ext cx="1472184" cy="548640"/>
          </a:xfrm>
          <a:prstGeom prst="rect">
            <a:avLst/>
          </a:prstGeom>
          <a:noFill/>
          <a:ln/>
        </p:spPr>
        <p:txBody>
          <a:bodyPr wrap="square" lIns="0" tIns="0" rIns="0" bIns="0" rtlCol="0" anchor="t"/>
          <a:lstStyle/>
          <a:p>
            <a:pPr algn="ctr" indent="0" marL="0">
              <a:buNone/>
            </a:pPr>
            <a:r>
              <a:rPr lang="en-US" sz="1300" dirty="0">
                <a:solidFill>
                  <a:srgbClr val="C4C4E4"/>
                </a:solidFill>
                <a:latin typeface="Arial" pitchFamily="34" charset="0"/>
                <a:ea typeface="Arial" pitchFamily="34" charset="-122"/>
                <a:cs typeface="Arial" pitchFamily="34" charset="-120"/>
              </a:rPr>
              <a:t>Market Power Index</a:t>
            </a:r>
            <a:endParaRPr lang="en-US" sz="1300" dirty="0"/>
          </a:p>
        </p:txBody>
      </p:sp>
      <p:sp>
        <p:nvSpPr>
          <p:cNvPr id="82" name="o81"/>
          <p:cNvSpPr/>
          <p:nvPr/>
        </p:nvSpPr>
        <p:spPr>
          <a:xfrm>
            <a:off x="9951415" y="1691640"/>
            <a:ext cx="1691640" cy="2926080"/>
          </a:xfrm>
          <a:prstGeom prst="roundRect">
            <a:avLst>
              <a:gd name="adj" fmla="val 7568"/>
            </a:avLst>
          </a:prstGeom>
          <a:solidFill>
            <a:srgbClr val="000000"/>
          </a:solidFill>
          <a:ln w="28575">
            <a:solidFill>
              <a:srgbClr val="2121DE"/>
            </a:solidFill>
            <a:prstDash val="solid"/>
          </a:ln>
        </p:spPr>
      </p:sp>
      <p:sp>
        <p:nvSpPr>
          <p:cNvPr id="83" name="o82"/>
          <p:cNvSpPr/>
          <p:nvPr/>
        </p:nvSpPr>
        <p:spPr>
          <a:xfrm>
            <a:off x="10019995" y="1760220"/>
            <a:ext cx="1554480" cy="2788920"/>
          </a:xfrm>
          <a:prstGeom prst="roundRect">
            <a:avLst>
              <a:gd name="adj" fmla="val 3824"/>
            </a:avLst>
          </a:prstGeom>
          <a:ln w="12700">
            <a:solidFill>
              <a:srgbClr val="2121DE"/>
            </a:solidFill>
            <a:prstDash val="solid"/>
          </a:ln>
        </p:spPr>
      </p:sp>
      <p:pic>
        <p:nvPicPr>
          <p:cNvPr id="84" name="o83" descr="LEVEL 6">    </p:cNvPr>
          <p:cNvPicPr>
            <a:picLocks noChangeAspect="1"/>
          </p:cNvPicPr>
          <p:nvPr/>
        </p:nvPicPr>
        <p:blipFill>
          <a:blip r:embed="rId21"/>
          <a:stretch>
            <a:fillRect/>
          </a:stretch>
        </p:blipFill>
        <p:spPr>
          <a:xfrm>
            <a:off x="10349179" y="1965960"/>
            <a:ext cx="896112" cy="128016"/>
          </a:xfrm>
          <a:prstGeom prst="rect">
            <a:avLst/>
          </a:prstGeom>
        </p:spPr>
      </p:pic>
      <p:pic>
        <p:nvPicPr>
          <p:cNvPr id="85" name="o84" descr="bell">    </p:cNvPr>
          <p:cNvPicPr>
            <a:picLocks noChangeAspect="1"/>
          </p:cNvPicPr>
          <p:nvPr/>
        </p:nvPicPr>
        <p:blipFill>
          <a:blip r:embed="rId22"/>
          <a:stretch>
            <a:fillRect/>
          </a:stretch>
        </p:blipFill>
        <p:spPr>
          <a:xfrm>
            <a:off x="10413187" y="2350008"/>
            <a:ext cx="768096" cy="768096"/>
          </a:xfrm>
          <a:prstGeom prst="rect">
            <a:avLst/>
          </a:prstGeom>
        </p:spPr>
      </p:pic>
      <p:pic>
        <p:nvPicPr>
          <p:cNvPr id="86" name="o85" descr="LIVE DEMO">    </p:cNvPr>
          <p:cNvPicPr>
            <a:picLocks noChangeAspect="1"/>
          </p:cNvPicPr>
          <p:nvPr/>
        </p:nvPicPr>
        <p:blipFill>
          <a:blip r:embed="rId23"/>
          <a:stretch>
            <a:fillRect/>
          </a:stretch>
        </p:blipFill>
        <p:spPr>
          <a:xfrm>
            <a:off x="10138867" y="3383280"/>
            <a:ext cx="1316736" cy="146304"/>
          </a:xfrm>
          <a:prstGeom prst="rect">
            <a:avLst/>
          </a:prstGeom>
        </p:spPr>
      </p:pic>
      <p:sp>
        <p:nvSpPr>
          <p:cNvPr id="87" name="o86"/>
          <p:cNvSpPr txBox="1"/>
          <p:nvPr/>
        </p:nvSpPr>
        <p:spPr>
          <a:xfrm>
            <a:off x="10061143" y="3794760"/>
            <a:ext cx="1472184" cy="548640"/>
          </a:xfrm>
          <a:prstGeom prst="rect">
            <a:avLst/>
          </a:prstGeom>
          <a:noFill/>
          <a:ln/>
        </p:spPr>
        <p:txBody>
          <a:bodyPr wrap="square" lIns="0" tIns="0" rIns="0" bIns="0" rtlCol="0" anchor="t"/>
          <a:lstStyle/>
          <a:p>
            <a:pPr algn="ctr" indent="0" marL="0">
              <a:buNone/>
            </a:pPr>
            <a:r>
              <a:rPr lang="en-US" sz="1300" dirty="0">
                <a:solidFill>
                  <a:srgbClr val="C4C4E4"/>
                </a:solidFill>
                <a:latin typeface="Arial" pitchFamily="34" charset="0"/>
                <a:ea typeface="Arial" pitchFamily="34" charset="-122"/>
                <a:cs typeface="Arial" pitchFamily="34" charset="-120"/>
              </a:rPr>
              <a:t>L'appli en direct</a:t>
            </a:r>
            <a:endParaRPr lang="en-US" sz="1300" dirty="0"/>
          </a:p>
        </p:txBody>
      </p:sp>
      <p:sp>
        <p:nvSpPr>
          <p:cNvPr id="88" name="o87"/>
          <p:cNvSpPr/>
          <p:nvPr/>
        </p:nvSpPr>
        <p:spPr>
          <a:xfrm>
            <a:off x="548640" y="4983480"/>
            <a:ext cx="11094415" cy="777240"/>
          </a:xfrm>
          <a:prstGeom prst="roundRect">
            <a:avLst>
              <a:gd name="adj" fmla="val 11765"/>
            </a:avLst>
          </a:prstGeom>
          <a:solidFill>
            <a:srgbClr val="000000"/>
          </a:solidFill>
          <a:ln w="28575">
            <a:solidFill>
              <a:srgbClr val="FFB8FF"/>
            </a:solidFill>
            <a:prstDash val="solid"/>
          </a:ln>
        </p:spPr>
      </p:sp>
      <p:sp>
        <p:nvSpPr>
          <p:cNvPr id="89" name="o88"/>
          <p:cNvSpPr/>
          <p:nvPr/>
        </p:nvSpPr>
        <p:spPr>
          <a:xfrm>
            <a:off x="617220" y="5052060"/>
            <a:ext cx="10957255" cy="640080"/>
          </a:xfrm>
          <a:prstGeom prst="roundRect">
            <a:avLst>
              <a:gd name="adj" fmla="val 3571"/>
            </a:avLst>
          </a:prstGeom>
          <a:ln w="12700">
            <a:solidFill>
              <a:srgbClr val="FFB8FF"/>
            </a:solidFill>
            <a:prstDash val="solid"/>
          </a:ln>
        </p:spPr>
      </p:sp>
      <p:pic>
        <p:nvPicPr>
          <p:cNvPr id="90" name="o89" descr="clé">    </p:cNvPr>
          <p:cNvPicPr>
            <a:picLocks noChangeAspect="1"/>
          </p:cNvPicPr>
          <p:nvPr/>
        </p:nvPicPr>
        <p:blipFill>
          <a:blip r:embed="rId24"/>
          <a:stretch>
            <a:fillRect/>
          </a:stretch>
        </p:blipFill>
        <p:spPr>
          <a:xfrm>
            <a:off x="822960" y="5120640"/>
            <a:ext cx="502920" cy="502920"/>
          </a:xfrm>
          <a:prstGeom prst="rect">
            <a:avLst/>
          </a:prstGeom>
        </p:spPr>
      </p:pic>
      <p:pic>
        <p:nvPicPr>
          <p:cNvPr id="91" name="o90" descr="BONUS">    </p:cNvPr>
          <p:cNvPicPr>
            <a:picLocks noChangeAspect="1"/>
          </p:cNvPicPr>
          <p:nvPr/>
        </p:nvPicPr>
        <p:blipFill>
          <a:blip r:embed="rId25"/>
          <a:stretch>
            <a:fillRect/>
          </a:stretch>
        </p:blipFill>
        <p:spPr>
          <a:xfrm>
            <a:off x="1554480" y="5276088"/>
            <a:ext cx="731520" cy="146304"/>
          </a:xfrm>
          <a:prstGeom prst="rect">
            <a:avLst/>
          </a:prstGeom>
        </p:spPr>
      </p:pic>
      <p:sp>
        <p:nvSpPr>
          <p:cNvPr id="92" name="o91"/>
          <p:cNvSpPr txBox="1"/>
          <p:nvPr/>
        </p:nvSpPr>
        <p:spPr>
          <a:xfrm>
            <a:off x="2560320" y="4983480"/>
            <a:ext cx="8686800" cy="777240"/>
          </a:xfrm>
          <a:prstGeom prst="rect">
            <a:avLst/>
          </a:prstGeom>
          <a:noFill/>
          <a:ln/>
        </p:spPr>
        <p:txBody>
          <a:bodyPr wrap="square" lIns="0" tIns="0" rIns="0" bIns="0" rtlCol="0" anchor="ctr"/>
          <a:lstStyle/>
          <a:p>
            <a:pPr indent="0" marL="0">
              <a:buNone/>
            </a:pPr>
            <a:r>
              <a:rPr lang="en-US" sz="1600" dirty="0">
                <a:solidFill>
                  <a:srgbClr val="C4C4E4"/>
                </a:solidFill>
                <a:latin typeface="Arial" pitchFamily="34" charset="0"/>
                <a:ea typeface="Arial" pitchFamily="34" charset="-122"/>
                <a:cs typeface="Arial" pitchFamily="34" charset="-120"/>
              </a:rPr>
              <a:t>Niveau suivant : la BDD 2, présentée par le reste de l'équipe</a:t>
            </a:r>
            <a:endParaRPr lang="en-US" sz="16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7" fill="hold">
                            <p:stCondLst>
                              <p:cond delay="0"/>
                            </p:stCondLst>
                            <p:childTnLst>
                              <p:par>
                                <p:cTn id="4" presetID="1" presetClass="exit" presetSubtype="0" fill="hold" nodeType="withEffect">
                                  <p:stCondLst>
                                    <p:cond delay="155"/>
                                  </p:stCondLst>
                                  <p:childTnLst>
                                    <p:set>
                                      <p:cBhvr>
                                        <p:cTn id="5" dur="1" fill="hold">
                                          <p:stCondLst>
                                            <p:cond delay="0"/>
                                          </p:stCondLst>
                                        </p:cTn>
                                        <p:tgtEl>
                                          <p:spTgt spid="4"/>
                                        </p:tgtEl>
                                        <p:attrNameLst>
                                          <p:attrName>style.visibility</p:attrName>
                                        </p:attrNameLst>
                                      </p:cBhvr>
                                      <p:to>
                                        <p:strVal val="hidden"/>
                                      </p:to>
                                    </p:set>
                                  </p:childTnLst>
                                </p:cTn>
                              </p:par>
                              <p:par>
                                <p:cTn id="6" presetID="1" presetClass="exit" presetSubtype="0" fill="hold" nodeType="withEffect">
                                  <p:stCondLst>
                                    <p:cond delay="452"/>
                                  </p:stCondLst>
                                  <p:childTnLst>
                                    <p:set>
                                      <p:cBhvr>
                                        <p:cTn id="7" dur="1" fill="hold">
                                          <p:stCondLst>
                                            <p:cond delay="0"/>
                                          </p:stCondLst>
                                        </p:cTn>
                                        <p:tgtEl>
                                          <p:spTgt spid="5"/>
                                        </p:tgtEl>
                                        <p:attrNameLst>
                                          <p:attrName>style.visibility</p:attrName>
                                        </p:attrNameLst>
                                      </p:cBhvr>
                                      <p:to>
                                        <p:strVal val="hidden"/>
                                      </p:to>
                                    </p:set>
                                  </p:childTnLst>
                                </p:cTn>
                              </p:par>
                              <p:par>
                                <p:cTn id="8" presetID="1" presetClass="exit" presetSubtype="0" fill="hold" nodeType="withEffect">
                                  <p:stCondLst>
                                    <p:cond delay="749"/>
                                  </p:stCondLst>
                                  <p:childTnLst>
                                    <p:set>
                                      <p:cBhvr>
                                        <p:cTn id="9" dur="1" fill="hold">
                                          <p:stCondLst>
                                            <p:cond delay="0"/>
                                          </p:stCondLst>
                                        </p:cTn>
                                        <p:tgtEl>
                                          <p:spTgt spid="6"/>
                                        </p:tgtEl>
                                        <p:attrNameLst>
                                          <p:attrName>style.visibility</p:attrName>
                                        </p:attrNameLst>
                                      </p:cBhvr>
                                      <p:to>
                                        <p:strVal val="hidden"/>
                                      </p:to>
                                    </p:set>
                                  </p:childTnLst>
                                </p:cTn>
                              </p:par>
                              <p:par>
                                <p:cTn id="10" presetID="0" presetClass="path" presetSubtype="0" fill="hold" nodeType="withEffect">
                                  <p:stCondLst>
                                    <p:cond delay="0"/>
                                  </p:stCondLst>
                                  <p:childTnLst>
                                    <p:animMotion origin="layout" path="M 0 0 L 0.05675 0 E" pathEditMode="relative" ptsTypes="">
                                      <p:cBhvr>
                                        <p:cTn id="11" dur="900" fill="hold"/>
                                        <p:tgtEl>
                                          <p:spTgt spid="50"/>
                                        </p:tgtEl>
                                        <p:attrNameLst>
                                          <p:attrName>ppt_x</p:attrName>
                                          <p:attrName>ppt_y</p:attrName>
                                        </p:attrNameLst>
                                      </p:cBhvr>
                                    </p:animMotion>
                                  </p:childTnLst>
                                </p:cTn>
                              </p:par>
                              <p:par>
                                <p:cTn id="12" presetID="0" presetClass="path" presetSubtype="0" fill="hold" nodeType="withEffect">
                                  <p:stCondLst>
                                    <p:cond delay="0"/>
                                  </p:stCondLst>
                                  <p:childTnLst>
                                    <p:animMotion origin="layout" path="M 0 0 L 0.05675 0 E" pathEditMode="relative" ptsTypes="">
                                      <p:cBhvr>
                                        <p:cTn id="13" dur="900" fill="hold"/>
                                        <p:tgtEl>
                                          <p:spTgt spid="51"/>
                                        </p:tgtEl>
                                        <p:attrNameLst>
                                          <p:attrName>ppt_x</p:attrName>
                                          <p:attrName>ppt_y</p:attrName>
                                        </p:attrNameLst>
                                      </p:cBhvr>
                                    </p:animMotion>
                                  </p:childTnLst>
                                </p:cTn>
                              </p:par>
                              <p:par>
                                <p:cTn id="14" presetID="10" presetClass="entr" presetSubtype="0" fill="hold" nodeType="withEffect">
                                  <p:stCondLst>
                                    <p:cond delay="150"/>
                                  </p:stCondLst>
                                  <p:childTnLst>
                                    <p:set>
                                      <p:cBhvr>
                                        <p:cTn id="15" dur="1" fill="hold">
                                          <p:stCondLst>
                                            <p:cond delay="0"/>
                                          </p:stCondLst>
                                        </p:cTn>
                                        <p:tgtEl>
                                          <p:spTgt spid="52"/>
                                        </p:tgtEl>
                                        <p:attrNameLst>
                                          <p:attrName>style.visibility</p:attrName>
                                        </p:attrNameLst>
                                      </p:cBhvr>
                                      <p:to>
                                        <p:strVal val="visible"/>
                                      </p:to>
                                    </p:set>
                                    <p:animEffect transition="in" filter="fade">
                                      <p:cBhvr>
                                        <p:cTn id="16" dur="400"/>
                                        <p:tgtEl>
                                          <p:spTgt spid="52"/>
                                        </p:tgtEl>
                                      </p:cBhvr>
                                    </p:animEffect>
                                  </p:childTnLst>
                                </p:cTn>
                              </p:par>
                              <p:par>
                                <p:cTn id="17" presetID="10" presetClass="entr" presetSubtype="0" fill="hold" nodeType="withEffect">
                                  <p:stCondLst>
                                    <p:cond delay="150"/>
                                  </p:stCondLst>
                                  <p:childTnLst>
                                    <p:set>
                                      <p:cBhvr>
                                        <p:cTn id="18" dur="1" fill="hold">
                                          <p:stCondLst>
                                            <p:cond delay="0"/>
                                          </p:stCondLst>
                                        </p:cTn>
                                        <p:tgtEl>
                                          <p:spTgt spid="53"/>
                                        </p:tgtEl>
                                        <p:attrNameLst>
                                          <p:attrName>style.visibility</p:attrName>
                                        </p:attrNameLst>
                                      </p:cBhvr>
                                      <p:to>
                                        <p:strVal val="visible"/>
                                      </p:to>
                                    </p:set>
                                    <p:animEffect transition="in" filter="fade">
                                      <p:cBhvr>
                                        <p:cTn id="19" dur="400"/>
                                        <p:tgtEl>
                                          <p:spTgt spid="53"/>
                                        </p:tgtEl>
                                      </p:cBhvr>
                                    </p:animEffect>
                                  </p:childTnLst>
                                </p:cTn>
                              </p:par>
                              <p:par>
                                <p:cTn id="20" presetID="10" presetClass="entr" presetSubtype="0" fill="hold" nodeType="withEffect">
                                  <p:stCondLst>
                                    <p:cond delay="150"/>
                                  </p:stCondLst>
                                  <p:childTnLst>
                                    <p:set>
                                      <p:cBhvr>
                                        <p:cTn id="21" dur="1" fill="hold">
                                          <p:stCondLst>
                                            <p:cond delay="0"/>
                                          </p:stCondLst>
                                        </p:cTn>
                                        <p:tgtEl>
                                          <p:spTgt spid="54"/>
                                        </p:tgtEl>
                                        <p:attrNameLst>
                                          <p:attrName>style.visibility</p:attrName>
                                        </p:attrNameLst>
                                      </p:cBhvr>
                                      <p:to>
                                        <p:strVal val="visible"/>
                                      </p:to>
                                    </p:set>
                                    <p:animEffect transition="in" filter="fade">
                                      <p:cBhvr>
                                        <p:cTn id="22" dur="400"/>
                                        <p:tgtEl>
                                          <p:spTgt spid="54"/>
                                        </p:tgtEl>
                                      </p:cBhvr>
                                    </p:animEffect>
                                  </p:childTnLst>
                                </p:cTn>
                              </p:par>
                              <p:par>
                                <p:cTn id="23" presetID="10" presetClass="entr" presetSubtype="0" fill="hold" nodeType="withEffect">
                                  <p:stCondLst>
                                    <p:cond delay="150"/>
                                  </p:stCondLst>
                                  <p:childTnLst>
                                    <p:set>
                                      <p:cBhvr>
                                        <p:cTn id="24" dur="1" fill="hold">
                                          <p:stCondLst>
                                            <p:cond delay="0"/>
                                          </p:stCondLst>
                                        </p:cTn>
                                        <p:tgtEl>
                                          <p:spTgt spid="55"/>
                                        </p:tgtEl>
                                        <p:attrNameLst>
                                          <p:attrName>style.visibility</p:attrName>
                                        </p:attrNameLst>
                                      </p:cBhvr>
                                      <p:to>
                                        <p:strVal val="visible"/>
                                      </p:to>
                                    </p:set>
                                    <p:animEffect transition="in" filter="fade">
                                      <p:cBhvr>
                                        <p:cTn id="25" dur="400"/>
                                        <p:tgtEl>
                                          <p:spTgt spid="55"/>
                                        </p:tgtEl>
                                      </p:cBhvr>
                                    </p:animEffect>
                                  </p:childTnLst>
                                </p:cTn>
                              </p:par>
                              <p:par>
                                <p:cTn id="26" presetID="10" presetClass="entr" presetSubtype="0" fill="hold" nodeType="withEffect">
                                  <p:stCondLst>
                                    <p:cond delay="150"/>
                                  </p:stCondLst>
                                  <p:childTnLst>
                                    <p:set>
                                      <p:cBhvr>
                                        <p:cTn id="27" dur="1" fill="hold">
                                          <p:stCondLst>
                                            <p:cond delay="0"/>
                                          </p:stCondLst>
                                        </p:cTn>
                                        <p:tgtEl>
                                          <p:spTgt spid="56"/>
                                        </p:tgtEl>
                                        <p:attrNameLst>
                                          <p:attrName>style.visibility</p:attrName>
                                        </p:attrNameLst>
                                      </p:cBhvr>
                                      <p:to>
                                        <p:strVal val="visible"/>
                                      </p:to>
                                    </p:set>
                                    <p:animEffect transition="in" filter="fade">
                                      <p:cBhvr>
                                        <p:cTn id="28" dur="400"/>
                                        <p:tgtEl>
                                          <p:spTgt spid="56"/>
                                        </p:tgtEl>
                                      </p:cBhvr>
                                    </p:animEffect>
                                  </p:childTnLst>
                                </p:cTn>
                              </p:par>
                              <p:par>
                                <p:cTn id="29" presetID="10" presetClass="entr" presetSubtype="0" fill="hold" nodeType="withEffect">
                                  <p:stCondLst>
                                    <p:cond delay="150"/>
                                  </p:stCondLst>
                                  <p:childTnLst>
                                    <p:set>
                                      <p:cBhvr>
                                        <p:cTn id="30" dur="1" fill="hold">
                                          <p:stCondLst>
                                            <p:cond delay="0"/>
                                          </p:stCondLst>
                                        </p:cTn>
                                        <p:tgtEl>
                                          <p:spTgt spid="57"/>
                                        </p:tgtEl>
                                        <p:attrNameLst>
                                          <p:attrName>style.visibility</p:attrName>
                                        </p:attrNameLst>
                                      </p:cBhvr>
                                      <p:to>
                                        <p:strVal val="visible"/>
                                      </p:to>
                                    </p:set>
                                    <p:animEffect transition="in" filter="fade">
                                      <p:cBhvr>
                                        <p:cTn id="31" dur="400"/>
                                        <p:tgtEl>
                                          <p:spTgt spid="57"/>
                                        </p:tgtEl>
                                      </p:cBhvr>
                                    </p:animEffect>
                                  </p:childTnLst>
                                </p:cTn>
                              </p:par>
                              <p:par>
                                <p:cTn id="32" presetID="10" presetClass="entr" presetSubtype="0" fill="hold" nodeType="withEffect">
                                  <p:stCondLst>
                                    <p:cond delay="330"/>
                                  </p:stCondLst>
                                  <p:childTnLst>
                                    <p:set>
                                      <p:cBhvr>
                                        <p:cTn id="33" dur="1" fill="hold">
                                          <p:stCondLst>
                                            <p:cond delay="0"/>
                                          </p:stCondLst>
                                        </p:cTn>
                                        <p:tgtEl>
                                          <p:spTgt spid="58"/>
                                        </p:tgtEl>
                                        <p:attrNameLst>
                                          <p:attrName>style.visibility</p:attrName>
                                        </p:attrNameLst>
                                      </p:cBhvr>
                                      <p:to>
                                        <p:strVal val="visible"/>
                                      </p:to>
                                    </p:set>
                                    <p:animEffect transition="in" filter="fade">
                                      <p:cBhvr>
                                        <p:cTn id="34" dur="400"/>
                                        <p:tgtEl>
                                          <p:spTgt spid="58"/>
                                        </p:tgtEl>
                                      </p:cBhvr>
                                    </p:animEffect>
                                  </p:childTnLst>
                                </p:cTn>
                              </p:par>
                              <p:par>
                                <p:cTn id="35" presetID="10" presetClass="entr" presetSubtype="0" fill="hold" nodeType="withEffect">
                                  <p:stCondLst>
                                    <p:cond delay="330"/>
                                  </p:stCondLst>
                                  <p:childTnLst>
                                    <p:set>
                                      <p:cBhvr>
                                        <p:cTn id="36" dur="1" fill="hold">
                                          <p:stCondLst>
                                            <p:cond delay="0"/>
                                          </p:stCondLst>
                                        </p:cTn>
                                        <p:tgtEl>
                                          <p:spTgt spid="59"/>
                                        </p:tgtEl>
                                        <p:attrNameLst>
                                          <p:attrName>style.visibility</p:attrName>
                                        </p:attrNameLst>
                                      </p:cBhvr>
                                      <p:to>
                                        <p:strVal val="visible"/>
                                      </p:to>
                                    </p:set>
                                    <p:animEffect transition="in" filter="fade">
                                      <p:cBhvr>
                                        <p:cTn id="37" dur="400"/>
                                        <p:tgtEl>
                                          <p:spTgt spid="59"/>
                                        </p:tgtEl>
                                      </p:cBhvr>
                                    </p:animEffect>
                                  </p:childTnLst>
                                </p:cTn>
                              </p:par>
                              <p:par>
                                <p:cTn id="38" presetID="10" presetClass="entr" presetSubtype="0" fill="hold" nodeType="withEffect">
                                  <p:stCondLst>
                                    <p:cond delay="330"/>
                                  </p:stCondLst>
                                  <p:childTnLst>
                                    <p:set>
                                      <p:cBhvr>
                                        <p:cTn id="39" dur="1" fill="hold">
                                          <p:stCondLst>
                                            <p:cond delay="0"/>
                                          </p:stCondLst>
                                        </p:cTn>
                                        <p:tgtEl>
                                          <p:spTgt spid="60"/>
                                        </p:tgtEl>
                                        <p:attrNameLst>
                                          <p:attrName>style.visibility</p:attrName>
                                        </p:attrNameLst>
                                      </p:cBhvr>
                                      <p:to>
                                        <p:strVal val="visible"/>
                                      </p:to>
                                    </p:set>
                                    <p:animEffect transition="in" filter="fade">
                                      <p:cBhvr>
                                        <p:cTn id="40" dur="400"/>
                                        <p:tgtEl>
                                          <p:spTgt spid="60"/>
                                        </p:tgtEl>
                                      </p:cBhvr>
                                    </p:animEffect>
                                  </p:childTnLst>
                                </p:cTn>
                              </p:par>
                              <p:par>
                                <p:cTn id="41" presetID="10" presetClass="entr" presetSubtype="0" fill="hold" nodeType="withEffect">
                                  <p:stCondLst>
                                    <p:cond delay="330"/>
                                  </p:stCondLst>
                                  <p:childTnLst>
                                    <p:set>
                                      <p:cBhvr>
                                        <p:cTn id="42" dur="1" fill="hold">
                                          <p:stCondLst>
                                            <p:cond delay="0"/>
                                          </p:stCondLst>
                                        </p:cTn>
                                        <p:tgtEl>
                                          <p:spTgt spid="61"/>
                                        </p:tgtEl>
                                        <p:attrNameLst>
                                          <p:attrName>style.visibility</p:attrName>
                                        </p:attrNameLst>
                                      </p:cBhvr>
                                      <p:to>
                                        <p:strVal val="visible"/>
                                      </p:to>
                                    </p:set>
                                    <p:animEffect transition="in" filter="fade">
                                      <p:cBhvr>
                                        <p:cTn id="43" dur="400"/>
                                        <p:tgtEl>
                                          <p:spTgt spid="61"/>
                                        </p:tgtEl>
                                      </p:cBhvr>
                                    </p:animEffect>
                                  </p:childTnLst>
                                </p:cTn>
                              </p:par>
                              <p:par>
                                <p:cTn id="44" presetID="10" presetClass="entr" presetSubtype="0" fill="hold" nodeType="withEffect">
                                  <p:stCondLst>
                                    <p:cond delay="330"/>
                                  </p:stCondLst>
                                  <p:childTnLst>
                                    <p:set>
                                      <p:cBhvr>
                                        <p:cTn id="45" dur="1" fill="hold">
                                          <p:stCondLst>
                                            <p:cond delay="0"/>
                                          </p:stCondLst>
                                        </p:cTn>
                                        <p:tgtEl>
                                          <p:spTgt spid="62"/>
                                        </p:tgtEl>
                                        <p:attrNameLst>
                                          <p:attrName>style.visibility</p:attrName>
                                        </p:attrNameLst>
                                      </p:cBhvr>
                                      <p:to>
                                        <p:strVal val="visible"/>
                                      </p:to>
                                    </p:set>
                                    <p:animEffect transition="in" filter="fade">
                                      <p:cBhvr>
                                        <p:cTn id="46" dur="400"/>
                                        <p:tgtEl>
                                          <p:spTgt spid="62"/>
                                        </p:tgtEl>
                                      </p:cBhvr>
                                    </p:animEffect>
                                  </p:childTnLst>
                                </p:cTn>
                              </p:par>
                              <p:par>
                                <p:cTn id="47" presetID="10" presetClass="entr" presetSubtype="0" fill="hold" nodeType="withEffect">
                                  <p:stCondLst>
                                    <p:cond delay="330"/>
                                  </p:stCondLst>
                                  <p:childTnLst>
                                    <p:set>
                                      <p:cBhvr>
                                        <p:cTn id="48" dur="1" fill="hold">
                                          <p:stCondLst>
                                            <p:cond delay="0"/>
                                          </p:stCondLst>
                                        </p:cTn>
                                        <p:tgtEl>
                                          <p:spTgt spid="63"/>
                                        </p:tgtEl>
                                        <p:attrNameLst>
                                          <p:attrName>style.visibility</p:attrName>
                                        </p:attrNameLst>
                                      </p:cBhvr>
                                      <p:to>
                                        <p:strVal val="visible"/>
                                      </p:to>
                                    </p:set>
                                    <p:animEffect transition="in" filter="fade">
                                      <p:cBhvr>
                                        <p:cTn id="49" dur="400"/>
                                        <p:tgtEl>
                                          <p:spTgt spid="63"/>
                                        </p:tgtEl>
                                      </p:cBhvr>
                                    </p:animEffect>
                                  </p:childTnLst>
                                </p:cTn>
                              </p:par>
                              <p:par>
                                <p:cTn id="50" presetID="10" presetClass="entr" presetSubtype="0" fill="hold" nodeType="withEffect">
                                  <p:stCondLst>
                                    <p:cond delay="510"/>
                                  </p:stCondLst>
                                  <p:childTnLst>
                                    <p:set>
                                      <p:cBhvr>
                                        <p:cTn id="51" dur="1" fill="hold">
                                          <p:stCondLst>
                                            <p:cond delay="0"/>
                                          </p:stCondLst>
                                        </p:cTn>
                                        <p:tgtEl>
                                          <p:spTgt spid="64"/>
                                        </p:tgtEl>
                                        <p:attrNameLst>
                                          <p:attrName>style.visibility</p:attrName>
                                        </p:attrNameLst>
                                      </p:cBhvr>
                                      <p:to>
                                        <p:strVal val="visible"/>
                                      </p:to>
                                    </p:set>
                                    <p:animEffect transition="in" filter="fade">
                                      <p:cBhvr>
                                        <p:cTn id="52" dur="400"/>
                                        <p:tgtEl>
                                          <p:spTgt spid="64"/>
                                        </p:tgtEl>
                                      </p:cBhvr>
                                    </p:animEffect>
                                  </p:childTnLst>
                                </p:cTn>
                              </p:par>
                              <p:par>
                                <p:cTn id="53" presetID="10" presetClass="entr" presetSubtype="0" fill="hold" nodeType="withEffect">
                                  <p:stCondLst>
                                    <p:cond delay="510"/>
                                  </p:stCondLst>
                                  <p:childTnLst>
                                    <p:set>
                                      <p:cBhvr>
                                        <p:cTn id="54" dur="1" fill="hold">
                                          <p:stCondLst>
                                            <p:cond delay="0"/>
                                          </p:stCondLst>
                                        </p:cTn>
                                        <p:tgtEl>
                                          <p:spTgt spid="65"/>
                                        </p:tgtEl>
                                        <p:attrNameLst>
                                          <p:attrName>style.visibility</p:attrName>
                                        </p:attrNameLst>
                                      </p:cBhvr>
                                      <p:to>
                                        <p:strVal val="visible"/>
                                      </p:to>
                                    </p:set>
                                    <p:animEffect transition="in" filter="fade">
                                      <p:cBhvr>
                                        <p:cTn id="55" dur="400"/>
                                        <p:tgtEl>
                                          <p:spTgt spid="65"/>
                                        </p:tgtEl>
                                      </p:cBhvr>
                                    </p:animEffect>
                                  </p:childTnLst>
                                </p:cTn>
                              </p:par>
                              <p:par>
                                <p:cTn id="56" presetID="10" presetClass="entr" presetSubtype="0" fill="hold" nodeType="withEffect">
                                  <p:stCondLst>
                                    <p:cond delay="510"/>
                                  </p:stCondLst>
                                  <p:childTnLst>
                                    <p:set>
                                      <p:cBhvr>
                                        <p:cTn id="57" dur="1" fill="hold">
                                          <p:stCondLst>
                                            <p:cond delay="0"/>
                                          </p:stCondLst>
                                        </p:cTn>
                                        <p:tgtEl>
                                          <p:spTgt spid="66"/>
                                        </p:tgtEl>
                                        <p:attrNameLst>
                                          <p:attrName>style.visibility</p:attrName>
                                        </p:attrNameLst>
                                      </p:cBhvr>
                                      <p:to>
                                        <p:strVal val="visible"/>
                                      </p:to>
                                    </p:set>
                                    <p:animEffect transition="in" filter="fade">
                                      <p:cBhvr>
                                        <p:cTn id="58" dur="400"/>
                                        <p:tgtEl>
                                          <p:spTgt spid="66"/>
                                        </p:tgtEl>
                                      </p:cBhvr>
                                    </p:animEffect>
                                  </p:childTnLst>
                                </p:cTn>
                              </p:par>
                              <p:par>
                                <p:cTn id="59" presetID="10" presetClass="entr" presetSubtype="0" fill="hold" nodeType="withEffect">
                                  <p:stCondLst>
                                    <p:cond delay="510"/>
                                  </p:stCondLst>
                                  <p:childTnLst>
                                    <p:set>
                                      <p:cBhvr>
                                        <p:cTn id="60" dur="1" fill="hold">
                                          <p:stCondLst>
                                            <p:cond delay="0"/>
                                          </p:stCondLst>
                                        </p:cTn>
                                        <p:tgtEl>
                                          <p:spTgt spid="67"/>
                                        </p:tgtEl>
                                        <p:attrNameLst>
                                          <p:attrName>style.visibility</p:attrName>
                                        </p:attrNameLst>
                                      </p:cBhvr>
                                      <p:to>
                                        <p:strVal val="visible"/>
                                      </p:to>
                                    </p:set>
                                    <p:animEffect transition="in" filter="fade">
                                      <p:cBhvr>
                                        <p:cTn id="61" dur="400"/>
                                        <p:tgtEl>
                                          <p:spTgt spid="67"/>
                                        </p:tgtEl>
                                      </p:cBhvr>
                                    </p:animEffect>
                                  </p:childTnLst>
                                </p:cTn>
                              </p:par>
                              <p:par>
                                <p:cTn id="62" presetID="10" presetClass="entr" presetSubtype="0" fill="hold" nodeType="withEffect">
                                  <p:stCondLst>
                                    <p:cond delay="510"/>
                                  </p:stCondLst>
                                  <p:childTnLst>
                                    <p:set>
                                      <p:cBhvr>
                                        <p:cTn id="63" dur="1" fill="hold">
                                          <p:stCondLst>
                                            <p:cond delay="0"/>
                                          </p:stCondLst>
                                        </p:cTn>
                                        <p:tgtEl>
                                          <p:spTgt spid="68"/>
                                        </p:tgtEl>
                                        <p:attrNameLst>
                                          <p:attrName>style.visibility</p:attrName>
                                        </p:attrNameLst>
                                      </p:cBhvr>
                                      <p:to>
                                        <p:strVal val="visible"/>
                                      </p:to>
                                    </p:set>
                                    <p:animEffect transition="in" filter="fade">
                                      <p:cBhvr>
                                        <p:cTn id="64" dur="400"/>
                                        <p:tgtEl>
                                          <p:spTgt spid="68"/>
                                        </p:tgtEl>
                                      </p:cBhvr>
                                    </p:animEffect>
                                  </p:childTnLst>
                                </p:cTn>
                              </p:par>
                              <p:par>
                                <p:cTn id="65" presetID="10" presetClass="entr" presetSubtype="0" fill="hold" nodeType="withEffect">
                                  <p:stCondLst>
                                    <p:cond delay="510"/>
                                  </p:stCondLst>
                                  <p:childTnLst>
                                    <p:set>
                                      <p:cBhvr>
                                        <p:cTn id="66" dur="1" fill="hold">
                                          <p:stCondLst>
                                            <p:cond delay="0"/>
                                          </p:stCondLst>
                                        </p:cTn>
                                        <p:tgtEl>
                                          <p:spTgt spid="69"/>
                                        </p:tgtEl>
                                        <p:attrNameLst>
                                          <p:attrName>style.visibility</p:attrName>
                                        </p:attrNameLst>
                                      </p:cBhvr>
                                      <p:to>
                                        <p:strVal val="visible"/>
                                      </p:to>
                                    </p:set>
                                    <p:animEffect transition="in" filter="fade">
                                      <p:cBhvr>
                                        <p:cTn id="67" dur="400"/>
                                        <p:tgtEl>
                                          <p:spTgt spid="69"/>
                                        </p:tgtEl>
                                      </p:cBhvr>
                                    </p:animEffect>
                                  </p:childTnLst>
                                </p:cTn>
                              </p:par>
                              <p:par>
                                <p:cTn id="68" presetID="10" presetClass="entr" presetSubtype="0" fill="hold" nodeType="withEffect">
                                  <p:stCondLst>
                                    <p:cond delay="690"/>
                                  </p:stCondLst>
                                  <p:childTnLst>
                                    <p:set>
                                      <p:cBhvr>
                                        <p:cTn id="69" dur="1" fill="hold">
                                          <p:stCondLst>
                                            <p:cond delay="0"/>
                                          </p:stCondLst>
                                        </p:cTn>
                                        <p:tgtEl>
                                          <p:spTgt spid="70"/>
                                        </p:tgtEl>
                                        <p:attrNameLst>
                                          <p:attrName>style.visibility</p:attrName>
                                        </p:attrNameLst>
                                      </p:cBhvr>
                                      <p:to>
                                        <p:strVal val="visible"/>
                                      </p:to>
                                    </p:set>
                                    <p:animEffect transition="in" filter="fade">
                                      <p:cBhvr>
                                        <p:cTn id="70" dur="400"/>
                                        <p:tgtEl>
                                          <p:spTgt spid="70"/>
                                        </p:tgtEl>
                                      </p:cBhvr>
                                    </p:animEffect>
                                  </p:childTnLst>
                                </p:cTn>
                              </p:par>
                              <p:par>
                                <p:cTn id="71" presetID="10" presetClass="entr" presetSubtype="0" fill="hold" nodeType="withEffect">
                                  <p:stCondLst>
                                    <p:cond delay="690"/>
                                  </p:stCondLst>
                                  <p:childTnLst>
                                    <p:set>
                                      <p:cBhvr>
                                        <p:cTn id="72" dur="1" fill="hold">
                                          <p:stCondLst>
                                            <p:cond delay="0"/>
                                          </p:stCondLst>
                                        </p:cTn>
                                        <p:tgtEl>
                                          <p:spTgt spid="71"/>
                                        </p:tgtEl>
                                        <p:attrNameLst>
                                          <p:attrName>style.visibility</p:attrName>
                                        </p:attrNameLst>
                                      </p:cBhvr>
                                      <p:to>
                                        <p:strVal val="visible"/>
                                      </p:to>
                                    </p:set>
                                    <p:animEffect transition="in" filter="fade">
                                      <p:cBhvr>
                                        <p:cTn id="73" dur="400"/>
                                        <p:tgtEl>
                                          <p:spTgt spid="71"/>
                                        </p:tgtEl>
                                      </p:cBhvr>
                                    </p:animEffect>
                                  </p:childTnLst>
                                </p:cTn>
                              </p:par>
                              <p:par>
                                <p:cTn id="74" presetID="10" presetClass="entr" presetSubtype="0" fill="hold" nodeType="withEffect">
                                  <p:stCondLst>
                                    <p:cond delay="690"/>
                                  </p:stCondLst>
                                  <p:childTnLst>
                                    <p:set>
                                      <p:cBhvr>
                                        <p:cTn id="75" dur="1" fill="hold">
                                          <p:stCondLst>
                                            <p:cond delay="0"/>
                                          </p:stCondLst>
                                        </p:cTn>
                                        <p:tgtEl>
                                          <p:spTgt spid="72"/>
                                        </p:tgtEl>
                                        <p:attrNameLst>
                                          <p:attrName>style.visibility</p:attrName>
                                        </p:attrNameLst>
                                      </p:cBhvr>
                                      <p:to>
                                        <p:strVal val="visible"/>
                                      </p:to>
                                    </p:set>
                                    <p:animEffect transition="in" filter="fade">
                                      <p:cBhvr>
                                        <p:cTn id="76" dur="400"/>
                                        <p:tgtEl>
                                          <p:spTgt spid="72"/>
                                        </p:tgtEl>
                                      </p:cBhvr>
                                    </p:animEffect>
                                  </p:childTnLst>
                                </p:cTn>
                              </p:par>
                              <p:par>
                                <p:cTn id="77" presetID="10" presetClass="entr" presetSubtype="0" fill="hold" nodeType="withEffect">
                                  <p:stCondLst>
                                    <p:cond delay="690"/>
                                  </p:stCondLst>
                                  <p:childTnLst>
                                    <p:set>
                                      <p:cBhvr>
                                        <p:cTn id="78" dur="1" fill="hold">
                                          <p:stCondLst>
                                            <p:cond delay="0"/>
                                          </p:stCondLst>
                                        </p:cTn>
                                        <p:tgtEl>
                                          <p:spTgt spid="73"/>
                                        </p:tgtEl>
                                        <p:attrNameLst>
                                          <p:attrName>style.visibility</p:attrName>
                                        </p:attrNameLst>
                                      </p:cBhvr>
                                      <p:to>
                                        <p:strVal val="visible"/>
                                      </p:to>
                                    </p:set>
                                    <p:animEffect transition="in" filter="fade">
                                      <p:cBhvr>
                                        <p:cTn id="79" dur="400"/>
                                        <p:tgtEl>
                                          <p:spTgt spid="73"/>
                                        </p:tgtEl>
                                      </p:cBhvr>
                                    </p:animEffect>
                                  </p:childTnLst>
                                </p:cTn>
                              </p:par>
                              <p:par>
                                <p:cTn id="80" presetID="10" presetClass="entr" presetSubtype="0" fill="hold" nodeType="withEffect">
                                  <p:stCondLst>
                                    <p:cond delay="690"/>
                                  </p:stCondLst>
                                  <p:childTnLst>
                                    <p:set>
                                      <p:cBhvr>
                                        <p:cTn id="81" dur="1" fill="hold">
                                          <p:stCondLst>
                                            <p:cond delay="0"/>
                                          </p:stCondLst>
                                        </p:cTn>
                                        <p:tgtEl>
                                          <p:spTgt spid="74"/>
                                        </p:tgtEl>
                                        <p:attrNameLst>
                                          <p:attrName>style.visibility</p:attrName>
                                        </p:attrNameLst>
                                      </p:cBhvr>
                                      <p:to>
                                        <p:strVal val="visible"/>
                                      </p:to>
                                    </p:set>
                                    <p:animEffect transition="in" filter="fade">
                                      <p:cBhvr>
                                        <p:cTn id="82" dur="400"/>
                                        <p:tgtEl>
                                          <p:spTgt spid="74"/>
                                        </p:tgtEl>
                                      </p:cBhvr>
                                    </p:animEffect>
                                  </p:childTnLst>
                                </p:cTn>
                              </p:par>
                              <p:par>
                                <p:cTn id="83" presetID="10" presetClass="entr" presetSubtype="0" fill="hold" nodeType="withEffect">
                                  <p:stCondLst>
                                    <p:cond delay="690"/>
                                  </p:stCondLst>
                                  <p:childTnLst>
                                    <p:set>
                                      <p:cBhvr>
                                        <p:cTn id="84" dur="1" fill="hold">
                                          <p:stCondLst>
                                            <p:cond delay="0"/>
                                          </p:stCondLst>
                                        </p:cTn>
                                        <p:tgtEl>
                                          <p:spTgt spid="75"/>
                                        </p:tgtEl>
                                        <p:attrNameLst>
                                          <p:attrName>style.visibility</p:attrName>
                                        </p:attrNameLst>
                                      </p:cBhvr>
                                      <p:to>
                                        <p:strVal val="visible"/>
                                      </p:to>
                                    </p:set>
                                    <p:animEffect transition="in" filter="fade">
                                      <p:cBhvr>
                                        <p:cTn id="85" dur="400"/>
                                        <p:tgtEl>
                                          <p:spTgt spid="75"/>
                                        </p:tgtEl>
                                      </p:cBhvr>
                                    </p:animEffect>
                                  </p:childTnLst>
                                </p:cTn>
                              </p:par>
                              <p:par>
                                <p:cTn id="86" presetID="10" presetClass="entr" presetSubtype="0" fill="hold" nodeType="withEffect">
                                  <p:stCondLst>
                                    <p:cond delay="870"/>
                                  </p:stCondLst>
                                  <p:childTnLst>
                                    <p:set>
                                      <p:cBhvr>
                                        <p:cTn id="87" dur="1" fill="hold">
                                          <p:stCondLst>
                                            <p:cond delay="0"/>
                                          </p:stCondLst>
                                        </p:cTn>
                                        <p:tgtEl>
                                          <p:spTgt spid="76"/>
                                        </p:tgtEl>
                                        <p:attrNameLst>
                                          <p:attrName>style.visibility</p:attrName>
                                        </p:attrNameLst>
                                      </p:cBhvr>
                                      <p:to>
                                        <p:strVal val="visible"/>
                                      </p:to>
                                    </p:set>
                                    <p:animEffect transition="in" filter="fade">
                                      <p:cBhvr>
                                        <p:cTn id="88" dur="400"/>
                                        <p:tgtEl>
                                          <p:spTgt spid="76"/>
                                        </p:tgtEl>
                                      </p:cBhvr>
                                    </p:animEffect>
                                  </p:childTnLst>
                                </p:cTn>
                              </p:par>
                              <p:par>
                                <p:cTn id="89" presetID="10" presetClass="entr" presetSubtype="0" fill="hold" nodeType="withEffect">
                                  <p:stCondLst>
                                    <p:cond delay="870"/>
                                  </p:stCondLst>
                                  <p:childTnLst>
                                    <p:set>
                                      <p:cBhvr>
                                        <p:cTn id="90" dur="1" fill="hold">
                                          <p:stCondLst>
                                            <p:cond delay="0"/>
                                          </p:stCondLst>
                                        </p:cTn>
                                        <p:tgtEl>
                                          <p:spTgt spid="77"/>
                                        </p:tgtEl>
                                        <p:attrNameLst>
                                          <p:attrName>style.visibility</p:attrName>
                                        </p:attrNameLst>
                                      </p:cBhvr>
                                      <p:to>
                                        <p:strVal val="visible"/>
                                      </p:to>
                                    </p:set>
                                    <p:animEffect transition="in" filter="fade">
                                      <p:cBhvr>
                                        <p:cTn id="91" dur="400"/>
                                        <p:tgtEl>
                                          <p:spTgt spid="77"/>
                                        </p:tgtEl>
                                      </p:cBhvr>
                                    </p:animEffect>
                                  </p:childTnLst>
                                </p:cTn>
                              </p:par>
                              <p:par>
                                <p:cTn id="92" presetID="10" presetClass="entr" presetSubtype="0" fill="hold" nodeType="withEffect">
                                  <p:stCondLst>
                                    <p:cond delay="870"/>
                                  </p:stCondLst>
                                  <p:childTnLst>
                                    <p:set>
                                      <p:cBhvr>
                                        <p:cTn id="93" dur="1" fill="hold">
                                          <p:stCondLst>
                                            <p:cond delay="0"/>
                                          </p:stCondLst>
                                        </p:cTn>
                                        <p:tgtEl>
                                          <p:spTgt spid="78"/>
                                        </p:tgtEl>
                                        <p:attrNameLst>
                                          <p:attrName>style.visibility</p:attrName>
                                        </p:attrNameLst>
                                      </p:cBhvr>
                                      <p:to>
                                        <p:strVal val="visible"/>
                                      </p:to>
                                    </p:set>
                                    <p:animEffect transition="in" filter="fade">
                                      <p:cBhvr>
                                        <p:cTn id="94" dur="400"/>
                                        <p:tgtEl>
                                          <p:spTgt spid="78"/>
                                        </p:tgtEl>
                                      </p:cBhvr>
                                    </p:animEffect>
                                  </p:childTnLst>
                                </p:cTn>
                              </p:par>
                              <p:par>
                                <p:cTn id="95" presetID="10" presetClass="entr" presetSubtype="0" fill="hold" nodeType="withEffect">
                                  <p:stCondLst>
                                    <p:cond delay="870"/>
                                  </p:stCondLst>
                                  <p:childTnLst>
                                    <p:set>
                                      <p:cBhvr>
                                        <p:cTn id="96" dur="1" fill="hold">
                                          <p:stCondLst>
                                            <p:cond delay="0"/>
                                          </p:stCondLst>
                                        </p:cTn>
                                        <p:tgtEl>
                                          <p:spTgt spid="79"/>
                                        </p:tgtEl>
                                        <p:attrNameLst>
                                          <p:attrName>style.visibility</p:attrName>
                                        </p:attrNameLst>
                                      </p:cBhvr>
                                      <p:to>
                                        <p:strVal val="visible"/>
                                      </p:to>
                                    </p:set>
                                    <p:animEffect transition="in" filter="fade">
                                      <p:cBhvr>
                                        <p:cTn id="97" dur="400"/>
                                        <p:tgtEl>
                                          <p:spTgt spid="79"/>
                                        </p:tgtEl>
                                      </p:cBhvr>
                                    </p:animEffect>
                                  </p:childTnLst>
                                </p:cTn>
                              </p:par>
                              <p:par>
                                <p:cTn id="98" presetID="10" presetClass="entr" presetSubtype="0" fill="hold" nodeType="withEffect">
                                  <p:stCondLst>
                                    <p:cond delay="870"/>
                                  </p:stCondLst>
                                  <p:childTnLst>
                                    <p:set>
                                      <p:cBhvr>
                                        <p:cTn id="99" dur="1" fill="hold">
                                          <p:stCondLst>
                                            <p:cond delay="0"/>
                                          </p:stCondLst>
                                        </p:cTn>
                                        <p:tgtEl>
                                          <p:spTgt spid="80"/>
                                        </p:tgtEl>
                                        <p:attrNameLst>
                                          <p:attrName>style.visibility</p:attrName>
                                        </p:attrNameLst>
                                      </p:cBhvr>
                                      <p:to>
                                        <p:strVal val="visible"/>
                                      </p:to>
                                    </p:set>
                                    <p:animEffect transition="in" filter="fade">
                                      <p:cBhvr>
                                        <p:cTn id="100" dur="400"/>
                                        <p:tgtEl>
                                          <p:spTgt spid="80"/>
                                        </p:tgtEl>
                                      </p:cBhvr>
                                    </p:animEffect>
                                  </p:childTnLst>
                                </p:cTn>
                              </p:par>
                              <p:par>
                                <p:cTn id="101" presetID="10" presetClass="entr" presetSubtype="0" fill="hold" nodeType="withEffect">
                                  <p:stCondLst>
                                    <p:cond delay="870"/>
                                  </p:stCondLst>
                                  <p:childTnLst>
                                    <p:set>
                                      <p:cBhvr>
                                        <p:cTn id="102" dur="1" fill="hold">
                                          <p:stCondLst>
                                            <p:cond delay="0"/>
                                          </p:stCondLst>
                                        </p:cTn>
                                        <p:tgtEl>
                                          <p:spTgt spid="81"/>
                                        </p:tgtEl>
                                        <p:attrNameLst>
                                          <p:attrName>style.visibility</p:attrName>
                                        </p:attrNameLst>
                                      </p:cBhvr>
                                      <p:to>
                                        <p:strVal val="visible"/>
                                      </p:to>
                                    </p:set>
                                    <p:animEffect transition="in" filter="fade">
                                      <p:cBhvr>
                                        <p:cTn id="103" dur="400"/>
                                        <p:tgtEl>
                                          <p:spTgt spid="81"/>
                                        </p:tgtEl>
                                      </p:cBhvr>
                                    </p:animEffect>
                                  </p:childTnLst>
                                </p:cTn>
                              </p:par>
                              <p:par>
                                <p:cTn id="104" presetID="10" presetClass="entr" presetSubtype="0" fill="hold" nodeType="withEffect">
                                  <p:stCondLst>
                                    <p:cond delay="1050"/>
                                  </p:stCondLst>
                                  <p:childTnLst>
                                    <p:set>
                                      <p:cBhvr>
                                        <p:cTn id="105" dur="1" fill="hold">
                                          <p:stCondLst>
                                            <p:cond delay="0"/>
                                          </p:stCondLst>
                                        </p:cTn>
                                        <p:tgtEl>
                                          <p:spTgt spid="82"/>
                                        </p:tgtEl>
                                        <p:attrNameLst>
                                          <p:attrName>style.visibility</p:attrName>
                                        </p:attrNameLst>
                                      </p:cBhvr>
                                      <p:to>
                                        <p:strVal val="visible"/>
                                      </p:to>
                                    </p:set>
                                    <p:animEffect transition="in" filter="fade">
                                      <p:cBhvr>
                                        <p:cTn id="106" dur="400"/>
                                        <p:tgtEl>
                                          <p:spTgt spid="82"/>
                                        </p:tgtEl>
                                      </p:cBhvr>
                                    </p:animEffect>
                                  </p:childTnLst>
                                </p:cTn>
                              </p:par>
                              <p:par>
                                <p:cTn id="107" presetID="10" presetClass="entr" presetSubtype="0" fill="hold" nodeType="withEffect">
                                  <p:stCondLst>
                                    <p:cond delay="1050"/>
                                  </p:stCondLst>
                                  <p:childTnLst>
                                    <p:set>
                                      <p:cBhvr>
                                        <p:cTn id="108" dur="1" fill="hold">
                                          <p:stCondLst>
                                            <p:cond delay="0"/>
                                          </p:stCondLst>
                                        </p:cTn>
                                        <p:tgtEl>
                                          <p:spTgt spid="83"/>
                                        </p:tgtEl>
                                        <p:attrNameLst>
                                          <p:attrName>style.visibility</p:attrName>
                                        </p:attrNameLst>
                                      </p:cBhvr>
                                      <p:to>
                                        <p:strVal val="visible"/>
                                      </p:to>
                                    </p:set>
                                    <p:animEffect transition="in" filter="fade">
                                      <p:cBhvr>
                                        <p:cTn id="109" dur="400"/>
                                        <p:tgtEl>
                                          <p:spTgt spid="83"/>
                                        </p:tgtEl>
                                      </p:cBhvr>
                                    </p:animEffect>
                                  </p:childTnLst>
                                </p:cTn>
                              </p:par>
                              <p:par>
                                <p:cTn id="110" presetID="10" presetClass="entr" presetSubtype="0" fill="hold" nodeType="withEffect">
                                  <p:stCondLst>
                                    <p:cond delay="1050"/>
                                  </p:stCondLst>
                                  <p:childTnLst>
                                    <p:set>
                                      <p:cBhvr>
                                        <p:cTn id="111" dur="1" fill="hold">
                                          <p:stCondLst>
                                            <p:cond delay="0"/>
                                          </p:stCondLst>
                                        </p:cTn>
                                        <p:tgtEl>
                                          <p:spTgt spid="84"/>
                                        </p:tgtEl>
                                        <p:attrNameLst>
                                          <p:attrName>style.visibility</p:attrName>
                                        </p:attrNameLst>
                                      </p:cBhvr>
                                      <p:to>
                                        <p:strVal val="visible"/>
                                      </p:to>
                                    </p:set>
                                    <p:animEffect transition="in" filter="fade">
                                      <p:cBhvr>
                                        <p:cTn id="112" dur="400"/>
                                        <p:tgtEl>
                                          <p:spTgt spid="84"/>
                                        </p:tgtEl>
                                      </p:cBhvr>
                                    </p:animEffect>
                                  </p:childTnLst>
                                </p:cTn>
                              </p:par>
                              <p:par>
                                <p:cTn id="113" presetID="10" presetClass="entr" presetSubtype="0" fill="hold" nodeType="withEffect">
                                  <p:stCondLst>
                                    <p:cond delay="1050"/>
                                  </p:stCondLst>
                                  <p:childTnLst>
                                    <p:set>
                                      <p:cBhvr>
                                        <p:cTn id="114" dur="1" fill="hold">
                                          <p:stCondLst>
                                            <p:cond delay="0"/>
                                          </p:stCondLst>
                                        </p:cTn>
                                        <p:tgtEl>
                                          <p:spTgt spid="85"/>
                                        </p:tgtEl>
                                        <p:attrNameLst>
                                          <p:attrName>style.visibility</p:attrName>
                                        </p:attrNameLst>
                                      </p:cBhvr>
                                      <p:to>
                                        <p:strVal val="visible"/>
                                      </p:to>
                                    </p:set>
                                    <p:animEffect transition="in" filter="fade">
                                      <p:cBhvr>
                                        <p:cTn id="115" dur="400"/>
                                        <p:tgtEl>
                                          <p:spTgt spid="85"/>
                                        </p:tgtEl>
                                      </p:cBhvr>
                                    </p:animEffect>
                                  </p:childTnLst>
                                </p:cTn>
                              </p:par>
                              <p:par>
                                <p:cTn id="116" presetID="10" presetClass="entr" presetSubtype="0" fill="hold" nodeType="withEffect">
                                  <p:stCondLst>
                                    <p:cond delay="1050"/>
                                  </p:stCondLst>
                                  <p:childTnLst>
                                    <p:set>
                                      <p:cBhvr>
                                        <p:cTn id="117" dur="1" fill="hold">
                                          <p:stCondLst>
                                            <p:cond delay="0"/>
                                          </p:stCondLst>
                                        </p:cTn>
                                        <p:tgtEl>
                                          <p:spTgt spid="86"/>
                                        </p:tgtEl>
                                        <p:attrNameLst>
                                          <p:attrName>style.visibility</p:attrName>
                                        </p:attrNameLst>
                                      </p:cBhvr>
                                      <p:to>
                                        <p:strVal val="visible"/>
                                      </p:to>
                                    </p:set>
                                    <p:animEffect transition="in" filter="fade">
                                      <p:cBhvr>
                                        <p:cTn id="118" dur="400"/>
                                        <p:tgtEl>
                                          <p:spTgt spid="86"/>
                                        </p:tgtEl>
                                      </p:cBhvr>
                                    </p:animEffect>
                                  </p:childTnLst>
                                </p:cTn>
                              </p:par>
                              <p:par>
                                <p:cTn id="119" presetID="10" presetClass="entr" presetSubtype="0" fill="hold" nodeType="withEffect">
                                  <p:stCondLst>
                                    <p:cond delay="1050"/>
                                  </p:stCondLst>
                                  <p:childTnLst>
                                    <p:set>
                                      <p:cBhvr>
                                        <p:cTn id="120" dur="1" fill="hold">
                                          <p:stCondLst>
                                            <p:cond delay="0"/>
                                          </p:stCondLst>
                                        </p:cTn>
                                        <p:tgtEl>
                                          <p:spTgt spid="87"/>
                                        </p:tgtEl>
                                        <p:attrNameLst>
                                          <p:attrName>style.visibility</p:attrName>
                                        </p:attrNameLst>
                                      </p:cBhvr>
                                      <p:to>
                                        <p:strVal val="visible"/>
                                      </p:to>
                                    </p:set>
                                    <p:animEffect transition="in" filter="fade">
                                      <p:cBhvr>
                                        <p:cTn id="121" dur="400"/>
                                        <p:tgtEl>
                                          <p:spTgt spid="87"/>
                                        </p:tgtEl>
                                      </p:cBhvr>
                                    </p:animEffect>
                                  </p:childTnLst>
                                </p:cTn>
                              </p:par>
                              <p:par>
                                <p:cTn id="122" presetID="10" presetClass="entr" presetSubtype="0" fill="hold" nodeType="withEffect">
                                  <p:stCondLst>
                                    <p:cond delay="1400"/>
                                  </p:stCondLst>
                                  <p:childTnLst>
                                    <p:set>
                                      <p:cBhvr>
                                        <p:cTn id="123" dur="1" fill="hold">
                                          <p:stCondLst>
                                            <p:cond delay="0"/>
                                          </p:stCondLst>
                                        </p:cTn>
                                        <p:tgtEl>
                                          <p:spTgt spid="88"/>
                                        </p:tgtEl>
                                        <p:attrNameLst>
                                          <p:attrName>style.visibility</p:attrName>
                                        </p:attrNameLst>
                                      </p:cBhvr>
                                      <p:to>
                                        <p:strVal val="visible"/>
                                      </p:to>
                                    </p:set>
                                    <p:animEffect transition="in" filter="fade">
                                      <p:cBhvr>
                                        <p:cTn id="124" dur="400"/>
                                        <p:tgtEl>
                                          <p:spTgt spid="88"/>
                                        </p:tgtEl>
                                      </p:cBhvr>
                                    </p:animEffect>
                                  </p:childTnLst>
                                </p:cTn>
                              </p:par>
                              <p:par>
                                <p:cTn id="125" presetID="10" presetClass="entr" presetSubtype="0" fill="hold" nodeType="withEffect">
                                  <p:stCondLst>
                                    <p:cond delay="1400"/>
                                  </p:stCondLst>
                                  <p:childTnLst>
                                    <p:set>
                                      <p:cBhvr>
                                        <p:cTn id="126" dur="1" fill="hold">
                                          <p:stCondLst>
                                            <p:cond delay="0"/>
                                          </p:stCondLst>
                                        </p:cTn>
                                        <p:tgtEl>
                                          <p:spTgt spid="89"/>
                                        </p:tgtEl>
                                        <p:attrNameLst>
                                          <p:attrName>style.visibility</p:attrName>
                                        </p:attrNameLst>
                                      </p:cBhvr>
                                      <p:to>
                                        <p:strVal val="visible"/>
                                      </p:to>
                                    </p:set>
                                    <p:animEffect transition="in" filter="fade">
                                      <p:cBhvr>
                                        <p:cTn id="127" dur="400"/>
                                        <p:tgtEl>
                                          <p:spTgt spid="89"/>
                                        </p:tgtEl>
                                      </p:cBhvr>
                                    </p:animEffect>
                                  </p:childTnLst>
                                </p:cTn>
                              </p:par>
                              <p:par>
                                <p:cTn id="128" presetID="10" presetClass="entr" presetSubtype="0" fill="hold" nodeType="withEffect">
                                  <p:stCondLst>
                                    <p:cond delay="1400"/>
                                  </p:stCondLst>
                                  <p:childTnLst>
                                    <p:set>
                                      <p:cBhvr>
                                        <p:cTn id="129" dur="1" fill="hold">
                                          <p:stCondLst>
                                            <p:cond delay="0"/>
                                          </p:stCondLst>
                                        </p:cTn>
                                        <p:tgtEl>
                                          <p:spTgt spid="90"/>
                                        </p:tgtEl>
                                        <p:attrNameLst>
                                          <p:attrName>style.visibility</p:attrName>
                                        </p:attrNameLst>
                                      </p:cBhvr>
                                      <p:to>
                                        <p:strVal val="visible"/>
                                      </p:to>
                                    </p:set>
                                    <p:animEffect transition="in" filter="fade">
                                      <p:cBhvr>
                                        <p:cTn id="130" dur="400"/>
                                        <p:tgtEl>
                                          <p:spTgt spid="90"/>
                                        </p:tgtEl>
                                      </p:cBhvr>
                                    </p:animEffect>
                                  </p:childTnLst>
                                </p:cTn>
                              </p:par>
                              <p:par>
                                <p:cTn id="131" presetID="10" presetClass="entr" presetSubtype="0" fill="hold" nodeType="withEffect">
                                  <p:stCondLst>
                                    <p:cond delay="1400"/>
                                  </p:stCondLst>
                                  <p:childTnLst>
                                    <p:set>
                                      <p:cBhvr>
                                        <p:cTn id="132" dur="1" fill="hold">
                                          <p:stCondLst>
                                            <p:cond delay="0"/>
                                          </p:stCondLst>
                                        </p:cTn>
                                        <p:tgtEl>
                                          <p:spTgt spid="91"/>
                                        </p:tgtEl>
                                        <p:attrNameLst>
                                          <p:attrName>style.visibility</p:attrName>
                                        </p:attrNameLst>
                                      </p:cBhvr>
                                      <p:to>
                                        <p:strVal val="visible"/>
                                      </p:to>
                                    </p:set>
                                    <p:animEffect transition="in" filter="fade">
                                      <p:cBhvr>
                                        <p:cTn id="133" dur="400"/>
                                        <p:tgtEl>
                                          <p:spTgt spid="91"/>
                                        </p:tgtEl>
                                      </p:cBhvr>
                                    </p:animEffect>
                                  </p:childTnLst>
                                </p:cTn>
                              </p:par>
                              <p:par>
                                <p:cTn id="134" presetID="10" presetClass="entr" presetSubtype="0" fill="hold" nodeType="withEffect">
                                  <p:stCondLst>
                                    <p:cond delay="1400"/>
                                  </p:stCondLst>
                                  <p:childTnLst>
                                    <p:set>
                                      <p:cBhvr>
                                        <p:cTn id="135" dur="1" fill="hold">
                                          <p:stCondLst>
                                            <p:cond delay="0"/>
                                          </p:stCondLst>
                                        </p:cTn>
                                        <p:tgtEl>
                                          <p:spTgt spid="92"/>
                                        </p:tgtEl>
                                        <p:attrNameLst>
                                          <p:attrName>style.visibility</p:attrName>
                                        </p:attrNameLst>
                                      </p:cBhvr>
                                      <p:to>
                                        <p:strVal val="visible"/>
                                      </p:to>
                                    </p:set>
                                    <p:animEffect transition="in" filter="fade">
                                      <p:cBhvr>
                                        <p:cTn id="136" dur="4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o1"/>
          <p:cNvSpPr/>
          <p:nvPr/>
        </p:nvSpPr>
        <p:spPr>
          <a:xfrm>
            <a:off x="274320" y="228600"/>
            <a:ext cx="11643055" cy="5897880"/>
          </a:xfrm>
          <a:prstGeom prst="roundRect">
            <a:avLst>
              <a:gd name="adj" fmla="val 3876"/>
            </a:avLst>
          </a:prstGeom>
          <a:solidFill>
            <a:srgbClr val="000000"/>
          </a:solidFill>
          <a:ln w="28575">
            <a:solidFill>
              <a:srgbClr val="2121DE"/>
            </a:solidFill>
            <a:prstDash val="solid"/>
          </a:ln>
        </p:spPr>
      </p:sp>
      <p:sp>
        <p:nvSpPr>
          <p:cNvPr id="3" name="o2"/>
          <p:cNvSpPr/>
          <p:nvPr/>
        </p:nvSpPr>
        <p:spPr>
          <a:xfrm>
            <a:off x="342900" y="297180"/>
            <a:ext cx="11505895" cy="5760720"/>
          </a:xfrm>
          <a:prstGeom prst="roundRect">
            <a:avLst>
              <a:gd name="adj" fmla="val 2778"/>
            </a:avLst>
          </a:prstGeom>
          <a:ln w="12700">
            <a:solidFill>
              <a:srgbClr val="2121DE"/>
            </a:solidFill>
            <a:prstDash val="solid"/>
          </a:ln>
        </p:spPr>
      </p:sp>
      <p:sp>
        <p:nvSpPr>
          <p:cNvPr id="4" name="o3"/>
          <p:cNvSpPr/>
          <p:nvPr/>
        </p:nvSpPr>
        <p:spPr>
          <a:xfrm>
            <a:off x="868680" y="822960"/>
            <a:ext cx="1554480" cy="457200"/>
          </a:xfrm>
          <a:prstGeom prst="roundRect">
            <a:avLst>
              <a:gd name="adj" fmla="val 24000"/>
            </a:avLst>
          </a:prstGeom>
          <a:solidFill>
            <a:srgbClr val="000000"/>
          </a:solidFill>
          <a:ln w="28575">
            <a:solidFill>
              <a:srgbClr val="2121DE"/>
            </a:solidFill>
            <a:prstDash val="solid"/>
          </a:ln>
        </p:spPr>
      </p:sp>
      <p:sp>
        <p:nvSpPr>
          <p:cNvPr id="5" name="o4"/>
          <p:cNvSpPr/>
          <p:nvPr/>
        </p:nvSpPr>
        <p:spPr>
          <a:xfrm>
            <a:off x="937260" y="891540"/>
            <a:ext cx="1417320" cy="320040"/>
          </a:xfrm>
          <a:prstGeom prst="roundRect">
            <a:avLst>
              <a:gd name="adj" fmla="val 12857"/>
            </a:avLst>
          </a:prstGeom>
          <a:ln w="12700">
            <a:solidFill>
              <a:srgbClr val="2121DE"/>
            </a:solidFill>
            <a:prstDash val="solid"/>
          </a:ln>
        </p:spPr>
      </p:sp>
      <p:sp>
        <p:nvSpPr>
          <p:cNvPr id="6" name="o5"/>
          <p:cNvSpPr/>
          <p:nvPr/>
        </p:nvSpPr>
        <p:spPr>
          <a:xfrm>
            <a:off x="9768535" y="822960"/>
            <a:ext cx="1554480" cy="457200"/>
          </a:xfrm>
          <a:prstGeom prst="roundRect">
            <a:avLst>
              <a:gd name="adj" fmla="val 24000"/>
            </a:avLst>
          </a:prstGeom>
          <a:solidFill>
            <a:srgbClr val="000000"/>
          </a:solidFill>
          <a:ln w="28575">
            <a:solidFill>
              <a:srgbClr val="2121DE"/>
            </a:solidFill>
            <a:prstDash val="solid"/>
          </a:ln>
        </p:spPr>
      </p:sp>
      <p:sp>
        <p:nvSpPr>
          <p:cNvPr id="7" name="o6"/>
          <p:cNvSpPr/>
          <p:nvPr/>
        </p:nvSpPr>
        <p:spPr>
          <a:xfrm>
            <a:off x="9837115" y="891540"/>
            <a:ext cx="1417320" cy="320040"/>
          </a:xfrm>
          <a:prstGeom prst="roundRect">
            <a:avLst>
              <a:gd name="adj" fmla="val 12857"/>
            </a:avLst>
          </a:prstGeom>
          <a:ln w="12700">
            <a:solidFill>
              <a:srgbClr val="2121DE"/>
            </a:solidFill>
            <a:prstDash val="solid"/>
          </a:ln>
        </p:spPr>
      </p:sp>
      <p:sp>
        <p:nvSpPr>
          <p:cNvPr id="8" name="o7"/>
          <p:cNvSpPr/>
          <p:nvPr/>
        </p:nvSpPr>
        <p:spPr>
          <a:xfrm>
            <a:off x="868680" y="5074920"/>
            <a:ext cx="1554480" cy="457200"/>
          </a:xfrm>
          <a:prstGeom prst="roundRect">
            <a:avLst>
              <a:gd name="adj" fmla="val 24000"/>
            </a:avLst>
          </a:prstGeom>
          <a:solidFill>
            <a:srgbClr val="000000"/>
          </a:solidFill>
          <a:ln w="28575">
            <a:solidFill>
              <a:srgbClr val="2121DE"/>
            </a:solidFill>
            <a:prstDash val="solid"/>
          </a:ln>
        </p:spPr>
      </p:sp>
      <p:sp>
        <p:nvSpPr>
          <p:cNvPr id="9" name="o8"/>
          <p:cNvSpPr/>
          <p:nvPr/>
        </p:nvSpPr>
        <p:spPr>
          <a:xfrm>
            <a:off x="937260" y="5143500"/>
            <a:ext cx="1417320" cy="320040"/>
          </a:xfrm>
          <a:prstGeom prst="roundRect">
            <a:avLst>
              <a:gd name="adj" fmla="val 12857"/>
            </a:avLst>
          </a:prstGeom>
          <a:ln w="12700">
            <a:solidFill>
              <a:srgbClr val="2121DE"/>
            </a:solidFill>
            <a:prstDash val="solid"/>
          </a:ln>
        </p:spPr>
      </p:sp>
      <p:sp>
        <p:nvSpPr>
          <p:cNvPr id="10" name="o9"/>
          <p:cNvSpPr/>
          <p:nvPr/>
        </p:nvSpPr>
        <p:spPr>
          <a:xfrm>
            <a:off x="9768535" y="5074920"/>
            <a:ext cx="1554480" cy="457200"/>
          </a:xfrm>
          <a:prstGeom prst="roundRect">
            <a:avLst>
              <a:gd name="adj" fmla="val 24000"/>
            </a:avLst>
          </a:prstGeom>
          <a:solidFill>
            <a:srgbClr val="000000"/>
          </a:solidFill>
          <a:ln w="28575">
            <a:solidFill>
              <a:srgbClr val="2121DE"/>
            </a:solidFill>
            <a:prstDash val="solid"/>
          </a:ln>
        </p:spPr>
      </p:sp>
      <p:sp>
        <p:nvSpPr>
          <p:cNvPr id="11" name="o10"/>
          <p:cNvSpPr/>
          <p:nvPr/>
        </p:nvSpPr>
        <p:spPr>
          <a:xfrm>
            <a:off x="9837115" y="5143500"/>
            <a:ext cx="1417320" cy="320040"/>
          </a:xfrm>
          <a:prstGeom prst="roundRect">
            <a:avLst>
              <a:gd name="adj" fmla="val 12857"/>
            </a:avLst>
          </a:prstGeom>
          <a:ln w="12700">
            <a:solidFill>
              <a:srgbClr val="2121DE"/>
            </a:solidFill>
            <a:prstDash val="solid"/>
          </a:ln>
        </p:spPr>
      </p:sp>
      <p:pic>
        <p:nvPicPr>
          <p:cNvPr id="12" name="o11" descr="cherry">    </p:cNvPr>
          <p:cNvPicPr>
            <a:picLocks noChangeAspect="1"/>
          </p:cNvPicPr>
          <p:nvPr/>
        </p:nvPicPr>
        <p:blipFill>
          <a:blip r:embed="rId1"/>
          <a:stretch>
            <a:fillRect/>
          </a:stretch>
        </p:blipFill>
        <p:spPr>
          <a:xfrm>
            <a:off x="5684368" y="777240"/>
            <a:ext cx="822960" cy="822960"/>
          </a:xfrm>
          <a:prstGeom prst="rect">
            <a:avLst/>
          </a:prstGeom>
        </p:spPr>
      </p:pic>
      <p:pic>
        <p:nvPicPr>
          <p:cNvPr id="13" name="o12" descr="LEVEL 1">    </p:cNvPr>
          <p:cNvPicPr>
            <a:picLocks noChangeAspect="1"/>
          </p:cNvPicPr>
          <p:nvPr/>
        </p:nvPicPr>
        <p:blipFill>
          <a:blip r:embed="rId2"/>
          <a:stretch>
            <a:fillRect/>
          </a:stretch>
        </p:blipFill>
        <p:spPr>
          <a:xfrm>
            <a:off x="5262601" y="1828800"/>
            <a:ext cx="1666494" cy="237744"/>
          </a:xfrm>
          <a:prstGeom prst="rect">
            <a:avLst/>
          </a:prstGeom>
        </p:spPr>
      </p:pic>
      <p:pic>
        <p:nvPicPr>
          <p:cNvPr id="14" name="o13" descr="MISSION">    </p:cNvPr>
          <p:cNvPicPr>
            <a:picLocks noChangeAspect="1"/>
          </p:cNvPicPr>
          <p:nvPr/>
        </p:nvPicPr>
        <p:blipFill>
          <a:blip r:embed="rId3"/>
          <a:stretch>
            <a:fillRect/>
          </a:stretch>
        </p:blipFill>
        <p:spPr>
          <a:xfrm>
            <a:off x="4303624" y="2331720"/>
            <a:ext cx="3584448" cy="512064"/>
          </a:xfrm>
          <a:prstGeom prst="rect">
            <a:avLst/>
          </a:prstGeom>
        </p:spPr>
      </p:pic>
      <p:sp>
        <p:nvSpPr>
          <p:cNvPr id="15" name="o14"/>
          <p:cNvSpPr txBox="1"/>
          <p:nvPr/>
        </p:nvSpPr>
        <p:spPr>
          <a:xfrm>
            <a:off x="1371600" y="3108960"/>
            <a:ext cx="9448495" cy="411480"/>
          </a:xfrm>
          <a:prstGeom prst="rect">
            <a:avLst/>
          </a:prstGeom>
          <a:noFill/>
          <a:ln/>
        </p:spPr>
        <p:txBody>
          <a:bodyPr wrap="square" lIns="0" tIns="0" rIns="0" bIns="0" rtlCol="0" anchor="t"/>
          <a:lstStyle/>
          <a:p>
            <a:pPr algn="ctr" indent="0" marL="0">
              <a:buNone/>
            </a:pPr>
            <a:r>
              <a:rPr lang="en-US" sz="2000" dirty="0">
                <a:solidFill>
                  <a:srgbClr val="C4C4E4"/>
                </a:solidFill>
                <a:latin typeface="Arial" pitchFamily="34" charset="0"/>
                <a:ea typeface="Arial" pitchFamily="34" charset="-122"/>
                <a:cs typeface="Arial" pitchFamily="34" charset="-120"/>
              </a:rPr>
              <a:t>Le contexte et la question de départ</a:t>
            </a:r>
            <a:endParaRPr lang="en-US" sz="2000" dirty="0"/>
          </a:p>
        </p:txBody>
      </p:sp>
      <p:sp>
        <p:nvSpPr>
          <p:cNvPr id="16" name="o15"/>
          <p:cNvSpPr/>
          <p:nvPr/>
        </p:nvSpPr>
        <p:spPr>
          <a:xfrm>
            <a:off x="3707892" y="4119372"/>
            <a:ext cx="82296" cy="82296"/>
          </a:xfrm>
          <a:prstGeom prst="rect">
            <a:avLst/>
          </a:prstGeom>
          <a:solidFill>
            <a:srgbClr val="FFB8AE"/>
          </a:solidFill>
          <a:ln/>
        </p:spPr>
      </p:sp>
      <p:sp>
        <p:nvSpPr>
          <p:cNvPr id="17" name="o16"/>
          <p:cNvSpPr/>
          <p:nvPr/>
        </p:nvSpPr>
        <p:spPr>
          <a:xfrm>
            <a:off x="4073652" y="4119372"/>
            <a:ext cx="82296" cy="82296"/>
          </a:xfrm>
          <a:prstGeom prst="rect">
            <a:avLst/>
          </a:prstGeom>
          <a:solidFill>
            <a:srgbClr val="FFB8AE"/>
          </a:solidFill>
          <a:ln/>
        </p:spPr>
      </p:sp>
      <p:sp>
        <p:nvSpPr>
          <p:cNvPr id="18" name="o17"/>
          <p:cNvSpPr/>
          <p:nvPr/>
        </p:nvSpPr>
        <p:spPr>
          <a:xfrm>
            <a:off x="4439412" y="4119372"/>
            <a:ext cx="82296" cy="82296"/>
          </a:xfrm>
          <a:prstGeom prst="rect">
            <a:avLst/>
          </a:prstGeom>
          <a:solidFill>
            <a:srgbClr val="FFB8AE"/>
          </a:solidFill>
          <a:ln/>
        </p:spPr>
      </p:sp>
      <p:sp>
        <p:nvSpPr>
          <p:cNvPr id="19" name="o18"/>
          <p:cNvSpPr/>
          <p:nvPr/>
        </p:nvSpPr>
        <p:spPr>
          <a:xfrm>
            <a:off x="4805172" y="4119372"/>
            <a:ext cx="82296" cy="82296"/>
          </a:xfrm>
          <a:prstGeom prst="rect">
            <a:avLst/>
          </a:prstGeom>
          <a:solidFill>
            <a:srgbClr val="FFB8AE"/>
          </a:solidFill>
          <a:ln/>
        </p:spPr>
      </p:sp>
      <p:sp>
        <p:nvSpPr>
          <p:cNvPr id="20" name="o19"/>
          <p:cNvSpPr/>
          <p:nvPr/>
        </p:nvSpPr>
        <p:spPr>
          <a:xfrm>
            <a:off x="5170932" y="4119372"/>
            <a:ext cx="82296" cy="82296"/>
          </a:xfrm>
          <a:prstGeom prst="rect">
            <a:avLst/>
          </a:prstGeom>
          <a:solidFill>
            <a:srgbClr val="FFB8AE"/>
          </a:solidFill>
          <a:ln/>
        </p:spPr>
      </p:sp>
      <p:sp>
        <p:nvSpPr>
          <p:cNvPr id="21" name="o20"/>
          <p:cNvSpPr/>
          <p:nvPr/>
        </p:nvSpPr>
        <p:spPr>
          <a:xfrm>
            <a:off x="5536692" y="4119372"/>
            <a:ext cx="82296" cy="82296"/>
          </a:xfrm>
          <a:prstGeom prst="rect">
            <a:avLst/>
          </a:prstGeom>
          <a:solidFill>
            <a:srgbClr val="FFB8AE"/>
          </a:solidFill>
          <a:ln/>
        </p:spPr>
      </p:sp>
      <p:sp>
        <p:nvSpPr>
          <p:cNvPr id="22" name="o21"/>
          <p:cNvSpPr/>
          <p:nvPr/>
        </p:nvSpPr>
        <p:spPr>
          <a:xfrm>
            <a:off x="5902452" y="4119372"/>
            <a:ext cx="82296" cy="82296"/>
          </a:xfrm>
          <a:prstGeom prst="rect">
            <a:avLst/>
          </a:prstGeom>
          <a:solidFill>
            <a:srgbClr val="FFB8AE"/>
          </a:solidFill>
          <a:ln/>
        </p:spPr>
      </p:sp>
      <p:sp>
        <p:nvSpPr>
          <p:cNvPr id="23" name="o22"/>
          <p:cNvSpPr/>
          <p:nvPr/>
        </p:nvSpPr>
        <p:spPr>
          <a:xfrm>
            <a:off x="6268212" y="4119372"/>
            <a:ext cx="82296" cy="82296"/>
          </a:xfrm>
          <a:prstGeom prst="rect">
            <a:avLst/>
          </a:prstGeom>
          <a:solidFill>
            <a:srgbClr val="FFB8AE"/>
          </a:solidFill>
          <a:ln/>
        </p:spPr>
      </p:sp>
      <p:sp>
        <p:nvSpPr>
          <p:cNvPr id="24" name="o23"/>
          <p:cNvSpPr/>
          <p:nvPr/>
        </p:nvSpPr>
        <p:spPr>
          <a:xfrm>
            <a:off x="6633972" y="4119372"/>
            <a:ext cx="82296" cy="82296"/>
          </a:xfrm>
          <a:prstGeom prst="rect">
            <a:avLst/>
          </a:prstGeom>
          <a:solidFill>
            <a:srgbClr val="FFB8AE"/>
          </a:solidFill>
          <a:ln/>
        </p:spPr>
      </p:sp>
      <p:sp>
        <p:nvSpPr>
          <p:cNvPr id="25" name="o24"/>
          <p:cNvSpPr/>
          <p:nvPr/>
        </p:nvSpPr>
        <p:spPr>
          <a:xfrm>
            <a:off x="6999732" y="4119372"/>
            <a:ext cx="82296" cy="82296"/>
          </a:xfrm>
          <a:prstGeom prst="rect">
            <a:avLst/>
          </a:prstGeom>
          <a:solidFill>
            <a:srgbClr val="FFB8AE"/>
          </a:solidFill>
          <a:ln/>
        </p:spPr>
      </p:sp>
      <p:sp>
        <p:nvSpPr>
          <p:cNvPr id="26" name="o25"/>
          <p:cNvSpPr/>
          <p:nvPr/>
        </p:nvSpPr>
        <p:spPr>
          <a:xfrm>
            <a:off x="7365492" y="4119372"/>
            <a:ext cx="82296" cy="82296"/>
          </a:xfrm>
          <a:prstGeom prst="rect">
            <a:avLst/>
          </a:prstGeom>
          <a:solidFill>
            <a:srgbClr val="FFB8AE"/>
          </a:solidFill>
          <a:ln/>
        </p:spPr>
      </p:sp>
      <p:sp>
        <p:nvSpPr>
          <p:cNvPr id="27" name="o26"/>
          <p:cNvSpPr/>
          <p:nvPr/>
        </p:nvSpPr>
        <p:spPr>
          <a:xfrm>
            <a:off x="7731252" y="4119372"/>
            <a:ext cx="82296" cy="82296"/>
          </a:xfrm>
          <a:prstGeom prst="rect">
            <a:avLst/>
          </a:prstGeom>
          <a:solidFill>
            <a:srgbClr val="FFB8AE"/>
          </a:solidFill>
          <a:ln/>
        </p:spPr>
      </p:sp>
      <p:sp>
        <p:nvSpPr>
          <p:cNvPr id="28" name="o27"/>
          <p:cNvSpPr/>
          <p:nvPr/>
        </p:nvSpPr>
        <p:spPr>
          <a:xfrm>
            <a:off x="8097012" y="4119372"/>
            <a:ext cx="82296" cy="82296"/>
          </a:xfrm>
          <a:prstGeom prst="rect">
            <a:avLst/>
          </a:prstGeom>
          <a:solidFill>
            <a:srgbClr val="FFB8AE"/>
          </a:solidFill>
          <a:ln/>
        </p:spPr>
      </p:sp>
      <p:sp>
        <p:nvSpPr>
          <p:cNvPr id="29" name="o28"/>
          <p:cNvSpPr/>
          <p:nvPr/>
        </p:nvSpPr>
        <p:spPr>
          <a:xfrm>
            <a:off x="8462772" y="4119372"/>
            <a:ext cx="82296" cy="82296"/>
          </a:xfrm>
          <a:prstGeom prst="rect">
            <a:avLst/>
          </a:prstGeom>
          <a:solidFill>
            <a:srgbClr val="FFB8AE"/>
          </a:solidFill>
          <a:ln/>
        </p:spPr>
      </p:sp>
      <p:sp>
        <p:nvSpPr>
          <p:cNvPr id="30" name="o29"/>
          <p:cNvSpPr/>
          <p:nvPr/>
        </p:nvSpPr>
        <p:spPr>
          <a:xfrm>
            <a:off x="8828532" y="4119372"/>
            <a:ext cx="82296" cy="82296"/>
          </a:xfrm>
          <a:prstGeom prst="rect">
            <a:avLst/>
          </a:prstGeom>
          <a:solidFill>
            <a:srgbClr val="FFB8AE"/>
          </a:solidFill>
          <a:ln/>
        </p:spPr>
      </p:sp>
      <p:sp>
        <p:nvSpPr>
          <p:cNvPr id="31" name="o30"/>
          <p:cNvSpPr/>
          <p:nvPr/>
        </p:nvSpPr>
        <p:spPr>
          <a:xfrm>
            <a:off x="9194292" y="4119372"/>
            <a:ext cx="82296" cy="82296"/>
          </a:xfrm>
          <a:prstGeom prst="rect">
            <a:avLst/>
          </a:prstGeom>
          <a:solidFill>
            <a:srgbClr val="FFB8AE"/>
          </a:solidFill>
          <a:ln/>
        </p:spPr>
      </p:sp>
      <p:sp>
        <p:nvSpPr>
          <p:cNvPr id="32" name="o31"/>
          <p:cNvSpPr/>
          <p:nvPr/>
        </p:nvSpPr>
        <p:spPr>
          <a:xfrm>
            <a:off x="9560052" y="4119372"/>
            <a:ext cx="82296" cy="82296"/>
          </a:xfrm>
          <a:prstGeom prst="rect">
            <a:avLst/>
          </a:prstGeom>
          <a:solidFill>
            <a:srgbClr val="FFB8AE"/>
          </a:solidFill>
          <a:ln/>
        </p:spPr>
      </p:sp>
      <p:sp>
        <p:nvSpPr>
          <p:cNvPr id="33" name="o32"/>
          <p:cNvSpPr/>
          <p:nvPr/>
        </p:nvSpPr>
        <p:spPr>
          <a:xfrm>
            <a:off x="9925812" y="4119372"/>
            <a:ext cx="82296" cy="82296"/>
          </a:xfrm>
          <a:prstGeom prst="rect">
            <a:avLst/>
          </a:prstGeom>
          <a:solidFill>
            <a:srgbClr val="FFB8AE"/>
          </a:solidFill>
          <a:ln/>
        </p:spPr>
      </p:sp>
      <p:pic>
        <p:nvPicPr>
          <p:cNvPr id="34" name="o33" descr="Pac-Man">    </p:cNvPr>
          <p:cNvPicPr>
            <a:picLocks noChangeAspect="1"/>
          </p:cNvPicPr>
          <p:nvPr/>
        </p:nvPicPr>
        <p:blipFill>
          <a:blip r:embed="rId4"/>
          <a:stretch>
            <a:fillRect/>
          </a:stretch>
        </p:blipFill>
        <p:spPr>
          <a:xfrm>
            <a:off x="2990088" y="3950208"/>
            <a:ext cx="420624" cy="420624"/>
          </a:xfrm>
          <a:prstGeom prst="rect">
            <a:avLst/>
          </a:prstGeom>
        </p:spPr>
      </p:pic>
      <p:pic>
        <p:nvPicPr>
          <p:cNvPr id="35" name="o34" descr="fantôme">    </p:cNvPr>
          <p:cNvPicPr>
            <a:picLocks noChangeAspect="1"/>
          </p:cNvPicPr>
          <p:nvPr/>
        </p:nvPicPr>
        <p:blipFill>
          <a:blip r:embed="rId5"/>
          <a:stretch>
            <a:fillRect/>
          </a:stretch>
        </p:blipFill>
        <p:spPr>
          <a:xfrm>
            <a:off x="2350008" y="3950208"/>
            <a:ext cx="420624" cy="420624"/>
          </a:xfrm>
          <a:prstGeom prst="rect">
            <a:avLst/>
          </a:prstGeom>
        </p:spPr>
      </p:pic>
      <p:pic>
        <p:nvPicPr>
          <p:cNvPr id="36" name="o35" descr="fantôme">    </p:cNvPr>
          <p:cNvPicPr>
            <a:picLocks noChangeAspect="1"/>
          </p:cNvPicPr>
          <p:nvPr/>
        </p:nvPicPr>
        <p:blipFill>
          <a:blip r:embed="rId6"/>
          <a:stretch>
            <a:fillRect/>
          </a:stretch>
        </p:blipFill>
        <p:spPr>
          <a:xfrm>
            <a:off x="1801368" y="3950208"/>
            <a:ext cx="420624" cy="420624"/>
          </a:xfrm>
          <a:prstGeom prst="rect">
            <a:avLst/>
          </a:prstGeom>
        </p:spPr>
      </p:pic>
      <p:pic>
        <p:nvPicPr>
          <p:cNvPr id="37" name="o36" descr="fantôme">    </p:cNvPr>
          <p:cNvPicPr>
            <a:picLocks noChangeAspect="1"/>
          </p:cNvPicPr>
          <p:nvPr/>
        </p:nvPicPr>
        <p:blipFill>
          <a:blip r:embed="rId7"/>
          <a:stretch>
            <a:fillRect/>
          </a:stretch>
        </p:blipFill>
        <p:spPr>
          <a:xfrm>
            <a:off x="1252728" y="3950208"/>
            <a:ext cx="420624" cy="420624"/>
          </a:xfrm>
          <a:prstGeom prst="rect">
            <a:avLst/>
          </a:prstGeom>
        </p:spPr>
      </p:pic>
      <p:pic>
        <p:nvPicPr>
          <p:cNvPr id="38" name="o37" descr="fantôme">    </p:cNvPr>
          <p:cNvPicPr>
            <a:picLocks noChangeAspect="1"/>
          </p:cNvPicPr>
          <p:nvPr/>
        </p:nvPicPr>
        <p:blipFill>
          <a:blip r:embed="rId8"/>
          <a:stretch>
            <a:fillRect/>
          </a:stretch>
        </p:blipFill>
        <p:spPr>
          <a:xfrm>
            <a:off x="704088" y="3950208"/>
            <a:ext cx="420624" cy="420624"/>
          </a:xfrm>
          <a:prstGeom prst="rect">
            <a:avLst/>
          </a:prstGeom>
        </p:spPr>
      </p:pic>
      <p:pic>
        <p:nvPicPr>
          <p:cNvPr id="39" name="o38" descr="READY!">    </p:cNvPr>
          <p:cNvPicPr>
            <a:picLocks noChangeAspect="1"/>
          </p:cNvPicPr>
          <p:nvPr/>
        </p:nvPicPr>
        <p:blipFill>
          <a:blip r:embed="rId9"/>
          <a:stretch>
            <a:fillRect/>
          </a:stretch>
        </p:blipFill>
        <p:spPr>
          <a:xfrm>
            <a:off x="5492344" y="4617720"/>
            <a:ext cx="1207008" cy="201168"/>
          </a:xfrm>
          <a:prstGeom prst="rect">
            <a:avLst/>
          </a:prstGeom>
        </p:spPr>
      </p:pic>
      <p:sp>
        <p:nvSpPr>
          <p:cNvPr id="40" name="o39"/>
          <p:cNvSpPr/>
          <p:nvPr/>
        </p:nvSpPr>
        <p:spPr>
          <a:xfrm>
            <a:off x="1751076" y="6414516"/>
            <a:ext cx="64008" cy="64008"/>
          </a:xfrm>
          <a:prstGeom prst="rect">
            <a:avLst/>
          </a:prstGeom>
          <a:solidFill>
            <a:srgbClr val="FFB8AE"/>
          </a:solidFill>
          <a:ln/>
        </p:spPr>
      </p:sp>
      <p:sp>
        <p:nvSpPr>
          <p:cNvPr id="41" name="o40"/>
          <p:cNvSpPr/>
          <p:nvPr/>
        </p:nvSpPr>
        <p:spPr>
          <a:xfrm>
            <a:off x="1979676" y="6414516"/>
            <a:ext cx="64008" cy="64008"/>
          </a:xfrm>
          <a:prstGeom prst="rect">
            <a:avLst/>
          </a:prstGeom>
          <a:solidFill>
            <a:srgbClr val="FFB8AE"/>
          </a:solidFill>
          <a:ln/>
        </p:spPr>
      </p:sp>
      <p:sp>
        <p:nvSpPr>
          <p:cNvPr id="42" name="o41"/>
          <p:cNvSpPr/>
          <p:nvPr/>
        </p:nvSpPr>
        <p:spPr>
          <a:xfrm>
            <a:off x="2208276" y="6414516"/>
            <a:ext cx="64008" cy="64008"/>
          </a:xfrm>
          <a:prstGeom prst="rect">
            <a:avLst/>
          </a:prstGeom>
          <a:solidFill>
            <a:srgbClr val="FFB8AE"/>
          </a:solidFill>
          <a:ln/>
        </p:spPr>
      </p:sp>
      <p:sp>
        <p:nvSpPr>
          <p:cNvPr id="43" name="o42"/>
          <p:cNvSpPr/>
          <p:nvPr/>
        </p:nvSpPr>
        <p:spPr>
          <a:xfrm>
            <a:off x="2436876" y="6414516"/>
            <a:ext cx="64008" cy="64008"/>
          </a:xfrm>
          <a:prstGeom prst="rect">
            <a:avLst/>
          </a:prstGeom>
          <a:solidFill>
            <a:srgbClr val="FFB8AE"/>
          </a:solidFill>
          <a:ln/>
        </p:spPr>
      </p:sp>
      <p:sp>
        <p:nvSpPr>
          <p:cNvPr id="44" name="o43"/>
          <p:cNvSpPr/>
          <p:nvPr/>
        </p:nvSpPr>
        <p:spPr>
          <a:xfrm>
            <a:off x="2665476" y="6414516"/>
            <a:ext cx="64008" cy="64008"/>
          </a:xfrm>
          <a:prstGeom prst="rect">
            <a:avLst/>
          </a:prstGeom>
          <a:solidFill>
            <a:srgbClr val="FFB8AE"/>
          </a:solidFill>
          <a:ln/>
        </p:spPr>
      </p:sp>
      <p:sp>
        <p:nvSpPr>
          <p:cNvPr id="45" name="o44"/>
          <p:cNvSpPr/>
          <p:nvPr/>
        </p:nvSpPr>
        <p:spPr>
          <a:xfrm>
            <a:off x="2894076" y="6414516"/>
            <a:ext cx="64008" cy="64008"/>
          </a:xfrm>
          <a:prstGeom prst="rect">
            <a:avLst/>
          </a:prstGeom>
          <a:solidFill>
            <a:srgbClr val="FFB8AE"/>
          </a:solidFill>
          <a:ln/>
        </p:spPr>
      </p:sp>
      <p:sp>
        <p:nvSpPr>
          <p:cNvPr id="46" name="o45"/>
          <p:cNvSpPr/>
          <p:nvPr/>
        </p:nvSpPr>
        <p:spPr>
          <a:xfrm>
            <a:off x="3122676" y="6414516"/>
            <a:ext cx="64008" cy="64008"/>
          </a:xfrm>
          <a:prstGeom prst="rect">
            <a:avLst/>
          </a:prstGeom>
          <a:solidFill>
            <a:srgbClr val="FFB8AE"/>
          </a:solidFill>
          <a:ln/>
        </p:spPr>
      </p:sp>
      <p:sp>
        <p:nvSpPr>
          <p:cNvPr id="47" name="o46"/>
          <p:cNvSpPr/>
          <p:nvPr/>
        </p:nvSpPr>
        <p:spPr>
          <a:xfrm>
            <a:off x="3351276" y="6414516"/>
            <a:ext cx="64008" cy="64008"/>
          </a:xfrm>
          <a:prstGeom prst="rect">
            <a:avLst/>
          </a:prstGeom>
          <a:solidFill>
            <a:srgbClr val="FFB8AE"/>
          </a:solidFill>
          <a:ln/>
        </p:spPr>
      </p:sp>
      <p:sp>
        <p:nvSpPr>
          <p:cNvPr id="48" name="o47"/>
          <p:cNvSpPr/>
          <p:nvPr/>
        </p:nvSpPr>
        <p:spPr>
          <a:xfrm>
            <a:off x="3579876" y="6414516"/>
            <a:ext cx="64008" cy="64008"/>
          </a:xfrm>
          <a:prstGeom prst="rect">
            <a:avLst/>
          </a:prstGeom>
          <a:solidFill>
            <a:srgbClr val="FFB8AE"/>
          </a:solidFill>
          <a:ln/>
        </p:spPr>
      </p:sp>
      <p:sp>
        <p:nvSpPr>
          <p:cNvPr id="49" name="o48"/>
          <p:cNvSpPr/>
          <p:nvPr/>
        </p:nvSpPr>
        <p:spPr>
          <a:xfrm>
            <a:off x="3808476" y="6414516"/>
            <a:ext cx="64008" cy="64008"/>
          </a:xfrm>
          <a:prstGeom prst="rect">
            <a:avLst/>
          </a:prstGeom>
          <a:solidFill>
            <a:srgbClr val="FFB8AE"/>
          </a:solidFill>
          <a:ln/>
        </p:spPr>
      </p:sp>
      <p:sp>
        <p:nvSpPr>
          <p:cNvPr id="50" name="o49"/>
          <p:cNvSpPr/>
          <p:nvPr/>
        </p:nvSpPr>
        <p:spPr>
          <a:xfrm>
            <a:off x="4037076" y="6414516"/>
            <a:ext cx="64008" cy="64008"/>
          </a:xfrm>
          <a:prstGeom prst="rect">
            <a:avLst/>
          </a:prstGeom>
          <a:solidFill>
            <a:srgbClr val="FFB8AE"/>
          </a:solidFill>
          <a:ln/>
        </p:spPr>
      </p:sp>
      <p:sp>
        <p:nvSpPr>
          <p:cNvPr id="51" name="o50"/>
          <p:cNvSpPr/>
          <p:nvPr/>
        </p:nvSpPr>
        <p:spPr>
          <a:xfrm>
            <a:off x="4265676" y="6414516"/>
            <a:ext cx="64008" cy="64008"/>
          </a:xfrm>
          <a:prstGeom prst="rect">
            <a:avLst/>
          </a:prstGeom>
          <a:solidFill>
            <a:srgbClr val="FFB8AE"/>
          </a:solidFill>
          <a:ln/>
        </p:spPr>
      </p:sp>
      <p:sp>
        <p:nvSpPr>
          <p:cNvPr id="52" name="o51"/>
          <p:cNvSpPr/>
          <p:nvPr/>
        </p:nvSpPr>
        <p:spPr>
          <a:xfrm>
            <a:off x="4494276" y="6414516"/>
            <a:ext cx="64008" cy="64008"/>
          </a:xfrm>
          <a:prstGeom prst="rect">
            <a:avLst/>
          </a:prstGeom>
          <a:solidFill>
            <a:srgbClr val="FFB8AE"/>
          </a:solidFill>
          <a:ln/>
        </p:spPr>
      </p:sp>
      <p:sp>
        <p:nvSpPr>
          <p:cNvPr id="53" name="o52"/>
          <p:cNvSpPr/>
          <p:nvPr/>
        </p:nvSpPr>
        <p:spPr>
          <a:xfrm>
            <a:off x="4722876" y="6414516"/>
            <a:ext cx="64008" cy="64008"/>
          </a:xfrm>
          <a:prstGeom prst="rect">
            <a:avLst/>
          </a:prstGeom>
          <a:solidFill>
            <a:srgbClr val="FFB8AE"/>
          </a:solidFill>
          <a:ln/>
        </p:spPr>
      </p:sp>
      <p:sp>
        <p:nvSpPr>
          <p:cNvPr id="54" name="o53"/>
          <p:cNvSpPr/>
          <p:nvPr/>
        </p:nvSpPr>
        <p:spPr>
          <a:xfrm>
            <a:off x="4951476" y="6414516"/>
            <a:ext cx="64008" cy="64008"/>
          </a:xfrm>
          <a:prstGeom prst="rect">
            <a:avLst/>
          </a:prstGeom>
          <a:solidFill>
            <a:srgbClr val="FFB8AE"/>
          </a:solidFill>
          <a:ln/>
        </p:spPr>
      </p:sp>
      <p:sp>
        <p:nvSpPr>
          <p:cNvPr id="55" name="o54"/>
          <p:cNvSpPr/>
          <p:nvPr/>
        </p:nvSpPr>
        <p:spPr>
          <a:xfrm>
            <a:off x="5180076" y="6414516"/>
            <a:ext cx="64008" cy="64008"/>
          </a:xfrm>
          <a:prstGeom prst="rect">
            <a:avLst/>
          </a:prstGeom>
          <a:solidFill>
            <a:srgbClr val="FFB8AE"/>
          </a:solidFill>
          <a:ln/>
        </p:spPr>
      </p:sp>
      <p:sp>
        <p:nvSpPr>
          <p:cNvPr id="56" name="o55"/>
          <p:cNvSpPr/>
          <p:nvPr/>
        </p:nvSpPr>
        <p:spPr>
          <a:xfrm>
            <a:off x="5408676" y="6414516"/>
            <a:ext cx="64008" cy="64008"/>
          </a:xfrm>
          <a:prstGeom prst="rect">
            <a:avLst/>
          </a:prstGeom>
          <a:solidFill>
            <a:srgbClr val="FFB8AE"/>
          </a:solidFill>
          <a:ln/>
        </p:spPr>
      </p:sp>
      <p:sp>
        <p:nvSpPr>
          <p:cNvPr id="57" name="o56"/>
          <p:cNvSpPr/>
          <p:nvPr/>
        </p:nvSpPr>
        <p:spPr>
          <a:xfrm>
            <a:off x="5637276" y="6414516"/>
            <a:ext cx="64008" cy="64008"/>
          </a:xfrm>
          <a:prstGeom prst="rect">
            <a:avLst/>
          </a:prstGeom>
          <a:solidFill>
            <a:srgbClr val="FFB8AE"/>
          </a:solidFill>
          <a:ln/>
        </p:spPr>
      </p:sp>
      <p:sp>
        <p:nvSpPr>
          <p:cNvPr id="58" name="o57"/>
          <p:cNvSpPr/>
          <p:nvPr/>
        </p:nvSpPr>
        <p:spPr>
          <a:xfrm>
            <a:off x="5865876" y="6414516"/>
            <a:ext cx="64008" cy="64008"/>
          </a:xfrm>
          <a:prstGeom prst="rect">
            <a:avLst/>
          </a:prstGeom>
          <a:solidFill>
            <a:srgbClr val="FFB8AE"/>
          </a:solidFill>
          <a:ln/>
        </p:spPr>
      </p:sp>
      <p:sp>
        <p:nvSpPr>
          <p:cNvPr id="59" name="o58"/>
          <p:cNvSpPr/>
          <p:nvPr/>
        </p:nvSpPr>
        <p:spPr>
          <a:xfrm>
            <a:off x="6094476" y="6414516"/>
            <a:ext cx="64008" cy="64008"/>
          </a:xfrm>
          <a:prstGeom prst="rect">
            <a:avLst/>
          </a:prstGeom>
          <a:solidFill>
            <a:srgbClr val="FFB8AE"/>
          </a:solidFill>
          <a:ln/>
        </p:spPr>
      </p:sp>
      <p:sp>
        <p:nvSpPr>
          <p:cNvPr id="60" name="o59"/>
          <p:cNvSpPr/>
          <p:nvPr/>
        </p:nvSpPr>
        <p:spPr>
          <a:xfrm>
            <a:off x="6323076" y="6414516"/>
            <a:ext cx="64008" cy="64008"/>
          </a:xfrm>
          <a:prstGeom prst="rect">
            <a:avLst/>
          </a:prstGeom>
          <a:solidFill>
            <a:srgbClr val="FFB8AE"/>
          </a:solidFill>
          <a:ln/>
        </p:spPr>
      </p:sp>
      <p:sp>
        <p:nvSpPr>
          <p:cNvPr id="61" name="o60"/>
          <p:cNvSpPr/>
          <p:nvPr/>
        </p:nvSpPr>
        <p:spPr>
          <a:xfrm>
            <a:off x="6551676" y="6414516"/>
            <a:ext cx="64008" cy="64008"/>
          </a:xfrm>
          <a:prstGeom prst="rect">
            <a:avLst/>
          </a:prstGeom>
          <a:solidFill>
            <a:srgbClr val="FFB8AE"/>
          </a:solidFill>
          <a:ln/>
        </p:spPr>
      </p:sp>
      <p:sp>
        <p:nvSpPr>
          <p:cNvPr id="62" name="o61"/>
          <p:cNvSpPr/>
          <p:nvPr/>
        </p:nvSpPr>
        <p:spPr>
          <a:xfrm>
            <a:off x="6780276" y="6414516"/>
            <a:ext cx="64008" cy="64008"/>
          </a:xfrm>
          <a:prstGeom prst="rect">
            <a:avLst/>
          </a:prstGeom>
          <a:solidFill>
            <a:srgbClr val="FFB8AE"/>
          </a:solidFill>
          <a:ln/>
        </p:spPr>
      </p:sp>
      <p:sp>
        <p:nvSpPr>
          <p:cNvPr id="63" name="o62"/>
          <p:cNvSpPr/>
          <p:nvPr/>
        </p:nvSpPr>
        <p:spPr>
          <a:xfrm>
            <a:off x="7008876" y="6414516"/>
            <a:ext cx="64008" cy="64008"/>
          </a:xfrm>
          <a:prstGeom prst="rect">
            <a:avLst/>
          </a:prstGeom>
          <a:solidFill>
            <a:srgbClr val="FFB8AE"/>
          </a:solidFill>
          <a:ln/>
        </p:spPr>
      </p:sp>
      <p:sp>
        <p:nvSpPr>
          <p:cNvPr id="64" name="o63"/>
          <p:cNvSpPr/>
          <p:nvPr/>
        </p:nvSpPr>
        <p:spPr>
          <a:xfrm>
            <a:off x="7237476" y="6414516"/>
            <a:ext cx="64008" cy="64008"/>
          </a:xfrm>
          <a:prstGeom prst="rect">
            <a:avLst/>
          </a:prstGeom>
          <a:solidFill>
            <a:srgbClr val="FFB8AE"/>
          </a:solidFill>
          <a:ln/>
        </p:spPr>
      </p:sp>
      <p:sp>
        <p:nvSpPr>
          <p:cNvPr id="65" name="o64"/>
          <p:cNvSpPr/>
          <p:nvPr/>
        </p:nvSpPr>
        <p:spPr>
          <a:xfrm>
            <a:off x="7466076" y="6414516"/>
            <a:ext cx="64008" cy="64008"/>
          </a:xfrm>
          <a:prstGeom prst="rect">
            <a:avLst/>
          </a:prstGeom>
          <a:solidFill>
            <a:srgbClr val="FFB8AE"/>
          </a:solidFill>
          <a:ln/>
        </p:spPr>
      </p:sp>
      <p:sp>
        <p:nvSpPr>
          <p:cNvPr id="66" name="o65"/>
          <p:cNvSpPr/>
          <p:nvPr/>
        </p:nvSpPr>
        <p:spPr>
          <a:xfrm>
            <a:off x="7694676" y="6414516"/>
            <a:ext cx="64008" cy="64008"/>
          </a:xfrm>
          <a:prstGeom prst="rect">
            <a:avLst/>
          </a:prstGeom>
          <a:solidFill>
            <a:srgbClr val="FFB8AE"/>
          </a:solidFill>
          <a:ln/>
        </p:spPr>
      </p:sp>
      <p:sp>
        <p:nvSpPr>
          <p:cNvPr id="67" name="o66"/>
          <p:cNvSpPr/>
          <p:nvPr/>
        </p:nvSpPr>
        <p:spPr>
          <a:xfrm>
            <a:off x="7923276" y="6414516"/>
            <a:ext cx="64008" cy="64008"/>
          </a:xfrm>
          <a:prstGeom prst="rect">
            <a:avLst/>
          </a:prstGeom>
          <a:solidFill>
            <a:srgbClr val="FFB8AE"/>
          </a:solidFill>
          <a:ln/>
        </p:spPr>
      </p:sp>
      <p:sp>
        <p:nvSpPr>
          <p:cNvPr id="68" name="o67"/>
          <p:cNvSpPr/>
          <p:nvPr/>
        </p:nvSpPr>
        <p:spPr>
          <a:xfrm>
            <a:off x="8151876" y="6414516"/>
            <a:ext cx="64008" cy="64008"/>
          </a:xfrm>
          <a:prstGeom prst="rect">
            <a:avLst/>
          </a:prstGeom>
          <a:solidFill>
            <a:srgbClr val="FFB8AE"/>
          </a:solidFill>
          <a:ln/>
        </p:spPr>
      </p:sp>
      <p:sp>
        <p:nvSpPr>
          <p:cNvPr id="69" name="o68"/>
          <p:cNvSpPr/>
          <p:nvPr/>
        </p:nvSpPr>
        <p:spPr>
          <a:xfrm>
            <a:off x="8380476" y="6414516"/>
            <a:ext cx="64008" cy="64008"/>
          </a:xfrm>
          <a:prstGeom prst="rect">
            <a:avLst/>
          </a:prstGeom>
          <a:solidFill>
            <a:srgbClr val="FFB8AE"/>
          </a:solidFill>
          <a:ln/>
        </p:spPr>
      </p:sp>
      <p:sp>
        <p:nvSpPr>
          <p:cNvPr id="70" name="o69"/>
          <p:cNvSpPr/>
          <p:nvPr/>
        </p:nvSpPr>
        <p:spPr>
          <a:xfrm>
            <a:off x="8609076" y="6414516"/>
            <a:ext cx="64008" cy="64008"/>
          </a:xfrm>
          <a:prstGeom prst="rect">
            <a:avLst/>
          </a:prstGeom>
          <a:solidFill>
            <a:srgbClr val="FFB8AE"/>
          </a:solidFill>
          <a:ln/>
        </p:spPr>
      </p:sp>
      <p:sp>
        <p:nvSpPr>
          <p:cNvPr id="71" name="o70"/>
          <p:cNvSpPr/>
          <p:nvPr/>
        </p:nvSpPr>
        <p:spPr>
          <a:xfrm>
            <a:off x="8837676" y="6414516"/>
            <a:ext cx="64008" cy="64008"/>
          </a:xfrm>
          <a:prstGeom prst="rect">
            <a:avLst/>
          </a:prstGeom>
          <a:solidFill>
            <a:srgbClr val="FFB8AE"/>
          </a:solidFill>
          <a:ln/>
        </p:spPr>
      </p:sp>
      <p:sp>
        <p:nvSpPr>
          <p:cNvPr id="72" name="o71"/>
          <p:cNvSpPr/>
          <p:nvPr/>
        </p:nvSpPr>
        <p:spPr>
          <a:xfrm>
            <a:off x="9066276" y="6414516"/>
            <a:ext cx="64008" cy="64008"/>
          </a:xfrm>
          <a:prstGeom prst="rect">
            <a:avLst/>
          </a:prstGeom>
          <a:solidFill>
            <a:srgbClr val="FFB8AE"/>
          </a:solidFill>
          <a:ln/>
        </p:spPr>
      </p:sp>
      <p:sp>
        <p:nvSpPr>
          <p:cNvPr id="73" name="o72"/>
          <p:cNvSpPr/>
          <p:nvPr/>
        </p:nvSpPr>
        <p:spPr>
          <a:xfrm>
            <a:off x="9294876" y="6414516"/>
            <a:ext cx="64008" cy="64008"/>
          </a:xfrm>
          <a:prstGeom prst="rect">
            <a:avLst/>
          </a:prstGeom>
          <a:solidFill>
            <a:srgbClr val="FFB8AE"/>
          </a:solidFill>
          <a:ln/>
        </p:spPr>
      </p:sp>
      <p:sp>
        <p:nvSpPr>
          <p:cNvPr id="74" name="o73"/>
          <p:cNvSpPr/>
          <p:nvPr/>
        </p:nvSpPr>
        <p:spPr>
          <a:xfrm>
            <a:off x="9523476" y="6414516"/>
            <a:ext cx="64008" cy="64008"/>
          </a:xfrm>
          <a:prstGeom prst="rect">
            <a:avLst/>
          </a:prstGeom>
          <a:solidFill>
            <a:srgbClr val="FFB8AE"/>
          </a:solidFill>
          <a:ln/>
        </p:spPr>
      </p:sp>
      <p:sp>
        <p:nvSpPr>
          <p:cNvPr id="75" name="o74"/>
          <p:cNvSpPr/>
          <p:nvPr/>
        </p:nvSpPr>
        <p:spPr>
          <a:xfrm>
            <a:off x="9752076" y="6414516"/>
            <a:ext cx="64008" cy="64008"/>
          </a:xfrm>
          <a:prstGeom prst="rect">
            <a:avLst/>
          </a:prstGeom>
          <a:solidFill>
            <a:srgbClr val="FFB8AE"/>
          </a:solidFill>
          <a:ln/>
        </p:spPr>
      </p:sp>
      <p:sp>
        <p:nvSpPr>
          <p:cNvPr id="76" name="o75"/>
          <p:cNvSpPr/>
          <p:nvPr/>
        </p:nvSpPr>
        <p:spPr>
          <a:xfrm>
            <a:off x="9980676" y="6414516"/>
            <a:ext cx="64008" cy="64008"/>
          </a:xfrm>
          <a:prstGeom prst="rect">
            <a:avLst/>
          </a:prstGeom>
          <a:solidFill>
            <a:srgbClr val="FFB8AE"/>
          </a:solidFill>
          <a:ln/>
        </p:spPr>
      </p:sp>
      <p:sp>
        <p:nvSpPr>
          <p:cNvPr id="77" name="o76"/>
          <p:cNvSpPr/>
          <p:nvPr/>
        </p:nvSpPr>
        <p:spPr>
          <a:xfrm>
            <a:off x="10209276" y="6414516"/>
            <a:ext cx="64008" cy="64008"/>
          </a:xfrm>
          <a:prstGeom prst="rect">
            <a:avLst/>
          </a:prstGeom>
          <a:solidFill>
            <a:srgbClr val="FFB8AE"/>
          </a:solidFill>
          <a:ln/>
        </p:spPr>
      </p:sp>
      <p:sp>
        <p:nvSpPr>
          <p:cNvPr id="78" name="o77"/>
          <p:cNvSpPr/>
          <p:nvPr/>
        </p:nvSpPr>
        <p:spPr>
          <a:xfrm>
            <a:off x="10437876" y="6414516"/>
            <a:ext cx="64008" cy="64008"/>
          </a:xfrm>
          <a:prstGeom prst="rect">
            <a:avLst/>
          </a:prstGeom>
          <a:solidFill>
            <a:srgbClr val="FFB8AE"/>
          </a:solidFill>
          <a:ln/>
        </p:spPr>
      </p:sp>
      <p:sp>
        <p:nvSpPr>
          <p:cNvPr id="79" name="o78"/>
          <p:cNvSpPr/>
          <p:nvPr/>
        </p:nvSpPr>
        <p:spPr>
          <a:xfrm>
            <a:off x="10666476" y="6414516"/>
            <a:ext cx="64008" cy="64008"/>
          </a:xfrm>
          <a:prstGeom prst="rect">
            <a:avLst/>
          </a:prstGeom>
          <a:solidFill>
            <a:srgbClr val="FFB8AE"/>
          </a:solidFill>
          <a:ln/>
        </p:spPr>
      </p:sp>
      <p:sp>
        <p:nvSpPr>
          <p:cNvPr id="80" name="o79"/>
          <p:cNvSpPr/>
          <p:nvPr/>
        </p:nvSpPr>
        <p:spPr>
          <a:xfrm>
            <a:off x="10895076" y="6414516"/>
            <a:ext cx="64008" cy="64008"/>
          </a:xfrm>
          <a:prstGeom prst="rect">
            <a:avLst/>
          </a:prstGeom>
          <a:solidFill>
            <a:srgbClr val="FFB8AE"/>
          </a:solidFill>
          <a:ln/>
        </p:spPr>
      </p:sp>
      <p:sp>
        <p:nvSpPr>
          <p:cNvPr id="81" name="o80"/>
          <p:cNvSpPr/>
          <p:nvPr/>
        </p:nvSpPr>
        <p:spPr>
          <a:xfrm>
            <a:off x="11123676" y="6414516"/>
            <a:ext cx="64008" cy="64008"/>
          </a:xfrm>
          <a:prstGeom prst="rect">
            <a:avLst/>
          </a:prstGeom>
          <a:solidFill>
            <a:srgbClr val="FFB8AE"/>
          </a:solidFill>
          <a:ln/>
        </p:spPr>
      </p:sp>
      <p:pic>
        <p:nvPicPr>
          <p:cNvPr id="82" name="o81" descr="super pac-gomme">    </p:cNvPr>
          <p:cNvPicPr>
            <a:picLocks noChangeAspect="1"/>
          </p:cNvPicPr>
          <p:nvPr/>
        </p:nvPicPr>
        <p:blipFill>
          <a:blip r:embed="rId10"/>
          <a:stretch>
            <a:fillRect/>
          </a:stretch>
        </p:blipFill>
        <p:spPr>
          <a:xfrm>
            <a:off x="11448288" y="6355080"/>
            <a:ext cx="182880" cy="182880"/>
          </a:xfrm>
          <a:prstGeom prst="rect">
            <a:avLst/>
          </a:prstGeom>
        </p:spPr>
      </p:pic>
      <p:pic>
        <p:nvPicPr>
          <p:cNvPr id="83" name="o82" descr="Pac-Man : progression">    </p:cNvPr>
          <p:cNvPicPr>
            <a:picLocks noChangeAspect="1"/>
          </p:cNvPicPr>
          <p:nvPr/>
        </p:nvPicPr>
        <p:blipFill>
          <a:blip r:embed="rId11"/>
          <a:stretch>
            <a:fillRect/>
          </a:stretch>
        </p:blipFill>
        <p:spPr>
          <a:xfrm>
            <a:off x="1405128" y="6291072"/>
            <a:ext cx="310896" cy="310896"/>
          </a:xfrm>
          <a:prstGeom prst="rect">
            <a:avLst/>
          </a:prstGeom>
        </p:spPr>
      </p:pic>
      <p:pic>
        <p:nvPicPr>
          <p:cNvPr id="84" name="o83" descr="fantôme">    </p:cNvPr>
          <p:cNvPicPr>
            <a:picLocks noChangeAspect="1"/>
          </p:cNvPicPr>
          <p:nvPr/>
        </p:nvPicPr>
        <p:blipFill>
          <a:blip r:embed="rId12"/>
          <a:stretch>
            <a:fillRect/>
          </a:stretch>
        </p:blipFill>
        <p:spPr>
          <a:xfrm>
            <a:off x="838200" y="6291072"/>
            <a:ext cx="310896" cy="310896"/>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2" fill="hold">
                            <p:stCondLst>
                              <p:cond delay="0"/>
                            </p:stCondLst>
                            <p:childTnLst>
                              <p:par>
                                <p:cTn id="4" presetID="1" presetClass="exit" presetSubtype="0" fill="hold" nodeType="withEffect">
                                  <p:stCondLst>
                                    <p:cond delay="1054"/>
                                  </p:stCondLst>
                                  <p:childTnLst>
                                    <p:set>
                                      <p:cBhvr>
                                        <p:cTn id="5" dur="1" fill="hold">
                                          <p:stCondLst>
                                            <p:cond delay="0"/>
                                          </p:stCondLst>
                                        </p:cTn>
                                        <p:tgtEl>
                                          <p:spTgt spid="16"/>
                                        </p:tgtEl>
                                        <p:attrNameLst>
                                          <p:attrName>style.visibility</p:attrName>
                                        </p:attrNameLst>
                                      </p:cBhvr>
                                      <p:to>
                                        <p:strVal val="hidden"/>
                                      </p:to>
                                    </p:set>
                                  </p:childTnLst>
                                </p:cTn>
                              </p:par>
                              <p:par>
                                <p:cTn id="6" presetID="1" presetClass="exit" presetSubtype="0" fill="hold" nodeType="withEffect">
                                  <p:stCondLst>
                                    <p:cond delay="1191"/>
                                  </p:stCondLst>
                                  <p:childTnLst>
                                    <p:set>
                                      <p:cBhvr>
                                        <p:cTn id="7" dur="1" fill="hold">
                                          <p:stCondLst>
                                            <p:cond delay="0"/>
                                          </p:stCondLst>
                                        </p:cTn>
                                        <p:tgtEl>
                                          <p:spTgt spid="17"/>
                                        </p:tgtEl>
                                        <p:attrNameLst>
                                          <p:attrName>style.visibility</p:attrName>
                                        </p:attrNameLst>
                                      </p:cBhvr>
                                      <p:to>
                                        <p:strVal val="hidden"/>
                                      </p:to>
                                    </p:set>
                                  </p:childTnLst>
                                </p:cTn>
                              </p:par>
                              <p:par>
                                <p:cTn id="8" presetID="1" presetClass="exit" presetSubtype="0" fill="hold" nodeType="withEffect">
                                  <p:stCondLst>
                                    <p:cond delay="1328"/>
                                  </p:stCondLst>
                                  <p:childTnLst>
                                    <p:set>
                                      <p:cBhvr>
                                        <p:cTn id="9" dur="1" fill="hold">
                                          <p:stCondLst>
                                            <p:cond delay="0"/>
                                          </p:stCondLst>
                                        </p:cTn>
                                        <p:tgtEl>
                                          <p:spTgt spid="18"/>
                                        </p:tgtEl>
                                        <p:attrNameLst>
                                          <p:attrName>style.visibility</p:attrName>
                                        </p:attrNameLst>
                                      </p:cBhvr>
                                      <p:to>
                                        <p:strVal val="hidden"/>
                                      </p:to>
                                    </p:set>
                                  </p:childTnLst>
                                </p:cTn>
                              </p:par>
                              <p:par>
                                <p:cTn id="10" presetID="1" presetClass="exit" presetSubtype="0" fill="hold" nodeType="withEffect">
                                  <p:stCondLst>
                                    <p:cond delay="1464"/>
                                  </p:stCondLst>
                                  <p:childTnLst>
                                    <p:set>
                                      <p:cBhvr>
                                        <p:cTn id="11" dur="1" fill="hold">
                                          <p:stCondLst>
                                            <p:cond delay="0"/>
                                          </p:stCondLst>
                                        </p:cTn>
                                        <p:tgtEl>
                                          <p:spTgt spid="19"/>
                                        </p:tgtEl>
                                        <p:attrNameLst>
                                          <p:attrName>style.visibility</p:attrName>
                                        </p:attrNameLst>
                                      </p:cBhvr>
                                      <p:to>
                                        <p:strVal val="hidden"/>
                                      </p:to>
                                    </p:set>
                                  </p:childTnLst>
                                </p:cTn>
                              </p:par>
                              <p:par>
                                <p:cTn id="12" presetID="1" presetClass="exit" presetSubtype="0" fill="hold" nodeType="withEffect">
                                  <p:stCondLst>
                                    <p:cond delay="1601"/>
                                  </p:stCondLst>
                                  <p:childTnLst>
                                    <p:set>
                                      <p:cBhvr>
                                        <p:cTn id="13" dur="1" fill="hold">
                                          <p:stCondLst>
                                            <p:cond delay="0"/>
                                          </p:stCondLst>
                                        </p:cTn>
                                        <p:tgtEl>
                                          <p:spTgt spid="20"/>
                                        </p:tgtEl>
                                        <p:attrNameLst>
                                          <p:attrName>style.visibility</p:attrName>
                                        </p:attrNameLst>
                                      </p:cBhvr>
                                      <p:to>
                                        <p:strVal val="hidden"/>
                                      </p:to>
                                    </p:set>
                                  </p:childTnLst>
                                </p:cTn>
                              </p:par>
                              <p:par>
                                <p:cTn id="14" presetID="1" presetClass="exit" presetSubtype="0" fill="hold" nodeType="withEffect">
                                  <p:stCondLst>
                                    <p:cond delay="1738"/>
                                  </p:stCondLst>
                                  <p:childTnLst>
                                    <p:set>
                                      <p:cBhvr>
                                        <p:cTn id="15" dur="1" fill="hold">
                                          <p:stCondLst>
                                            <p:cond delay="0"/>
                                          </p:stCondLst>
                                        </p:cTn>
                                        <p:tgtEl>
                                          <p:spTgt spid="21"/>
                                        </p:tgtEl>
                                        <p:attrNameLst>
                                          <p:attrName>style.visibility</p:attrName>
                                        </p:attrNameLst>
                                      </p:cBhvr>
                                      <p:to>
                                        <p:strVal val="hidden"/>
                                      </p:to>
                                    </p:set>
                                  </p:childTnLst>
                                </p:cTn>
                              </p:par>
                              <p:par>
                                <p:cTn id="16" presetID="1" presetClass="exit" presetSubtype="0" fill="hold" nodeType="withEffect">
                                  <p:stCondLst>
                                    <p:cond delay="1875"/>
                                  </p:stCondLst>
                                  <p:childTnLst>
                                    <p:set>
                                      <p:cBhvr>
                                        <p:cTn id="17" dur="1" fill="hold">
                                          <p:stCondLst>
                                            <p:cond delay="0"/>
                                          </p:stCondLst>
                                        </p:cTn>
                                        <p:tgtEl>
                                          <p:spTgt spid="22"/>
                                        </p:tgtEl>
                                        <p:attrNameLst>
                                          <p:attrName>style.visibility</p:attrName>
                                        </p:attrNameLst>
                                      </p:cBhvr>
                                      <p:to>
                                        <p:strVal val="hidden"/>
                                      </p:to>
                                    </p:set>
                                  </p:childTnLst>
                                </p:cTn>
                              </p:par>
                              <p:par>
                                <p:cTn id="18" presetID="1" presetClass="exit" presetSubtype="0" fill="hold" nodeType="withEffect">
                                  <p:stCondLst>
                                    <p:cond delay="2012"/>
                                  </p:stCondLst>
                                  <p:childTnLst>
                                    <p:set>
                                      <p:cBhvr>
                                        <p:cTn id="19" dur="1" fill="hold">
                                          <p:stCondLst>
                                            <p:cond delay="0"/>
                                          </p:stCondLst>
                                        </p:cTn>
                                        <p:tgtEl>
                                          <p:spTgt spid="23"/>
                                        </p:tgtEl>
                                        <p:attrNameLst>
                                          <p:attrName>style.visibility</p:attrName>
                                        </p:attrNameLst>
                                      </p:cBhvr>
                                      <p:to>
                                        <p:strVal val="hidden"/>
                                      </p:to>
                                    </p:set>
                                  </p:childTnLst>
                                </p:cTn>
                              </p:par>
                              <p:par>
                                <p:cTn id="20" presetID="1" presetClass="exit" presetSubtype="0" fill="hold" nodeType="withEffect">
                                  <p:stCondLst>
                                    <p:cond delay="2149"/>
                                  </p:stCondLst>
                                  <p:childTnLst>
                                    <p:set>
                                      <p:cBhvr>
                                        <p:cTn id="21" dur="1" fill="hold">
                                          <p:stCondLst>
                                            <p:cond delay="0"/>
                                          </p:stCondLst>
                                        </p:cTn>
                                        <p:tgtEl>
                                          <p:spTgt spid="24"/>
                                        </p:tgtEl>
                                        <p:attrNameLst>
                                          <p:attrName>style.visibility</p:attrName>
                                        </p:attrNameLst>
                                      </p:cBhvr>
                                      <p:to>
                                        <p:strVal val="hidden"/>
                                      </p:to>
                                    </p:set>
                                  </p:childTnLst>
                                </p:cTn>
                              </p:par>
                              <p:par>
                                <p:cTn id="22" presetID="1" presetClass="exit" presetSubtype="0" fill="hold" nodeType="withEffect">
                                  <p:stCondLst>
                                    <p:cond delay="2286"/>
                                  </p:stCondLst>
                                  <p:childTnLst>
                                    <p:set>
                                      <p:cBhvr>
                                        <p:cTn id="23" dur="1" fill="hold">
                                          <p:stCondLst>
                                            <p:cond delay="0"/>
                                          </p:stCondLst>
                                        </p:cTn>
                                        <p:tgtEl>
                                          <p:spTgt spid="25"/>
                                        </p:tgtEl>
                                        <p:attrNameLst>
                                          <p:attrName>style.visibility</p:attrName>
                                        </p:attrNameLst>
                                      </p:cBhvr>
                                      <p:to>
                                        <p:strVal val="hidden"/>
                                      </p:to>
                                    </p:set>
                                  </p:childTnLst>
                                </p:cTn>
                              </p:par>
                              <p:par>
                                <p:cTn id="24" presetID="1" presetClass="exit" presetSubtype="0" fill="hold" nodeType="withEffect">
                                  <p:stCondLst>
                                    <p:cond delay="2422"/>
                                  </p:stCondLst>
                                  <p:childTnLst>
                                    <p:set>
                                      <p:cBhvr>
                                        <p:cTn id="25" dur="1" fill="hold">
                                          <p:stCondLst>
                                            <p:cond delay="0"/>
                                          </p:stCondLst>
                                        </p:cTn>
                                        <p:tgtEl>
                                          <p:spTgt spid="26"/>
                                        </p:tgtEl>
                                        <p:attrNameLst>
                                          <p:attrName>style.visibility</p:attrName>
                                        </p:attrNameLst>
                                      </p:cBhvr>
                                      <p:to>
                                        <p:strVal val="hidden"/>
                                      </p:to>
                                    </p:set>
                                  </p:childTnLst>
                                </p:cTn>
                              </p:par>
                              <p:par>
                                <p:cTn id="26" presetID="1" presetClass="exit" presetSubtype="0" fill="hold" nodeType="withEffect">
                                  <p:stCondLst>
                                    <p:cond delay="2559"/>
                                  </p:stCondLst>
                                  <p:childTnLst>
                                    <p:set>
                                      <p:cBhvr>
                                        <p:cTn id="27" dur="1" fill="hold">
                                          <p:stCondLst>
                                            <p:cond delay="0"/>
                                          </p:stCondLst>
                                        </p:cTn>
                                        <p:tgtEl>
                                          <p:spTgt spid="27"/>
                                        </p:tgtEl>
                                        <p:attrNameLst>
                                          <p:attrName>style.visibility</p:attrName>
                                        </p:attrNameLst>
                                      </p:cBhvr>
                                      <p:to>
                                        <p:strVal val="hidden"/>
                                      </p:to>
                                    </p:set>
                                  </p:childTnLst>
                                </p:cTn>
                              </p:par>
                              <p:par>
                                <p:cTn id="28" presetID="1" presetClass="exit" presetSubtype="0" fill="hold" nodeType="withEffect">
                                  <p:stCondLst>
                                    <p:cond delay="2696"/>
                                  </p:stCondLst>
                                  <p:childTnLst>
                                    <p:set>
                                      <p:cBhvr>
                                        <p:cTn id="29" dur="1" fill="hold">
                                          <p:stCondLst>
                                            <p:cond delay="0"/>
                                          </p:stCondLst>
                                        </p:cTn>
                                        <p:tgtEl>
                                          <p:spTgt spid="28"/>
                                        </p:tgtEl>
                                        <p:attrNameLst>
                                          <p:attrName>style.visibility</p:attrName>
                                        </p:attrNameLst>
                                      </p:cBhvr>
                                      <p:to>
                                        <p:strVal val="hidden"/>
                                      </p:to>
                                    </p:set>
                                  </p:childTnLst>
                                </p:cTn>
                              </p:par>
                              <p:par>
                                <p:cTn id="30" presetID="1" presetClass="exit" presetSubtype="0" fill="hold" nodeType="withEffect">
                                  <p:stCondLst>
                                    <p:cond delay="2833"/>
                                  </p:stCondLst>
                                  <p:childTnLst>
                                    <p:set>
                                      <p:cBhvr>
                                        <p:cTn id="31" dur="1" fill="hold">
                                          <p:stCondLst>
                                            <p:cond delay="0"/>
                                          </p:stCondLst>
                                        </p:cTn>
                                        <p:tgtEl>
                                          <p:spTgt spid="29"/>
                                        </p:tgtEl>
                                        <p:attrNameLst>
                                          <p:attrName>style.visibility</p:attrName>
                                        </p:attrNameLst>
                                      </p:cBhvr>
                                      <p:to>
                                        <p:strVal val="hidden"/>
                                      </p:to>
                                    </p:set>
                                  </p:childTnLst>
                                </p:cTn>
                              </p:par>
                              <p:par>
                                <p:cTn id="32" presetID="1" presetClass="exit" presetSubtype="0" fill="hold" nodeType="withEffect">
                                  <p:stCondLst>
                                    <p:cond delay="2970"/>
                                  </p:stCondLst>
                                  <p:childTnLst>
                                    <p:set>
                                      <p:cBhvr>
                                        <p:cTn id="33" dur="1" fill="hold">
                                          <p:stCondLst>
                                            <p:cond delay="0"/>
                                          </p:stCondLst>
                                        </p:cTn>
                                        <p:tgtEl>
                                          <p:spTgt spid="30"/>
                                        </p:tgtEl>
                                        <p:attrNameLst>
                                          <p:attrName>style.visibility</p:attrName>
                                        </p:attrNameLst>
                                      </p:cBhvr>
                                      <p:to>
                                        <p:strVal val="hidden"/>
                                      </p:to>
                                    </p:set>
                                  </p:childTnLst>
                                </p:cTn>
                              </p:par>
                              <p:par>
                                <p:cTn id="34" presetID="1" presetClass="exit" presetSubtype="0" fill="hold" nodeType="withEffect">
                                  <p:stCondLst>
                                    <p:cond delay="3107"/>
                                  </p:stCondLst>
                                  <p:childTnLst>
                                    <p:set>
                                      <p:cBhvr>
                                        <p:cTn id="35" dur="1" fill="hold">
                                          <p:stCondLst>
                                            <p:cond delay="0"/>
                                          </p:stCondLst>
                                        </p:cTn>
                                        <p:tgtEl>
                                          <p:spTgt spid="31"/>
                                        </p:tgtEl>
                                        <p:attrNameLst>
                                          <p:attrName>style.visibility</p:attrName>
                                        </p:attrNameLst>
                                      </p:cBhvr>
                                      <p:to>
                                        <p:strVal val="hidden"/>
                                      </p:to>
                                    </p:set>
                                  </p:childTnLst>
                                </p:cTn>
                              </p:par>
                              <p:par>
                                <p:cTn id="36" presetID="1" presetClass="exit" presetSubtype="0" fill="hold" nodeType="withEffect">
                                  <p:stCondLst>
                                    <p:cond delay="3243"/>
                                  </p:stCondLst>
                                  <p:childTnLst>
                                    <p:set>
                                      <p:cBhvr>
                                        <p:cTn id="37" dur="1" fill="hold">
                                          <p:stCondLst>
                                            <p:cond delay="0"/>
                                          </p:stCondLst>
                                        </p:cTn>
                                        <p:tgtEl>
                                          <p:spTgt spid="32"/>
                                        </p:tgtEl>
                                        <p:attrNameLst>
                                          <p:attrName>style.visibility</p:attrName>
                                        </p:attrNameLst>
                                      </p:cBhvr>
                                      <p:to>
                                        <p:strVal val="hidden"/>
                                      </p:to>
                                    </p:set>
                                  </p:childTnLst>
                                </p:cTn>
                              </p:par>
                              <p:par>
                                <p:cTn id="38" presetID="1" presetClass="exit" presetSubtype="0" fill="hold" nodeType="withEffect">
                                  <p:stCondLst>
                                    <p:cond delay="3380"/>
                                  </p:stCondLst>
                                  <p:childTnLst>
                                    <p:set>
                                      <p:cBhvr>
                                        <p:cTn id="39" dur="1" fill="hold">
                                          <p:stCondLst>
                                            <p:cond delay="0"/>
                                          </p:stCondLst>
                                        </p:cTn>
                                        <p:tgtEl>
                                          <p:spTgt spid="33"/>
                                        </p:tgtEl>
                                        <p:attrNameLst>
                                          <p:attrName>style.visibility</p:attrName>
                                        </p:attrNameLst>
                                      </p:cBhvr>
                                      <p:to>
                                        <p:strVal val="hidden"/>
                                      </p:to>
                                    </p:set>
                                  </p:childTnLst>
                                </p:cTn>
                              </p:par>
                              <p:par>
                                <p:cTn id="40" presetID="0" presetClass="path" presetSubtype="0" fill="hold" nodeType="withEffect">
                                  <p:stCondLst>
                                    <p:cond delay="900"/>
                                  </p:stCondLst>
                                  <p:childTnLst>
                                    <p:animMotion origin="layout" path="M 0 0 L 0.57001 0 E" pathEditMode="relative" ptsTypes="">
                                      <p:cBhvr>
                                        <p:cTn id="41" dur="2600" fill="hold"/>
                                        <p:tgtEl>
                                          <p:spTgt spid="34"/>
                                        </p:tgtEl>
                                        <p:attrNameLst>
                                          <p:attrName>ppt_x</p:attrName>
                                          <p:attrName>ppt_y</p:attrName>
                                        </p:attrNameLst>
                                      </p:cBhvr>
                                    </p:animMotion>
                                  </p:childTnLst>
                                </p:cTn>
                              </p:par>
                              <p:par>
                                <p:cTn id="42" presetID="0" presetClass="path" presetSubtype="0" fill="hold" nodeType="withEffect">
                                  <p:stCondLst>
                                    <p:cond delay="900"/>
                                  </p:stCondLst>
                                  <p:childTnLst>
                                    <p:animMotion origin="layout" path="M 0 0 L 0.57001 0 E" pathEditMode="relative" ptsTypes="">
                                      <p:cBhvr>
                                        <p:cTn id="43" dur="2600" fill="hold"/>
                                        <p:tgtEl>
                                          <p:spTgt spid="35"/>
                                        </p:tgtEl>
                                        <p:attrNameLst>
                                          <p:attrName>ppt_x</p:attrName>
                                          <p:attrName>ppt_y</p:attrName>
                                        </p:attrNameLst>
                                      </p:cBhvr>
                                    </p:animMotion>
                                  </p:childTnLst>
                                </p:cTn>
                              </p:par>
                              <p:par>
                                <p:cTn id="44" presetID="0" presetClass="path" presetSubtype="0" fill="hold" nodeType="withEffect">
                                  <p:stCondLst>
                                    <p:cond delay="900"/>
                                  </p:stCondLst>
                                  <p:childTnLst>
                                    <p:animMotion origin="layout" path="M 0 0 L 0.57001 0 E" pathEditMode="relative" ptsTypes="">
                                      <p:cBhvr>
                                        <p:cTn id="45" dur="2600" fill="hold"/>
                                        <p:tgtEl>
                                          <p:spTgt spid="36"/>
                                        </p:tgtEl>
                                        <p:attrNameLst>
                                          <p:attrName>ppt_x</p:attrName>
                                          <p:attrName>ppt_y</p:attrName>
                                        </p:attrNameLst>
                                      </p:cBhvr>
                                    </p:animMotion>
                                  </p:childTnLst>
                                </p:cTn>
                              </p:par>
                              <p:par>
                                <p:cTn id="46" presetID="0" presetClass="path" presetSubtype="0" fill="hold" nodeType="withEffect">
                                  <p:stCondLst>
                                    <p:cond delay="900"/>
                                  </p:stCondLst>
                                  <p:childTnLst>
                                    <p:animMotion origin="layout" path="M 0 0 L 0.57001 0 E" pathEditMode="relative" ptsTypes="">
                                      <p:cBhvr>
                                        <p:cTn id="47" dur="2600" fill="hold"/>
                                        <p:tgtEl>
                                          <p:spTgt spid="37"/>
                                        </p:tgtEl>
                                        <p:attrNameLst>
                                          <p:attrName>ppt_x</p:attrName>
                                          <p:attrName>ppt_y</p:attrName>
                                        </p:attrNameLst>
                                      </p:cBhvr>
                                    </p:animMotion>
                                  </p:childTnLst>
                                </p:cTn>
                              </p:par>
                              <p:par>
                                <p:cTn id="48" presetID="0" presetClass="path" presetSubtype="0" fill="hold" nodeType="withEffect">
                                  <p:stCondLst>
                                    <p:cond delay="900"/>
                                  </p:stCondLst>
                                  <p:childTnLst>
                                    <p:animMotion origin="layout" path="M 0 0 L 0.57001 0 E" pathEditMode="relative" ptsTypes="">
                                      <p:cBhvr>
                                        <p:cTn id="49" dur="2600" fill="hold"/>
                                        <p:tgtEl>
                                          <p:spTgt spid="38"/>
                                        </p:tgtEl>
                                        <p:attrNameLst>
                                          <p:attrName>ppt_x</p:attrName>
                                          <p:attrName>ppt_y</p:attrName>
                                        </p:attrNameLst>
                                      </p:cBhvr>
                                    </p:animMotion>
                                  </p:childTnLst>
                                </p:cTn>
                              </p:par>
                              <p:par>
                                <p:cTn id="50" presetID="1" presetClass="exit" presetSubtype="0" fill="hold" nodeType="withEffect">
                                  <p:stCondLst>
                                    <p:cond delay="900"/>
                                  </p:stCondLst>
                                  <p:childTnLst>
                                    <p:set>
                                      <p:cBhvr>
                                        <p:cTn id="51" dur="1" fill="hold">
                                          <p:stCondLst>
                                            <p:cond delay="0"/>
                                          </p:stCondLst>
                                        </p:cTn>
                                        <p:tgtEl>
                                          <p:spTgt spid="39"/>
                                        </p:tgtEl>
                                        <p:attrNameLst>
                                          <p:attrName>style.visibility</p:attrName>
                                        </p:attrNameLst>
                                      </p:cBhvr>
                                      <p:to>
                                        <p:strVal val="hidden"/>
                                      </p:to>
                                    </p:set>
                                  </p:childTnLst>
                                </p:cTn>
                              </p:par>
                              <p:par>
                                <p:cTn id="52" presetID="1" presetClass="exit" presetSubtype="0" fill="hold" nodeType="withEffect">
                                  <p:stCondLst>
                                    <p:cond delay="147"/>
                                  </p:stCondLst>
                                  <p:childTnLst>
                                    <p:set>
                                      <p:cBhvr>
                                        <p:cTn id="53" dur="1" fill="hold">
                                          <p:stCondLst>
                                            <p:cond delay="0"/>
                                          </p:stCondLst>
                                        </p:cTn>
                                        <p:tgtEl>
                                          <p:spTgt spid="40"/>
                                        </p:tgtEl>
                                        <p:attrNameLst>
                                          <p:attrName>style.visibility</p:attrName>
                                        </p:attrNameLst>
                                      </p:cBhvr>
                                      <p:to>
                                        <p:strVal val="hidden"/>
                                      </p:to>
                                    </p:set>
                                  </p:childTnLst>
                                </p:cTn>
                              </p:par>
                              <p:par>
                                <p:cTn id="54" presetID="1" presetClass="exit" presetSubtype="0" fill="hold" nodeType="withEffect">
                                  <p:stCondLst>
                                    <p:cond delay="444"/>
                                  </p:stCondLst>
                                  <p:childTnLst>
                                    <p:set>
                                      <p:cBhvr>
                                        <p:cTn id="55" dur="1" fill="hold">
                                          <p:stCondLst>
                                            <p:cond delay="0"/>
                                          </p:stCondLst>
                                        </p:cTn>
                                        <p:tgtEl>
                                          <p:spTgt spid="41"/>
                                        </p:tgtEl>
                                        <p:attrNameLst>
                                          <p:attrName>style.visibility</p:attrName>
                                        </p:attrNameLst>
                                      </p:cBhvr>
                                      <p:to>
                                        <p:strVal val="hidden"/>
                                      </p:to>
                                    </p:set>
                                  </p:childTnLst>
                                </p:cTn>
                              </p:par>
                              <p:par>
                                <p:cTn id="56" presetID="1" presetClass="exit" presetSubtype="0" fill="hold" nodeType="withEffect">
                                  <p:stCondLst>
                                    <p:cond delay="741"/>
                                  </p:stCondLst>
                                  <p:childTnLst>
                                    <p:set>
                                      <p:cBhvr>
                                        <p:cTn id="57" dur="1" fill="hold">
                                          <p:stCondLst>
                                            <p:cond delay="0"/>
                                          </p:stCondLst>
                                        </p:cTn>
                                        <p:tgtEl>
                                          <p:spTgt spid="42"/>
                                        </p:tgtEl>
                                        <p:attrNameLst>
                                          <p:attrName>style.visibility</p:attrName>
                                        </p:attrNameLst>
                                      </p:cBhvr>
                                      <p:to>
                                        <p:strVal val="hidden"/>
                                      </p:to>
                                    </p:set>
                                  </p:childTnLst>
                                </p:cTn>
                              </p:par>
                              <p:par>
                                <p:cTn id="58" presetID="0" presetClass="path" presetSubtype="0" fill="hold" nodeType="withEffect">
                                  <p:stCondLst>
                                    <p:cond delay="0"/>
                                  </p:stCondLst>
                                  <p:childTnLst>
                                    <p:animMotion origin="layout" path="M 0 0 L 0.05675 0 E" pathEditMode="relative" ptsTypes="">
                                      <p:cBhvr>
                                        <p:cTn id="59" dur="900" fill="hold"/>
                                        <p:tgtEl>
                                          <p:spTgt spid="83"/>
                                        </p:tgtEl>
                                        <p:attrNameLst>
                                          <p:attrName>ppt_x</p:attrName>
                                          <p:attrName>ppt_y</p:attrName>
                                        </p:attrNameLst>
                                      </p:cBhvr>
                                    </p:animMotion>
                                  </p:childTnLst>
                                </p:cTn>
                              </p:par>
                              <p:par>
                                <p:cTn id="60" presetID="0" presetClass="path" presetSubtype="0" fill="hold" nodeType="withEffect">
                                  <p:stCondLst>
                                    <p:cond delay="0"/>
                                  </p:stCondLst>
                                  <p:childTnLst>
                                    <p:animMotion origin="layout" path="M 0 0 L 0.05675 0 E" pathEditMode="relative" ptsTypes="">
                                      <p:cBhvr>
                                        <p:cTn id="61" dur="900" fill="hold"/>
                                        <p:tgtEl>
                                          <p:spTgt spid="8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o1" descr="LEVEL 1 → MISSION">    </p:cNvPr>
          <p:cNvPicPr>
            <a:picLocks noChangeAspect="1"/>
          </p:cNvPicPr>
          <p:nvPr/>
        </p:nvPicPr>
        <p:blipFill>
          <a:blip r:embed="rId1"/>
          <a:stretch>
            <a:fillRect/>
          </a:stretch>
        </p:blipFill>
        <p:spPr>
          <a:xfrm>
            <a:off x="548640" y="411480"/>
            <a:ext cx="2487168" cy="146304"/>
          </a:xfrm>
          <a:prstGeom prst="rect">
            <a:avLst/>
          </a:prstGeom>
        </p:spPr>
      </p:pic>
      <p:pic>
        <p:nvPicPr>
          <p:cNvPr id="3" name="o2" descr="Le contexte">    </p:cNvPr>
          <p:cNvPicPr>
            <a:picLocks noChangeAspect="1"/>
          </p:cNvPicPr>
          <p:nvPr/>
        </p:nvPicPr>
        <p:blipFill>
          <a:blip r:embed="rId2"/>
          <a:stretch>
            <a:fillRect/>
          </a:stretch>
        </p:blipFill>
        <p:spPr>
          <a:xfrm>
            <a:off x="548640" y="777240"/>
            <a:ext cx="3017520" cy="274320"/>
          </a:xfrm>
          <a:prstGeom prst="rect">
            <a:avLst/>
          </a:prstGeom>
        </p:spPr>
      </p:pic>
      <p:pic>
        <p:nvPicPr>
          <p:cNvPr id="4" name="o3" descr="cherry">    </p:cNvPr>
          <p:cNvPicPr>
            <a:picLocks noChangeAspect="1"/>
          </p:cNvPicPr>
          <p:nvPr/>
        </p:nvPicPr>
        <p:blipFill>
          <a:blip r:embed="rId3"/>
          <a:stretch>
            <a:fillRect/>
          </a:stretch>
        </p:blipFill>
        <p:spPr>
          <a:xfrm>
            <a:off x="11073384" y="365760"/>
            <a:ext cx="566928" cy="566928"/>
          </a:xfrm>
          <a:prstGeom prst="rect">
            <a:avLst/>
          </a:prstGeom>
        </p:spPr>
      </p:pic>
      <p:sp>
        <p:nvSpPr>
          <p:cNvPr id="5" name="o4"/>
          <p:cNvSpPr/>
          <p:nvPr/>
        </p:nvSpPr>
        <p:spPr>
          <a:xfrm>
            <a:off x="2436876" y="6414516"/>
            <a:ext cx="64008" cy="64008"/>
          </a:xfrm>
          <a:prstGeom prst="rect">
            <a:avLst/>
          </a:prstGeom>
          <a:solidFill>
            <a:srgbClr val="FFB8AE"/>
          </a:solidFill>
          <a:ln/>
        </p:spPr>
      </p:sp>
      <p:sp>
        <p:nvSpPr>
          <p:cNvPr id="6" name="o5"/>
          <p:cNvSpPr/>
          <p:nvPr/>
        </p:nvSpPr>
        <p:spPr>
          <a:xfrm>
            <a:off x="2665476" y="6414516"/>
            <a:ext cx="64008" cy="64008"/>
          </a:xfrm>
          <a:prstGeom prst="rect">
            <a:avLst/>
          </a:prstGeom>
          <a:solidFill>
            <a:srgbClr val="FFB8AE"/>
          </a:solidFill>
          <a:ln/>
        </p:spPr>
      </p:sp>
      <p:sp>
        <p:nvSpPr>
          <p:cNvPr id="7" name="o6"/>
          <p:cNvSpPr/>
          <p:nvPr/>
        </p:nvSpPr>
        <p:spPr>
          <a:xfrm>
            <a:off x="2894076" y="6414516"/>
            <a:ext cx="64008" cy="64008"/>
          </a:xfrm>
          <a:prstGeom prst="rect">
            <a:avLst/>
          </a:prstGeom>
          <a:solidFill>
            <a:srgbClr val="FFB8AE"/>
          </a:solidFill>
          <a:ln/>
        </p:spPr>
      </p:sp>
      <p:sp>
        <p:nvSpPr>
          <p:cNvPr id="8" name="o7"/>
          <p:cNvSpPr/>
          <p:nvPr/>
        </p:nvSpPr>
        <p:spPr>
          <a:xfrm>
            <a:off x="3122676" y="6414516"/>
            <a:ext cx="64008" cy="64008"/>
          </a:xfrm>
          <a:prstGeom prst="rect">
            <a:avLst/>
          </a:prstGeom>
          <a:solidFill>
            <a:srgbClr val="FFB8AE"/>
          </a:solidFill>
          <a:ln/>
        </p:spPr>
      </p:sp>
      <p:sp>
        <p:nvSpPr>
          <p:cNvPr id="9" name="o8"/>
          <p:cNvSpPr/>
          <p:nvPr/>
        </p:nvSpPr>
        <p:spPr>
          <a:xfrm>
            <a:off x="3351276" y="6414516"/>
            <a:ext cx="64008" cy="64008"/>
          </a:xfrm>
          <a:prstGeom prst="rect">
            <a:avLst/>
          </a:prstGeom>
          <a:solidFill>
            <a:srgbClr val="FFB8AE"/>
          </a:solidFill>
          <a:ln/>
        </p:spPr>
      </p:sp>
      <p:sp>
        <p:nvSpPr>
          <p:cNvPr id="10" name="o9"/>
          <p:cNvSpPr/>
          <p:nvPr/>
        </p:nvSpPr>
        <p:spPr>
          <a:xfrm>
            <a:off x="3579876" y="6414516"/>
            <a:ext cx="64008" cy="64008"/>
          </a:xfrm>
          <a:prstGeom prst="rect">
            <a:avLst/>
          </a:prstGeom>
          <a:solidFill>
            <a:srgbClr val="FFB8AE"/>
          </a:solidFill>
          <a:ln/>
        </p:spPr>
      </p:sp>
      <p:sp>
        <p:nvSpPr>
          <p:cNvPr id="11" name="o10"/>
          <p:cNvSpPr/>
          <p:nvPr/>
        </p:nvSpPr>
        <p:spPr>
          <a:xfrm>
            <a:off x="3808476" y="6414516"/>
            <a:ext cx="64008" cy="64008"/>
          </a:xfrm>
          <a:prstGeom prst="rect">
            <a:avLst/>
          </a:prstGeom>
          <a:solidFill>
            <a:srgbClr val="FFB8AE"/>
          </a:solidFill>
          <a:ln/>
        </p:spPr>
      </p:sp>
      <p:sp>
        <p:nvSpPr>
          <p:cNvPr id="12" name="o11"/>
          <p:cNvSpPr/>
          <p:nvPr/>
        </p:nvSpPr>
        <p:spPr>
          <a:xfrm>
            <a:off x="4037076" y="6414516"/>
            <a:ext cx="64008" cy="64008"/>
          </a:xfrm>
          <a:prstGeom prst="rect">
            <a:avLst/>
          </a:prstGeom>
          <a:solidFill>
            <a:srgbClr val="FFB8AE"/>
          </a:solidFill>
          <a:ln/>
        </p:spPr>
      </p:sp>
      <p:sp>
        <p:nvSpPr>
          <p:cNvPr id="13" name="o12"/>
          <p:cNvSpPr/>
          <p:nvPr/>
        </p:nvSpPr>
        <p:spPr>
          <a:xfrm>
            <a:off x="4265676" y="6414516"/>
            <a:ext cx="64008" cy="64008"/>
          </a:xfrm>
          <a:prstGeom prst="rect">
            <a:avLst/>
          </a:prstGeom>
          <a:solidFill>
            <a:srgbClr val="FFB8AE"/>
          </a:solidFill>
          <a:ln/>
        </p:spPr>
      </p:sp>
      <p:sp>
        <p:nvSpPr>
          <p:cNvPr id="14" name="o13"/>
          <p:cNvSpPr/>
          <p:nvPr/>
        </p:nvSpPr>
        <p:spPr>
          <a:xfrm>
            <a:off x="4494276" y="6414516"/>
            <a:ext cx="64008" cy="64008"/>
          </a:xfrm>
          <a:prstGeom prst="rect">
            <a:avLst/>
          </a:prstGeom>
          <a:solidFill>
            <a:srgbClr val="FFB8AE"/>
          </a:solidFill>
          <a:ln/>
        </p:spPr>
      </p:sp>
      <p:sp>
        <p:nvSpPr>
          <p:cNvPr id="15" name="o14"/>
          <p:cNvSpPr/>
          <p:nvPr/>
        </p:nvSpPr>
        <p:spPr>
          <a:xfrm>
            <a:off x="4722876" y="6414516"/>
            <a:ext cx="64008" cy="64008"/>
          </a:xfrm>
          <a:prstGeom prst="rect">
            <a:avLst/>
          </a:prstGeom>
          <a:solidFill>
            <a:srgbClr val="FFB8AE"/>
          </a:solidFill>
          <a:ln/>
        </p:spPr>
      </p:sp>
      <p:sp>
        <p:nvSpPr>
          <p:cNvPr id="16" name="o15"/>
          <p:cNvSpPr/>
          <p:nvPr/>
        </p:nvSpPr>
        <p:spPr>
          <a:xfrm>
            <a:off x="4951476" y="6414516"/>
            <a:ext cx="64008" cy="64008"/>
          </a:xfrm>
          <a:prstGeom prst="rect">
            <a:avLst/>
          </a:prstGeom>
          <a:solidFill>
            <a:srgbClr val="FFB8AE"/>
          </a:solidFill>
          <a:ln/>
        </p:spPr>
      </p:sp>
      <p:sp>
        <p:nvSpPr>
          <p:cNvPr id="17" name="o16"/>
          <p:cNvSpPr/>
          <p:nvPr/>
        </p:nvSpPr>
        <p:spPr>
          <a:xfrm>
            <a:off x="5180076" y="6414516"/>
            <a:ext cx="64008" cy="64008"/>
          </a:xfrm>
          <a:prstGeom prst="rect">
            <a:avLst/>
          </a:prstGeom>
          <a:solidFill>
            <a:srgbClr val="FFB8AE"/>
          </a:solidFill>
          <a:ln/>
        </p:spPr>
      </p:sp>
      <p:sp>
        <p:nvSpPr>
          <p:cNvPr id="18" name="o17"/>
          <p:cNvSpPr/>
          <p:nvPr/>
        </p:nvSpPr>
        <p:spPr>
          <a:xfrm>
            <a:off x="5408676" y="6414516"/>
            <a:ext cx="64008" cy="64008"/>
          </a:xfrm>
          <a:prstGeom prst="rect">
            <a:avLst/>
          </a:prstGeom>
          <a:solidFill>
            <a:srgbClr val="FFB8AE"/>
          </a:solidFill>
          <a:ln/>
        </p:spPr>
      </p:sp>
      <p:sp>
        <p:nvSpPr>
          <p:cNvPr id="19" name="o18"/>
          <p:cNvSpPr/>
          <p:nvPr/>
        </p:nvSpPr>
        <p:spPr>
          <a:xfrm>
            <a:off x="5637276" y="6414516"/>
            <a:ext cx="64008" cy="64008"/>
          </a:xfrm>
          <a:prstGeom prst="rect">
            <a:avLst/>
          </a:prstGeom>
          <a:solidFill>
            <a:srgbClr val="FFB8AE"/>
          </a:solidFill>
          <a:ln/>
        </p:spPr>
      </p:sp>
      <p:sp>
        <p:nvSpPr>
          <p:cNvPr id="20" name="o19"/>
          <p:cNvSpPr/>
          <p:nvPr/>
        </p:nvSpPr>
        <p:spPr>
          <a:xfrm>
            <a:off x="5865876" y="6414516"/>
            <a:ext cx="64008" cy="64008"/>
          </a:xfrm>
          <a:prstGeom prst="rect">
            <a:avLst/>
          </a:prstGeom>
          <a:solidFill>
            <a:srgbClr val="FFB8AE"/>
          </a:solidFill>
          <a:ln/>
        </p:spPr>
      </p:sp>
      <p:sp>
        <p:nvSpPr>
          <p:cNvPr id="21" name="o20"/>
          <p:cNvSpPr/>
          <p:nvPr/>
        </p:nvSpPr>
        <p:spPr>
          <a:xfrm>
            <a:off x="6094476" y="6414516"/>
            <a:ext cx="64008" cy="64008"/>
          </a:xfrm>
          <a:prstGeom prst="rect">
            <a:avLst/>
          </a:prstGeom>
          <a:solidFill>
            <a:srgbClr val="FFB8AE"/>
          </a:solidFill>
          <a:ln/>
        </p:spPr>
      </p:sp>
      <p:sp>
        <p:nvSpPr>
          <p:cNvPr id="22" name="o21"/>
          <p:cNvSpPr/>
          <p:nvPr/>
        </p:nvSpPr>
        <p:spPr>
          <a:xfrm>
            <a:off x="6323076" y="6414516"/>
            <a:ext cx="64008" cy="64008"/>
          </a:xfrm>
          <a:prstGeom prst="rect">
            <a:avLst/>
          </a:prstGeom>
          <a:solidFill>
            <a:srgbClr val="FFB8AE"/>
          </a:solidFill>
          <a:ln/>
        </p:spPr>
      </p:sp>
      <p:sp>
        <p:nvSpPr>
          <p:cNvPr id="23" name="o22"/>
          <p:cNvSpPr/>
          <p:nvPr/>
        </p:nvSpPr>
        <p:spPr>
          <a:xfrm>
            <a:off x="6551676" y="6414516"/>
            <a:ext cx="64008" cy="64008"/>
          </a:xfrm>
          <a:prstGeom prst="rect">
            <a:avLst/>
          </a:prstGeom>
          <a:solidFill>
            <a:srgbClr val="FFB8AE"/>
          </a:solidFill>
          <a:ln/>
        </p:spPr>
      </p:sp>
      <p:sp>
        <p:nvSpPr>
          <p:cNvPr id="24" name="o23"/>
          <p:cNvSpPr/>
          <p:nvPr/>
        </p:nvSpPr>
        <p:spPr>
          <a:xfrm>
            <a:off x="6780276" y="6414516"/>
            <a:ext cx="64008" cy="64008"/>
          </a:xfrm>
          <a:prstGeom prst="rect">
            <a:avLst/>
          </a:prstGeom>
          <a:solidFill>
            <a:srgbClr val="FFB8AE"/>
          </a:solidFill>
          <a:ln/>
        </p:spPr>
      </p:sp>
      <p:sp>
        <p:nvSpPr>
          <p:cNvPr id="25" name="o24"/>
          <p:cNvSpPr/>
          <p:nvPr/>
        </p:nvSpPr>
        <p:spPr>
          <a:xfrm>
            <a:off x="7008876" y="6414516"/>
            <a:ext cx="64008" cy="64008"/>
          </a:xfrm>
          <a:prstGeom prst="rect">
            <a:avLst/>
          </a:prstGeom>
          <a:solidFill>
            <a:srgbClr val="FFB8AE"/>
          </a:solidFill>
          <a:ln/>
        </p:spPr>
      </p:sp>
      <p:sp>
        <p:nvSpPr>
          <p:cNvPr id="26" name="o25"/>
          <p:cNvSpPr/>
          <p:nvPr/>
        </p:nvSpPr>
        <p:spPr>
          <a:xfrm>
            <a:off x="7237476" y="6414516"/>
            <a:ext cx="64008" cy="64008"/>
          </a:xfrm>
          <a:prstGeom prst="rect">
            <a:avLst/>
          </a:prstGeom>
          <a:solidFill>
            <a:srgbClr val="FFB8AE"/>
          </a:solidFill>
          <a:ln/>
        </p:spPr>
      </p:sp>
      <p:sp>
        <p:nvSpPr>
          <p:cNvPr id="27" name="o26"/>
          <p:cNvSpPr/>
          <p:nvPr/>
        </p:nvSpPr>
        <p:spPr>
          <a:xfrm>
            <a:off x="7466076" y="6414516"/>
            <a:ext cx="64008" cy="64008"/>
          </a:xfrm>
          <a:prstGeom prst="rect">
            <a:avLst/>
          </a:prstGeom>
          <a:solidFill>
            <a:srgbClr val="FFB8AE"/>
          </a:solidFill>
          <a:ln/>
        </p:spPr>
      </p:sp>
      <p:sp>
        <p:nvSpPr>
          <p:cNvPr id="28" name="o27"/>
          <p:cNvSpPr/>
          <p:nvPr/>
        </p:nvSpPr>
        <p:spPr>
          <a:xfrm>
            <a:off x="7694676" y="6414516"/>
            <a:ext cx="64008" cy="64008"/>
          </a:xfrm>
          <a:prstGeom prst="rect">
            <a:avLst/>
          </a:prstGeom>
          <a:solidFill>
            <a:srgbClr val="FFB8AE"/>
          </a:solidFill>
          <a:ln/>
        </p:spPr>
      </p:sp>
      <p:sp>
        <p:nvSpPr>
          <p:cNvPr id="29" name="o28"/>
          <p:cNvSpPr/>
          <p:nvPr/>
        </p:nvSpPr>
        <p:spPr>
          <a:xfrm>
            <a:off x="7923276" y="6414516"/>
            <a:ext cx="64008" cy="64008"/>
          </a:xfrm>
          <a:prstGeom prst="rect">
            <a:avLst/>
          </a:prstGeom>
          <a:solidFill>
            <a:srgbClr val="FFB8AE"/>
          </a:solidFill>
          <a:ln/>
        </p:spPr>
      </p:sp>
      <p:sp>
        <p:nvSpPr>
          <p:cNvPr id="30" name="o29"/>
          <p:cNvSpPr/>
          <p:nvPr/>
        </p:nvSpPr>
        <p:spPr>
          <a:xfrm>
            <a:off x="8151876" y="6414516"/>
            <a:ext cx="64008" cy="64008"/>
          </a:xfrm>
          <a:prstGeom prst="rect">
            <a:avLst/>
          </a:prstGeom>
          <a:solidFill>
            <a:srgbClr val="FFB8AE"/>
          </a:solidFill>
          <a:ln/>
        </p:spPr>
      </p:sp>
      <p:sp>
        <p:nvSpPr>
          <p:cNvPr id="31" name="o30"/>
          <p:cNvSpPr/>
          <p:nvPr/>
        </p:nvSpPr>
        <p:spPr>
          <a:xfrm>
            <a:off x="8380476" y="6414516"/>
            <a:ext cx="64008" cy="64008"/>
          </a:xfrm>
          <a:prstGeom prst="rect">
            <a:avLst/>
          </a:prstGeom>
          <a:solidFill>
            <a:srgbClr val="FFB8AE"/>
          </a:solidFill>
          <a:ln/>
        </p:spPr>
      </p:sp>
      <p:sp>
        <p:nvSpPr>
          <p:cNvPr id="32" name="o31"/>
          <p:cNvSpPr/>
          <p:nvPr/>
        </p:nvSpPr>
        <p:spPr>
          <a:xfrm>
            <a:off x="8609076" y="6414516"/>
            <a:ext cx="64008" cy="64008"/>
          </a:xfrm>
          <a:prstGeom prst="rect">
            <a:avLst/>
          </a:prstGeom>
          <a:solidFill>
            <a:srgbClr val="FFB8AE"/>
          </a:solidFill>
          <a:ln/>
        </p:spPr>
      </p:sp>
      <p:sp>
        <p:nvSpPr>
          <p:cNvPr id="33" name="o32"/>
          <p:cNvSpPr/>
          <p:nvPr/>
        </p:nvSpPr>
        <p:spPr>
          <a:xfrm>
            <a:off x="8837676" y="6414516"/>
            <a:ext cx="64008" cy="64008"/>
          </a:xfrm>
          <a:prstGeom prst="rect">
            <a:avLst/>
          </a:prstGeom>
          <a:solidFill>
            <a:srgbClr val="FFB8AE"/>
          </a:solidFill>
          <a:ln/>
        </p:spPr>
      </p:sp>
      <p:sp>
        <p:nvSpPr>
          <p:cNvPr id="34" name="o33"/>
          <p:cNvSpPr/>
          <p:nvPr/>
        </p:nvSpPr>
        <p:spPr>
          <a:xfrm>
            <a:off x="9066276" y="6414516"/>
            <a:ext cx="64008" cy="64008"/>
          </a:xfrm>
          <a:prstGeom prst="rect">
            <a:avLst/>
          </a:prstGeom>
          <a:solidFill>
            <a:srgbClr val="FFB8AE"/>
          </a:solidFill>
          <a:ln/>
        </p:spPr>
      </p:sp>
      <p:sp>
        <p:nvSpPr>
          <p:cNvPr id="35" name="o34"/>
          <p:cNvSpPr/>
          <p:nvPr/>
        </p:nvSpPr>
        <p:spPr>
          <a:xfrm>
            <a:off x="9294876" y="6414516"/>
            <a:ext cx="64008" cy="64008"/>
          </a:xfrm>
          <a:prstGeom prst="rect">
            <a:avLst/>
          </a:prstGeom>
          <a:solidFill>
            <a:srgbClr val="FFB8AE"/>
          </a:solidFill>
          <a:ln/>
        </p:spPr>
      </p:sp>
      <p:sp>
        <p:nvSpPr>
          <p:cNvPr id="36" name="o35"/>
          <p:cNvSpPr/>
          <p:nvPr/>
        </p:nvSpPr>
        <p:spPr>
          <a:xfrm>
            <a:off x="9523476" y="6414516"/>
            <a:ext cx="64008" cy="64008"/>
          </a:xfrm>
          <a:prstGeom prst="rect">
            <a:avLst/>
          </a:prstGeom>
          <a:solidFill>
            <a:srgbClr val="FFB8AE"/>
          </a:solidFill>
          <a:ln/>
        </p:spPr>
      </p:sp>
      <p:sp>
        <p:nvSpPr>
          <p:cNvPr id="37" name="o36"/>
          <p:cNvSpPr/>
          <p:nvPr/>
        </p:nvSpPr>
        <p:spPr>
          <a:xfrm>
            <a:off x="9752076" y="6414516"/>
            <a:ext cx="64008" cy="64008"/>
          </a:xfrm>
          <a:prstGeom prst="rect">
            <a:avLst/>
          </a:prstGeom>
          <a:solidFill>
            <a:srgbClr val="FFB8AE"/>
          </a:solidFill>
          <a:ln/>
        </p:spPr>
      </p:sp>
      <p:sp>
        <p:nvSpPr>
          <p:cNvPr id="38" name="o37"/>
          <p:cNvSpPr/>
          <p:nvPr/>
        </p:nvSpPr>
        <p:spPr>
          <a:xfrm>
            <a:off x="9980676" y="6414516"/>
            <a:ext cx="64008" cy="64008"/>
          </a:xfrm>
          <a:prstGeom prst="rect">
            <a:avLst/>
          </a:prstGeom>
          <a:solidFill>
            <a:srgbClr val="FFB8AE"/>
          </a:solidFill>
          <a:ln/>
        </p:spPr>
      </p:sp>
      <p:sp>
        <p:nvSpPr>
          <p:cNvPr id="39" name="o38"/>
          <p:cNvSpPr/>
          <p:nvPr/>
        </p:nvSpPr>
        <p:spPr>
          <a:xfrm>
            <a:off x="10209276" y="6414516"/>
            <a:ext cx="64008" cy="64008"/>
          </a:xfrm>
          <a:prstGeom prst="rect">
            <a:avLst/>
          </a:prstGeom>
          <a:solidFill>
            <a:srgbClr val="FFB8AE"/>
          </a:solidFill>
          <a:ln/>
        </p:spPr>
      </p:sp>
      <p:sp>
        <p:nvSpPr>
          <p:cNvPr id="40" name="o39"/>
          <p:cNvSpPr/>
          <p:nvPr/>
        </p:nvSpPr>
        <p:spPr>
          <a:xfrm>
            <a:off x="10437876" y="6414516"/>
            <a:ext cx="64008" cy="64008"/>
          </a:xfrm>
          <a:prstGeom prst="rect">
            <a:avLst/>
          </a:prstGeom>
          <a:solidFill>
            <a:srgbClr val="FFB8AE"/>
          </a:solidFill>
          <a:ln/>
        </p:spPr>
      </p:sp>
      <p:sp>
        <p:nvSpPr>
          <p:cNvPr id="41" name="o40"/>
          <p:cNvSpPr/>
          <p:nvPr/>
        </p:nvSpPr>
        <p:spPr>
          <a:xfrm>
            <a:off x="10666476" y="6414516"/>
            <a:ext cx="64008" cy="64008"/>
          </a:xfrm>
          <a:prstGeom prst="rect">
            <a:avLst/>
          </a:prstGeom>
          <a:solidFill>
            <a:srgbClr val="FFB8AE"/>
          </a:solidFill>
          <a:ln/>
        </p:spPr>
      </p:sp>
      <p:sp>
        <p:nvSpPr>
          <p:cNvPr id="42" name="o41"/>
          <p:cNvSpPr/>
          <p:nvPr/>
        </p:nvSpPr>
        <p:spPr>
          <a:xfrm>
            <a:off x="10895076" y="6414516"/>
            <a:ext cx="64008" cy="64008"/>
          </a:xfrm>
          <a:prstGeom prst="rect">
            <a:avLst/>
          </a:prstGeom>
          <a:solidFill>
            <a:srgbClr val="FFB8AE"/>
          </a:solidFill>
          <a:ln/>
        </p:spPr>
      </p:sp>
      <p:sp>
        <p:nvSpPr>
          <p:cNvPr id="43" name="o42"/>
          <p:cNvSpPr/>
          <p:nvPr/>
        </p:nvSpPr>
        <p:spPr>
          <a:xfrm>
            <a:off x="11123676" y="6414516"/>
            <a:ext cx="64008" cy="64008"/>
          </a:xfrm>
          <a:prstGeom prst="rect">
            <a:avLst/>
          </a:prstGeom>
          <a:solidFill>
            <a:srgbClr val="FFB8AE"/>
          </a:solidFill>
          <a:ln/>
        </p:spPr>
      </p:sp>
      <p:pic>
        <p:nvPicPr>
          <p:cNvPr id="44" name="o43" descr="super pac-gomme">    </p:cNvPr>
          <p:cNvPicPr>
            <a:picLocks noChangeAspect="1"/>
          </p:cNvPicPr>
          <p:nvPr/>
        </p:nvPicPr>
        <p:blipFill>
          <a:blip r:embed="rId4"/>
          <a:stretch>
            <a:fillRect/>
          </a:stretch>
        </p:blipFill>
        <p:spPr>
          <a:xfrm>
            <a:off x="11448288" y="6355080"/>
            <a:ext cx="182880" cy="182880"/>
          </a:xfrm>
          <a:prstGeom prst="rect">
            <a:avLst/>
          </a:prstGeom>
        </p:spPr>
      </p:pic>
      <p:pic>
        <p:nvPicPr>
          <p:cNvPr id="45" name="o44" descr="Pac-Man : progression">    </p:cNvPr>
          <p:cNvPicPr>
            <a:picLocks noChangeAspect="1"/>
          </p:cNvPicPr>
          <p:nvPr/>
        </p:nvPicPr>
        <p:blipFill>
          <a:blip r:embed="rId5"/>
          <a:stretch>
            <a:fillRect/>
          </a:stretch>
        </p:blipFill>
        <p:spPr>
          <a:xfrm>
            <a:off x="2097024" y="6291072"/>
            <a:ext cx="310896" cy="310896"/>
          </a:xfrm>
          <a:prstGeom prst="rect">
            <a:avLst/>
          </a:prstGeom>
        </p:spPr>
      </p:pic>
      <p:pic>
        <p:nvPicPr>
          <p:cNvPr id="46" name="o45" descr="fantôme">    </p:cNvPr>
          <p:cNvPicPr>
            <a:picLocks noChangeAspect="1"/>
          </p:cNvPicPr>
          <p:nvPr/>
        </p:nvPicPr>
        <p:blipFill>
          <a:blip r:embed="rId6"/>
          <a:stretch>
            <a:fillRect/>
          </a:stretch>
        </p:blipFill>
        <p:spPr>
          <a:xfrm>
            <a:off x="1530096" y="6291072"/>
            <a:ext cx="310896" cy="310896"/>
          </a:xfrm>
          <a:prstGeom prst="rect">
            <a:avLst/>
          </a:prstGeom>
        </p:spPr>
      </p:pic>
      <p:sp>
        <p:nvSpPr>
          <p:cNvPr id="47" name="o46"/>
          <p:cNvSpPr/>
          <p:nvPr/>
        </p:nvSpPr>
        <p:spPr>
          <a:xfrm>
            <a:off x="548640" y="1691640"/>
            <a:ext cx="3566160" cy="502920"/>
          </a:xfrm>
          <a:prstGeom prst="roundRect">
            <a:avLst>
              <a:gd name="adj" fmla="val 14545"/>
            </a:avLst>
          </a:prstGeom>
          <a:solidFill>
            <a:srgbClr val="000000"/>
          </a:solidFill>
          <a:ln w="28575">
            <a:solidFill>
              <a:srgbClr val="FFB8FF"/>
            </a:solidFill>
            <a:prstDash val="solid"/>
          </a:ln>
        </p:spPr>
      </p:sp>
      <p:sp>
        <p:nvSpPr>
          <p:cNvPr id="48" name="o47"/>
          <p:cNvSpPr/>
          <p:nvPr/>
        </p:nvSpPr>
        <p:spPr>
          <a:xfrm>
            <a:off x="617220" y="1760220"/>
            <a:ext cx="3429000" cy="365760"/>
          </a:xfrm>
          <a:prstGeom prst="roundRect">
            <a:avLst>
              <a:gd name="adj" fmla="val 5000"/>
            </a:avLst>
          </a:prstGeom>
          <a:ln w="12700">
            <a:solidFill>
              <a:srgbClr val="FFB8FF"/>
            </a:solidFill>
            <a:prstDash val="solid"/>
          </a:ln>
        </p:spPr>
      </p:sp>
      <p:pic>
        <p:nvPicPr>
          <p:cNvPr id="49" name="o48" descr="ROLE : DATA ANALYST">    </p:cNvPr>
          <p:cNvPicPr>
            <a:picLocks noChangeAspect="1"/>
          </p:cNvPicPr>
          <p:nvPr/>
        </p:nvPicPr>
        <p:blipFill>
          <a:blip r:embed="rId7"/>
          <a:stretch>
            <a:fillRect/>
          </a:stretch>
        </p:blipFill>
        <p:spPr>
          <a:xfrm>
            <a:off x="941832" y="1856232"/>
            <a:ext cx="2779776" cy="146304"/>
          </a:xfrm>
          <a:prstGeom prst="rect">
            <a:avLst/>
          </a:prstGeom>
        </p:spPr>
      </p:pic>
      <p:sp>
        <p:nvSpPr>
          <p:cNvPr id="50" name="o49"/>
          <p:cNvSpPr txBox="1"/>
          <p:nvPr/>
        </p:nvSpPr>
        <p:spPr>
          <a:xfrm>
            <a:off x="548640" y="2423160"/>
            <a:ext cx="5394960" cy="146304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Qu'est-ce qui fait </a:t>
            </a:r>
            <a:pPr indent="0" marL="0">
              <a:buNone/>
            </a:pPr>
            <a:r>
              <a:rPr lang="en-US" sz="3400" b="1" dirty="0">
                <a:solidFill>
                  <a:srgbClr val="FFE600"/>
                </a:solidFill>
                <a:latin typeface="Arial" pitchFamily="34" charset="0"/>
                <a:ea typeface="Arial" pitchFamily="34" charset="-122"/>
                <a:cs typeface="Arial" pitchFamily="34" charset="-120"/>
              </a:rPr>
              <a:t>vendre</a:t>
            </a:r>
            <a:pPr indent="0" marL="0">
              <a:buNone/>
            </a:pPr>
            <a:r>
              <a:rPr lang="en-US" sz="3400" b="1" dirty="0">
                <a:solidFill>
                  <a:srgbClr val="FFFFFF"/>
                </a:solidFill>
                <a:latin typeface="Arial" pitchFamily="34" charset="0"/>
                <a:ea typeface="Arial" pitchFamily="34" charset="-122"/>
                <a:cs typeface="Arial" pitchFamily="34" charset="-120"/>
              </a:rPr>
              <a:t> un jeu vidéo ?</a:t>
            </a:r>
            <a:endParaRPr lang="en-US" sz="3400" dirty="0"/>
          </a:p>
        </p:txBody>
      </p:sp>
      <p:sp>
        <p:nvSpPr>
          <p:cNvPr id="51" name="o50"/>
          <p:cNvSpPr txBox="1"/>
          <p:nvPr/>
        </p:nvSpPr>
        <p:spPr>
          <a:xfrm>
            <a:off x="548640" y="4023360"/>
            <a:ext cx="5120640" cy="822960"/>
          </a:xfrm>
          <a:prstGeom prst="rect">
            <a:avLst/>
          </a:prstGeom>
          <a:noFill/>
          <a:ln/>
        </p:spPr>
        <p:txBody>
          <a:bodyPr wrap="square" lIns="0" tIns="0" rIns="0" bIns="0" rtlCol="0" anchor="t"/>
          <a:lstStyle/>
          <a:p>
            <a:pPr indent="0" marL="0">
              <a:buNone/>
            </a:pPr>
            <a:r>
              <a:rPr lang="en-US" sz="1700" dirty="0">
                <a:solidFill>
                  <a:srgbClr val="C4C4E4"/>
                </a:solidFill>
                <a:latin typeface="Arial" pitchFamily="34" charset="0"/>
                <a:ea typeface="Arial" pitchFamily="34" charset="-122"/>
                <a:cs typeface="Arial" pitchFamily="34" charset="-120"/>
              </a:rPr>
              <a:t>Nettoyer les ventes mondiales de jeux, explorer les tendances et en tirer des insights métier.</a:t>
            </a:r>
            <a:endParaRPr lang="en-US" sz="1700" dirty="0"/>
          </a:p>
        </p:txBody>
      </p:sp>
      <p:sp>
        <p:nvSpPr>
          <p:cNvPr id="52" name="o51"/>
          <p:cNvSpPr txBox="1"/>
          <p:nvPr/>
        </p:nvSpPr>
        <p:spPr>
          <a:xfrm>
            <a:off x="548640" y="5074920"/>
            <a:ext cx="5120640" cy="548640"/>
          </a:xfrm>
          <a:prstGeom prst="rect">
            <a:avLst/>
          </a:prstGeom>
          <a:noFill/>
          <a:ln/>
        </p:spPr>
        <p:txBody>
          <a:bodyPr wrap="square" lIns="0" tIns="0" rIns="0" bIns="0" rtlCol="0" anchor="t"/>
          <a:lstStyle/>
          <a:p>
            <a:pPr indent="0" marL="0">
              <a:buNone/>
            </a:pPr>
            <a:r>
              <a:rPr lang="en-US" sz="1200" dirty="0">
                <a:solidFill>
                  <a:srgbClr val="7C7CAA"/>
                </a:solidFill>
                <a:latin typeface="Arial" pitchFamily="34" charset="0"/>
                <a:ea typeface="Arial" pitchFamily="34" charset="-122"/>
                <a:cs typeface="Arial" pitchFamily="34" charset="-120"/>
              </a:rPr>
              <a:t>Source : VGChartz · ventes en millions d'exemplaires · Amérique du Nord, Europe, Japon, reste du monde</a:t>
            </a:r>
            <a:endParaRPr lang="en-US" sz="1200" dirty="0"/>
          </a:p>
        </p:txBody>
      </p:sp>
      <p:sp>
        <p:nvSpPr>
          <p:cNvPr id="53" name="o52"/>
          <p:cNvSpPr/>
          <p:nvPr/>
        </p:nvSpPr>
        <p:spPr>
          <a:xfrm>
            <a:off x="6446520" y="1691640"/>
            <a:ext cx="2496312" cy="1874520"/>
          </a:xfrm>
          <a:prstGeom prst="roundRect">
            <a:avLst>
              <a:gd name="adj" fmla="val 6829"/>
            </a:avLst>
          </a:prstGeom>
          <a:solidFill>
            <a:srgbClr val="000000"/>
          </a:solidFill>
          <a:ln w="28575">
            <a:solidFill>
              <a:srgbClr val="2121DE"/>
            </a:solidFill>
            <a:prstDash val="solid"/>
          </a:ln>
        </p:spPr>
      </p:sp>
      <p:sp>
        <p:nvSpPr>
          <p:cNvPr id="54" name="o53"/>
          <p:cNvSpPr/>
          <p:nvPr/>
        </p:nvSpPr>
        <p:spPr>
          <a:xfrm>
            <a:off x="6515100" y="1760220"/>
            <a:ext cx="2359152" cy="1737360"/>
          </a:xfrm>
          <a:prstGeom prst="roundRect">
            <a:avLst>
              <a:gd name="adj" fmla="val 3421"/>
            </a:avLst>
          </a:prstGeom>
          <a:ln w="12700">
            <a:solidFill>
              <a:srgbClr val="2121DE"/>
            </a:solidFill>
            <a:prstDash val="solid"/>
          </a:ln>
        </p:spPr>
      </p:sp>
      <p:pic>
        <p:nvPicPr>
          <p:cNvPr id="55" name="o54" descr="16 598">    </p:cNvPr>
          <p:cNvPicPr>
            <a:picLocks noChangeAspect="1"/>
          </p:cNvPicPr>
          <p:nvPr/>
        </p:nvPicPr>
        <p:blipFill>
          <a:blip r:embed="rId8"/>
          <a:stretch>
            <a:fillRect/>
          </a:stretch>
        </p:blipFill>
        <p:spPr>
          <a:xfrm>
            <a:off x="6720840" y="2148840"/>
            <a:ext cx="1645920" cy="274320"/>
          </a:xfrm>
          <a:prstGeom prst="rect">
            <a:avLst/>
          </a:prstGeom>
        </p:spPr>
      </p:pic>
      <p:sp>
        <p:nvSpPr>
          <p:cNvPr id="56" name="o55"/>
          <p:cNvSpPr txBox="1"/>
          <p:nvPr/>
        </p:nvSpPr>
        <p:spPr>
          <a:xfrm>
            <a:off x="6720840" y="2697480"/>
            <a:ext cx="2011680" cy="640080"/>
          </a:xfrm>
          <a:prstGeom prst="rect">
            <a:avLst/>
          </a:prstGeom>
          <a:noFill/>
          <a:ln/>
        </p:spPr>
        <p:txBody>
          <a:bodyPr wrap="square" lIns="0" tIns="0" rIns="0" bIns="0" rtlCol="0" anchor="t"/>
          <a:lstStyle/>
          <a:p>
            <a:pPr indent="0" marL="0">
              <a:buNone/>
            </a:pPr>
            <a:r>
              <a:rPr lang="en-US" sz="1400" dirty="0">
                <a:solidFill>
                  <a:srgbClr val="C4C4E4"/>
                </a:solidFill>
                <a:latin typeface="Arial" pitchFamily="34" charset="0"/>
                <a:ea typeface="Arial" pitchFamily="34" charset="-122"/>
                <a:cs typeface="Arial" pitchFamily="34" charset="-120"/>
              </a:rPr>
              <a:t>jeux dans le fichier</a:t>
            </a:r>
            <a:endParaRPr lang="en-US" sz="1400" dirty="0"/>
          </a:p>
        </p:txBody>
      </p:sp>
      <p:sp>
        <p:nvSpPr>
          <p:cNvPr id="57" name="o56"/>
          <p:cNvSpPr/>
          <p:nvPr/>
        </p:nvSpPr>
        <p:spPr>
          <a:xfrm>
            <a:off x="9144000" y="1691640"/>
            <a:ext cx="2496312" cy="1874520"/>
          </a:xfrm>
          <a:prstGeom prst="roundRect">
            <a:avLst>
              <a:gd name="adj" fmla="val 6829"/>
            </a:avLst>
          </a:prstGeom>
          <a:solidFill>
            <a:srgbClr val="000000"/>
          </a:solidFill>
          <a:ln w="28575">
            <a:solidFill>
              <a:srgbClr val="2121DE"/>
            </a:solidFill>
            <a:prstDash val="solid"/>
          </a:ln>
        </p:spPr>
      </p:sp>
      <p:sp>
        <p:nvSpPr>
          <p:cNvPr id="58" name="o57"/>
          <p:cNvSpPr/>
          <p:nvPr/>
        </p:nvSpPr>
        <p:spPr>
          <a:xfrm>
            <a:off x="9212580" y="1760220"/>
            <a:ext cx="2359152" cy="1737360"/>
          </a:xfrm>
          <a:prstGeom prst="roundRect">
            <a:avLst>
              <a:gd name="adj" fmla="val 3421"/>
            </a:avLst>
          </a:prstGeom>
          <a:ln w="12700">
            <a:solidFill>
              <a:srgbClr val="2121DE"/>
            </a:solidFill>
            <a:prstDash val="solid"/>
          </a:ln>
        </p:spPr>
      </p:sp>
      <p:pic>
        <p:nvPicPr>
          <p:cNvPr id="59" name="o58" descr="37 ANS">    </p:cNvPr>
          <p:cNvPicPr>
            <a:picLocks noChangeAspect="1"/>
          </p:cNvPicPr>
          <p:nvPr/>
        </p:nvPicPr>
        <p:blipFill>
          <a:blip r:embed="rId9"/>
          <a:stretch>
            <a:fillRect/>
          </a:stretch>
        </p:blipFill>
        <p:spPr>
          <a:xfrm>
            <a:off x="9418320" y="2148840"/>
            <a:ext cx="1645920" cy="274320"/>
          </a:xfrm>
          <a:prstGeom prst="rect">
            <a:avLst/>
          </a:prstGeom>
        </p:spPr>
      </p:pic>
      <p:sp>
        <p:nvSpPr>
          <p:cNvPr id="60" name="o59"/>
          <p:cNvSpPr txBox="1"/>
          <p:nvPr/>
        </p:nvSpPr>
        <p:spPr>
          <a:xfrm>
            <a:off x="9418320" y="2697480"/>
            <a:ext cx="2011680" cy="640080"/>
          </a:xfrm>
          <a:prstGeom prst="rect">
            <a:avLst/>
          </a:prstGeom>
          <a:noFill/>
          <a:ln/>
        </p:spPr>
        <p:txBody>
          <a:bodyPr wrap="square" lIns="0" tIns="0" rIns="0" bIns="0" rtlCol="0" anchor="t"/>
          <a:lstStyle/>
          <a:p>
            <a:pPr indent="0" marL="0">
              <a:buNone/>
            </a:pPr>
            <a:r>
              <a:rPr lang="en-US" sz="1400" dirty="0">
                <a:solidFill>
                  <a:srgbClr val="C4C4E4"/>
                </a:solidFill>
                <a:latin typeface="Arial" pitchFamily="34" charset="0"/>
                <a:ea typeface="Arial" pitchFamily="34" charset="-122"/>
                <a:cs typeface="Arial" pitchFamily="34" charset="-120"/>
              </a:rPr>
              <a:t>de 1980 à 2016</a:t>
            </a:r>
            <a:endParaRPr lang="en-US" sz="1400" dirty="0"/>
          </a:p>
        </p:txBody>
      </p:sp>
      <p:sp>
        <p:nvSpPr>
          <p:cNvPr id="61" name="o60"/>
          <p:cNvSpPr/>
          <p:nvPr/>
        </p:nvSpPr>
        <p:spPr>
          <a:xfrm>
            <a:off x="6446520" y="3794760"/>
            <a:ext cx="2496312" cy="1874520"/>
          </a:xfrm>
          <a:prstGeom prst="roundRect">
            <a:avLst>
              <a:gd name="adj" fmla="val 6829"/>
            </a:avLst>
          </a:prstGeom>
          <a:solidFill>
            <a:srgbClr val="000000"/>
          </a:solidFill>
          <a:ln w="28575">
            <a:solidFill>
              <a:srgbClr val="2121DE"/>
            </a:solidFill>
            <a:prstDash val="solid"/>
          </a:ln>
        </p:spPr>
      </p:sp>
      <p:sp>
        <p:nvSpPr>
          <p:cNvPr id="62" name="o61"/>
          <p:cNvSpPr/>
          <p:nvPr/>
        </p:nvSpPr>
        <p:spPr>
          <a:xfrm>
            <a:off x="6515100" y="3863340"/>
            <a:ext cx="2359152" cy="1737360"/>
          </a:xfrm>
          <a:prstGeom prst="roundRect">
            <a:avLst>
              <a:gd name="adj" fmla="val 3421"/>
            </a:avLst>
          </a:prstGeom>
          <a:ln w="12700">
            <a:solidFill>
              <a:srgbClr val="2121DE"/>
            </a:solidFill>
            <a:prstDash val="solid"/>
          </a:ln>
        </p:spPr>
      </p:sp>
      <p:pic>
        <p:nvPicPr>
          <p:cNvPr id="63" name="o62" descr="31">    </p:cNvPr>
          <p:cNvPicPr>
            <a:picLocks noChangeAspect="1"/>
          </p:cNvPicPr>
          <p:nvPr/>
        </p:nvPicPr>
        <p:blipFill>
          <a:blip r:embed="rId10"/>
          <a:stretch>
            <a:fillRect/>
          </a:stretch>
        </p:blipFill>
        <p:spPr>
          <a:xfrm>
            <a:off x="6720840" y="4251960"/>
            <a:ext cx="548640" cy="274320"/>
          </a:xfrm>
          <a:prstGeom prst="rect">
            <a:avLst/>
          </a:prstGeom>
        </p:spPr>
      </p:pic>
      <p:sp>
        <p:nvSpPr>
          <p:cNvPr id="64" name="o63"/>
          <p:cNvSpPr txBox="1"/>
          <p:nvPr/>
        </p:nvSpPr>
        <p:spPr>
          <a:xfrm>
            <a:off x="6720840" y="4800600"/>
            <a:ext cx="2011680" cy="640080"/>
          </a:xfrm>
          <a:prstGeom prst="rect">
            <a:avLst/>
          </a:prstGeom>
          <a:noFill/>
          <a:ln/>
        </p:spPr>
        <p:txBody>
          <a:bodyPr wrap="square" lIns="0" tIns="0" rIns="0" bIns="0" rtlCol="0" anchor="t"/>
          <a:lstStyle/>
          <a:p>
            <a:pPr indent="0" marL="0">
              <a:buNone/>
            </a:pPr>
            <a:r>
              <a:rPr lang="en-US" sz="1400" dirty="0">
                <a:solidFill>
                  <a:srgbClr val="C4C4E4"/>
                </a:solidFill>
                <a:latin typeface="Arial" pitchFamily="34" charset="0"/>
                <a:ea typeface="Arial" pitchFamily="34" charset="-122"/>
                <a:cs typeface="Arial" pitchFamily="34" charset="-120"/>
              </a:rPr>
              <a:t>plateformes, de l'Atari 2600 à la PS4</a:t>
            </a:r>
            <a:endParaRPr lang="en-US" sz="1400" dirty="0"/>
          </a:p>
        </p:txBody>
      </p:sp>
      <p:sp>
        <p:nvSpPr>
          <p:cNvPr id="65" name="o64"/>
          <p:cNvSpPr/>
          <p:nvPr/>
        </p:nvSpPr>
        <p:spPr>
          <a:xfrm>
            <a:off x="9144000" y="3794760"/>
            <a:ext cx="2496312" cy="1874520"/>
          </a:xfrm>
          <a:prstGeom prst="roundRect">
            <a:avLst>
              <a:gd name="adj" fmla="val 6829"/>
            </a:avLst>
          </a:prstGeom>
          <a:solidFill>
            <a:srgbClr val="000000"/>
          </a:solidFill>
          <a:ln w="28575">
            <a:solidFill>
              <a:srgbClr val="2121DE"/>
            </a:solidFill>
            <a:prstDash val="solid"/>
          </a:ln>
        </p:spPr>
      </p:sp>
      <p:sp>
        <p:nvSpPr>
          <p:cNvPr id="66" name="o65"/>
          <p:cNvSpPr/>
          <p:nvPr/>
        </p:nvSpPr>
        <p:spPr>
          <a:xfrm>
            <a:off x="9212580" y="3863340"/>
            <a:ext cx="2359152" cy="1737360"/>
          </a:xfrm>
          <a:prstGeom prst="roundRect">
            <a:avLst>
              <a:gd name="adj" fmla="val 3421"/>
            </a:avLst>
          </a:prstGeom>
          <a:ln w="12700">
            <a:solidFill>
              <a:srgbClr val="2121DE"/>
            </a:solidFill>
            <a:prstDash val="solid"/>
          </a:ln>
        </p:spPr>
      </p:sp>
      <p:pic>
        <p:nvPicPr>
          <p:cNvPr id="67" name="o66" descr="8,9 MD">    </p:cNvPr>
          <p:cNvPicPr>
            <a:picLocks noChangeAspect="1"/>
          </p:cNvPicPr>
          <p:nvPr/>
        </p:nvPicPr>
        <p:blipFill>
          <a:blip r:embed="rId11"/>
          <a:stretch>
            <a:fillRect/>
          </a:stretch>
        </p:blipFill>
        <p:spPr>
          <a:xfrm>
            <a:off x="9418320" y="4251960"/>
            <a:ext cx="1645920" cy="274320"/>
          </a:xfrm>
          <a:prstGeom prst="rect">
            <a:avLst/>
          </a:prstGeom>
        </p:spPr>
      </p:pic>
      <p:sp>
        <p:nvSpPr>
          <p:cNvPr id="68" name="o67"/>
          <p:cNvSpPr txBox="1"/>
          <p:nvPr/>
        </p:nvSpPr>
        <p:spPr>
          <a:xfrm>
            <a:off x="9418320" y="4800600"/>
            <a:ext cx="2011680" cy="640080"/>
          </a:xfrm>
          <a:prstGeom prst="rect">
            <a:avLst/>
          </a:prstGeom>
          <a:noFill/>
          <a:ln/>
        </p:spPr>
        <p:txBody>
          <a:bodyPr wrap="square" lIns="0" tIns="0" rIns="0" bIns="0" rtlCol="0" anchor="t"/>
          <a:lstStyle/>
          <a:p>
            <a:pPr indent="0" marL="0">
              <a:buNone/>
            </a:pPr>
            <a:r>
              <a:rPr lang="en-US" sz="1400" dirty="0">
                <a:solidFill>
                  <a:srgbClr val="C4C4E4"/>
                </a:solidFill>
                <a:latin typeface="Arial" pitchFamily="34" charset="0"/>
                <a:ea typeface="Arial" pitchFamily="34" charset="-122"/>
                <a:cs typeface="Arial" pitchFamily="34" charset="-120"/>
              </a:rPr>
              <a:t>d'exemplaires vendus</a:t>
            </a:r>
            <a:endParaRPr lang="en-US" sz="14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2" fill="hold">
                            <p:stCondLst>
                              <p:cond delay="0"/>
                            </p:stCondLst>
                            <p:childTnLst>
                              <p:par>
                                <p:cTn id="4" presetID="1" presetClass="exit" presetSubtype="0" fill="hold" nodeType="withEffect">
                                  <p:stCondLst>
                                    <p:cond delay="139"/>
                                  </p:stCondLst>
                                  <p:childTnLst>
                                    <p:set>
                                      <p:cBhvr>
                                        <p:cTn id="5" dur="1" fill="hold">
                                          <p:stCondLst>
                                            <p:cond delay="0"/>
                                          </p:stCondLst>
                                        </p:cTn>
                                        <p:tgtEl>
                                          <p:spTgt spid="5"/>
                                        </p:tgtEl>
                                        <p:attrNameLst>
                                          <p:attrName>style.visibility</p:attrName>
                                        </p:attrNameLst>
                                      </p:cBhvr>
                                      <p:to>
                                        <p:strVal val="hidden"/>
                                      </p:to>
                                    </p:set>
                                  </p:childTnLst>
                                </p:cTn>
                              </p:par>
                              <p:par>
                                <p:cTn id="6" presetID="1" presetClass="exit" presetSubtype="0" fill="hold" nodeType="withEffect">
                                  <p:stCondLst>
                                    <p:cond delay="436"/>
                                  </p:stCondLst>
                                  <p:childTnLst>
                                    <p:set>
                                      <p:cBhvr>
                                        <p:cTn id="7" dur="1" fill="hold">
                                          <p:stCondLst>
                                            <p:cond delay="0"/>
                                          </p:stCondLst>
                                        </p:cTn>
                                        <p:tgtEl>
                                          <p:spTgt spid="6"/>
                                        </p:tgtEl>
                                        <p:attrNameLst>
                                          <p:attrName>style.visibility</p:attrName>
                                        </p:attrNameLst>
                                      </p:cBhvr>
                                      <p:to>
                                        <p:strVal val="hidden"/>
                                      </p:to>
                                    </p:set>
                                  </p:childTnLst>
                                </p:cTn>
                              </p:par>
                              <p:par>
                                <p:cTn id="8" presetID="1" presetClass="exit" presetSubtype="0" fill="hold" nodeType="withEffect">
                                  <p:stCondLst>
                                    <p:cond delay="733"/>
                                  </p:stCondLst>
                                  <p:childTnLst>
                                    <p:set>
                                      <p:cBhvr>
                                        <p:cTn id="9" dur="1" fill="hold">
                                          <p:stCondLst>
                                            <p:cond delay="0"/>
                                          </p:stCondLst>
                                        </p:cTn>
                                        <p:tgtEl>
                                          <p:spTgt spid="7"/>
                                        </p:tgtEl>
                                        <p:attrNameLst>
                                          <p:attrName>style.visibility</p:attrName>
                                        </p:attrNameLst>
                                      </p:cBhvr>
                                      <p:to>
                                        <p:strVal val="hidden"/>
                                      </p:to>
                                    </p:set>
                                  </p:childTnLst>
                                </p:cTn>
                              </p:par>
                              <p:par>
                                <p:cTn id="10" presetID="0" presetClass="path" presetSubtype="0" fill="hold" nodeType="withEffect">
                                  <p:stCondLst>
                                    <p:cond delay="0"/>
                                  </p:stCondLst>
                                  <p:childTnLst>
                                    <p:animMotion origin="layout" path="M 0 0 L 0.05675 0 E" pathEditMode="relative" ptsTypes="">
                                      <p:cBhvr>
                                        <p:cTn id="11" dur="900" fill="hold"/>
                                        <p:tgtEl>
                                          <p:spTgt spid="45"/>
                                        </p:tgtEl>
                                        <p:attrNameLst>
                                          <p:attrName>ppt_x</p:attrName>
                                          <p:attrName>ppt_y</p:attrName>
                                        </p:attrNameLst>
                                      </p:cBhvr>
                                    </p:animMotion>
                                  </p:childTnLst>
                                </p:cTn>
                              </p:par>
                              <p:par>
                                <p:cTn id="12" presetID="0" presetClass="path" presetSubtype="0" fill="hold" nodeType="withEffect">
                                  <p:stCondLst>
                                    <p:cond delay="0"/>
                                  </p:stCondLst>
                                  <p:childTnLst>
                                    <p:animMotion origin="layout" path="M 0 0 L 0.05675 0 E" pathEditMode="relative" ptsTypes="">
                                      <p:cBhvr>
                                        <p:cTn id="13" dur="900" fill="hold"/>
                                        <p:tgtEl>
                                          <p:spTgt spid="46"/>
                                        </p:tgtEl>
                                        <p:attrNameLst>
                                          <p:attrName>ppt_x</p:attrName>
                                          <p:attrName>ppt_y</p:attrName>
                                        </p:attrNameLst>
                                      </p:cBhvr>
                                    </p:animMotion>
                                  </p:childTnLst>
                                </p:cTn>
                              </p:par>
                              <p:par>
                                <p:cTn id="14" presetID="10" presetClass="entr" presetSubtype="0" fill="hold" nodeType="withEffect">
                                  <p:stCondLst>
                                    <p:cond delay="200"/>
                                  </p:stCondLst>
                                  <p:childTnLst>
                                    <p:set>
                                      <p:cBhvr>
                                        <p:cTn id="15" dur="1" fill="hold">
                                          <p:stCondLst>
                                            <p:cond delay="0"/>
                                          </p:stCondLst>
                                        </p:cTn>
                                        <p:tgtEl>
                                          <p:spTgt spid="53"/>
                                        </p:tgtEl>
                                        <p:attrNameLst>
                                          <p:attrName>style.visibility</p:attrName>
                                        </p:attrNameLst>
                                      </p:cBhvr>
                                      <p:to>
                                        <p:strVal val="visible"/>
                                      </p:to>
                                    </p:set>
                                    <p:animEffect transition="in" filter="fade">
                                      <p:cBhvr>
                                        <p:cTn id="16" dur="400"/>
                                        <p:tgtEl>
                                          <p:spTgt spid="53"/>
                                        </p:tgtEl>
                                      </p:cBhvr>
                                    </p:animEffect>
                                  </p:childTnLst>
                                </p:cTn>
                              </p:par>
                              <p:par>
                                <p:cTn id="17" presetID="10" presetClass="entr" presetSubtype="0" fill="hold" nodeType="withEffect">
                                  <p:stCondLst>
                                    <p:cond delay="200"/>
                                  </p:stCondLst>
                                  <p:childTnLst>
                                    <p:set>
                                      <p:cBhvr>
                                        <p:cTn id="18" dur="1" fill="hold">
                                          <p:stCondLst>
                                            <p:cond delay="0"/>
                                          </p:stCondLst>
                                        </p:cTn>
                                        <p:tgtEl>
                                          <p:spTgt spid="54"/>
                                        </p:tgtEl>
                                        <p:attrNameLst>
                                          <p:attrName>style.visibility</p:attrName>
                                        </p:attrNameLst>
                                      </p:cBhvr>
                                      <p:to>
                                        <p:strVal val="visible"/>
                                      </p:to>
                                    </p:set>
                                    <p:animEffect transition="in" filter="fade">
                                      <p:cBhvr>
                                        <p:cTn id="19" dur="400"/>
                                        <p:tgtEl>
                                          <p:spTgt spid="54"/>
                                        </p:tgtEl>
                                      </p:cBhvr>
                                    </p:animEffect>
                                  </p:childTnLst>
                                </p:cTn>
                              </p:par>
                              <p:par>
                                <p:cTn id="20" presetID="10" presetClass="entr" presetSubtype="0" fill="hold" nodeType="withEffect">
                                  <p:stCondLst>
                                    <p:cond delay="200"/>
                                  </p:stCondLst>
                                  <p:childTnLst>
                                    <p:set>
                                      <p:cBhvr>
                                        <p:cTn id="21" dur="1" fill="hold">
                                          <p:stCondLst>
                                            <p:cond delay="0"/>
                                          </p:stCondLst>
                                        </p:cTn>
                                        <p:tgtEl>
                                          <p:spTgt spid="55"/>
                                        </p:tgtEl>
                                        <p:attrNameLst>
                                          <p:attrName>style.visibility</p:attrName>
                                        </p:attrNameLst>
                                      </p:cBhvr>
                                      <p:to>
                                        <p:strVal val="visible"/>
                                      </p:to>
                                    </p:set>
                                    <p:animEffect transition="in" filter="fade">
                                      <p:cBhvr>
                                        <p:cTn id="22" dur="400"/>
                                        <p:tgtEl>
                                          <p:spTgt spid="55"/>
                                        </p:tgtEl>
                                      </p:cBhvr>
                                    </p:animEffect>
                                  </p:childTnLst>
                                </p:cTn>
                              </p:par>
                              <p:par>
                                <p:cTn id="23" presetID="10" presetClass="entr" presetSubtype="0" fill="hold" nodeType="withEffect">
                                  <p:stCondLst>
                                    <p:cond delay="200"/>
                                  </p:stCondLst>
                                  <p:childTnLst>
                                    <p:set>
                                      <p:cBhvr>
                                        <p:cTn id="24" dur="1" fill="hold">
                                          <p:stCondLst>
                                            <p:cond delay="0"/>
                                          </p:stCondLst>
                                        </p:cTn>
                                        <p:tgtEl>
                                          <p:spTgt spid="56"/>
                                        </p:tgtEl>
                                        <p:attrNameLst>
                                          <p:attrName>style.visibility</p:attrName>
                                        </p:attrNameLst>
                                      </p:cBhvr>
                                      <p:to>
                                        <p:strVal val="visible"/>
                                      </p:to>
                                    </p:set>
                                    <p:animEffect transition="in" filter="fade">
                                      <p:cBhvr>
                                        <p:cTn id="25" dur="400"/>
                                        <p:tgtEl>
                                          <p:spTgt spid="56"/>
                                        </p:tgtEl>
                                      </p:cBhvr>
                                    </p:animEffect>
                                  </p:childTnLst>
                                </p:cTn>
                              </p:par>
                              <p:par>
                                <p:cTn id="26" presetID="10" presetClass="entr" presetSubtype="0" fill="hold" nodeType="withEffect">
                                  <p:stCondLst>
                                    <p:cond delay="400"/>
                                  </p:stCondLst>
                                  <p:childTnLst>
                                    <p:set>
                                      <p:cBhvr>
                                        <p:cTn id="27" dur="1" fill="hold">
                                          <p:stCondLst>
                                            <p:cond delay="0"/>
                                          </p:stCondLst>
                                        </p:cTn>
                                        <p:tgtEl>
                                          <p:spTgt spid="57"/>
                                        </p:tgtEl>
                                        <p:attrNameLst>
                                          <p:attrName>style.visibility</p:attrName>
                                        </p:attrNameLst>
                                      </p:cBhvr>
                                      <p:to>
                                        <p:strVal val="visible"/>
                                      </p:to>
                                    </p:set>
                                    <p:animEffect transition="in" filter="fade">
                                      <p:cBhvr>
                                        <p:cTn id="28" dur="400"/>
                                        <p:tgtEl>
                                          <p:spTgt spid="57"/>
                                        </p:tgtEl>
                                      </p:cBhvr>
                                    </p:animEffect>
                                  </p:childTnLst>
                                </p:cTn>
                              </p:par>
                              <p:par>
                                <p:cTn id="29" presetID="10" presetClass="entr" presetSubtype="0" fill="hold" nodeType="withEffect">
                                  <p:stCondLst>
                                    <p:cond delay="400"/>
                                  </p:stCondLst>
                                  <p:childTnLst>
                                    <p:set>
                                      <p:cBhvr>
                                        <p:cTn id="30" dur="1" fill="hold">
                                          <p:stCondLst>
                                            <p:cond delay="0"/>
                                          </p:stCondLst>
                                        </p:cTn>
                                        <p:tgtEl>
                                          <p:spTgt spid="58"/>
                                        </p:tgtEl>
                                        <p:attrNameLst>
                                          <p:attrName>style.visibility</p:attrName>
                                        </p:attrNameLst>
                                      </p:cBhvr>
                                      <p:to>
                                        <p:strVal val="visible"/>
                                      </p:to>
                                    </p:set>
                                    <p:animEffect transition="in" filter="fade">
                                      <p:cBhvr>
                                        <p:cTn id="31" dur="400"/>
                                        <p:tgtEl>
                                          <p:spTgt spid="58"/>
                                        </p:tgtEl>
                                      </p:cBhvr>
                                    </p:animEffect>
                                  </p:childTnLst>
                                </p:cTn>
                              </p:par>
                              <p:par>
                                <p:cTn id="32" presetID="10" presetClass="entr" presetSubtype="0" fill="hold" nodeType="withEffect">
                                  <p:stCondLst>
                                    <p:cond delay="400"/>
                                  </p:stCondLst>
                                  <p:childTnLst>
                                    <p:set>
                                      <p:cBhvr>
                                        <p:cTn id="33" dur="1" fill="hold">
                                          <p:stCondLst>
                                            <p:cond delay="0"/>
                                          </p:stCondLst>
                                        </p:cTn>
                                        <p:tgtEl>
                                          <p:spTgt spid="59"/>
                                        </p:tgtEl>
                                        <p:attrNameLst>
                                          <p:attrName>style.visibility</p:attrName>
                                        </p:attrNameLst>
                                      </p:cBhvr>
                                      <p:to>
                                        <p:strVal val="visible"/>
                                      </p:to>
                                    </p:set>
                                    <p:animEffect transition="in" filter="fade">
                                      <p:cBhvr>
                                        <p:cTn id="34" dur="400"/>
                                        <p:tgtEl>
                                          <p:spTgt spid="59"/>
                                        </p:tgtEl>
                                      </p:cBhvr>
                                    </p:animEffect>
                                  </p:childTnLst>
                                </p:cTn>
                              </p:par>
                              <p:par>
                                <p:cTn id="35" presetID="10" presetClass="entr" presetSubtype="0" fill="hold" nodeType="withEffect">
                                  <p:stCondLst>
                                    <p:cond delay="400"/>
                                  </p:stCondLst>
                                  <p:childTnLst>
                                    <p:set>
                                      <p:cBhvr>
                                        <p:cTn id="36" dur="1" fill="hold">
                                          <p:stCondLst>
                                            <p:cond delay="0"/>
                                          </p:stCondLst>
                                        </p:cTn>
                                        <p:tgtEl>
                                          <p:spTgt spid="60"/>
                                        </p:tgtEl>
                                        <p:attrNameLst>
                                          <p:attrName>style.visibility</p:attrName>
                                        </p:attrNameLst>
                                      </p:cBhvr>
                                      <p:to>
                                        <p:strVal val="visible"/>
                                      </p:to>
                                    </p:set>
                                    <p:animEffect transition="in" filter="fade">
                                      <p:cBhvr>
                                        <p:cTn id="37" dur="400"/>
                                        <p:tgtEl>
                                          <p:spTgt spid="60"/>
                                        </p:tgtEl>
                                      </p:cBhvr>
                                    </p:animEffect>
                                  </p:childTnLst>
                                </p:cTn>
                              </p:par>
                              <p:par>
                                <p:cTn id="38" presetID="10" presetClass="entr" presetSubtype="0" fill="hold" nodeType="withEffect">
                                  <p:stCondLst>
                                    <p:cond delay="600"/>
                                  </p:stCondLst>
                                  <p:childTnLst>
                                    <p:set>
                                      <p:cBhvr>
                                        <p:cTn id="39" dur="1" fill="hold">
                                          <p:stCondLst>
                                            <p:cond delay="0"/>
                                          </p:stCondLst>
                                        </p:cTn>
                                        <p:tgtEl>
                                          <p:spTgt spid="61"/>
                                        </p:tgtEl>
                                        <p:attrNameLst>
                                          <p:attrName>style.visibility</p:attrName>
                                        </p:attrNameLst>
                                      </p:cBhvr>
                                      <p:to>
                                        <p:strVal val="visible"/>
                                      </p:to>
                                    </p:set>
                                    <p:animEffect transition="in" filter="fade">
                                      <p:cBhvr>
                                        <p:cTn id="40" dur="400"/>
                                        <p:tgtEl>
                                          <p:spTgt spid="61"/>
                                        </p:tgtEl>
                                      </p:cBhvr>
                                    </p:animEffect>
                                  </p:childTnLst>
                                </p:cTn>
                              </p:par>
                              <p:par>
                                <p:cTn id="41" presetID="10" presetClass="entr" presetSubtype="0" fill="hold" nodeType="withEffect">
                                  <p:stCondLst>
                                    <p:cond delay="600"/>
                                  </p:stCondLst>
                                  <p:childTnLst>
                                    <p:set>
                                      <p:cBhvr>
                                        <p:cTn id="42" dur="1" fill="hold">
                                          <p:stCondLst>
                                            <p:cond delay="0"/>
                                          </p:stCondLst>
                                        </p:cTn>
                                        <p:tgtEl>
                                          <p:spTgt spid="62"/>
                                        </p:tgtEl>
                                        <p:attrNameLst>
                                          <p:attrName>style.visibility</p:attrName>
                                        </p:attrNameLst>
                                      </p:cBhvr>
                                      <p:to>
                                        <p:strVal val="visible"/>
                                      </p:to>
                                    </p:set>
                                    <p:animEffect transition="in" filter="fade">
                                      <p:cBhvr>
                                        <p:cTn id="43" dur="400"/>
                                        <p:tgtEl>
                                          <p:spTgt spid="62"/>
                                        </p:tgtEl>
                                      </p:cBhvr>
                                    </p:animEffect>
                                  </p:childTnLst>
                                </p:cTn>
                              </p:par>
                              <p:par>
                                <p:cTn id="44" presetID="10" presetClass="entr" presetSubtype="0" fill="hold" nodeType="withEffect">
                                  <p:stCondLst>
                                    <p:cond delay="600"/>
                                  </p:stCondLst>
                                  <p:childTnLst>
                                    <p:set>
                                      <p:cBhvr>
                                        <p:cTn id="45" dur="1" fill="hold">
                                          <p:stCondLst>
                                            <p:cond delay="0"/>
                                          </p:stCondLst>
                                        </p:cTn>
                                        <p:tgtEl>
                                          <p:spTgt spid="63"/>
                                        </p:tgtEl>
                                        <p:attrNameLst>
                                          <p:attrName>style.visibility</p:attrName>
                                        </p:attrNameLst>
                                      </p:cBhvr>
                                      <p:to>
                                        <p:strVal val="visible"/>
                                      </p:to>
                                    </p:set>
                                    <p:animEffect transition="in" filter="fade">
                                      <p:cBhvr>
                                        <p:cTn id="46" dur="400"/>
                                        <p:tgtEl>
                                          <p:spTgt spid="63"/>
                                        </p:tgtEl>
                                      </p:cBhvr>
                                    </p:animEffect>
                                  </p:childTnLst>
                                </p:cTn>
                              </p:par>
                              <p:par>
                                <p:cTn id="47" presetID="10" presetClass="entr" presetSubtype="0" fill="hold" nodeType="withEffect">
                                  <p:stCondLst>
                                    <p:cond delay="600"/>
                                  </p:stCondLst>
                                  <p:childTnLst>
                                    <p:set>
                                      <p:cBhvr>
                                        <p:cTn id="48" dur="1" fill="hold">
                                          <p:stCondLst>
                                            <p:cond delay="0"/>
                                          </p:stCondLst>
                                        </p:cTn>
                                        <p:tgtEl>
                                          <p:spTgt spid="64"/>
                                        </p:tgtEl>
                                        <p:attrNameLst>
                                          <p:attrName>style.visibility</p:attrName>
                                        </p:attrNameLst>
                                      </p:cBhvr>
                                      <p:to>
                                        <p:strVal val="visible"/>
                                      </p:to>
                                    </p:set>
                                    <p:animEffect transition="in" filter="fade">
                                      <p:cBhvr>
                                        <p:cTn id="49" dur="400"/>
                                        <p:tgtEl>
                                          <p:spTgt spid="64"/>
                                        </p:tgtEl>
                                      </p:cBhvr>
                                    </p:animEffect>
                                  </p:childTnLst>
                                </p:cTn>
                              </p:par>
                              <p:par>
                                <p:cTn id="50" presetID="10" presetClass="entr" presetSubtype="0" fill="hold" nodeType="withEffect">
                                  <p:stCondLst>
                                    <p:cond delay="800"/>
                                  </p:stCondLst>
                                  <p:childTnLst>
                                    <p:set>
                                      <p:cBhvr>
                                        <p:cTn id="51" dur="1" fill="hold">
                                          <p:stCondLst>
                                            <p:cond delay="0"/>
                                          </p:stCondLst>
                                        </p:cTn>
                                        <p:tgtEl>
                                          <p:spTgt spid="65"/>
                                        </p:tgtEl>
                                        <p:attrNameLst>
                                          <p:attrName>style.visibility</p:attrName>
                                        </p:attrNameLst>
                                      </p:cBhvr>
                                      <p:to>
                                        <p:strVal val="visible"/>
                                      </p:to>
                                    </p:set>
                                    <p:animEffect transition="in" filter="fade">
                                      <p:cBhvr>
                                        <p:cTn id="52" dur="400"/>
                                        <p:tgtEl>
                                          <p:spTgt spid="65"/>
                                        </p:tgtEl>
                                      </p:cBhvr>
                                    </p:animEffect>
                                  </p:childTnLst>
                                </p:cTn>
                              </p:par>
                              <p:par>
                                <p:cTn id="53" presetID="10" presetClass="entr" presetSubtype="0" fill="hold" nodeType="withEffect">
                                  <p:stCondLst>
                                    <p:cond delay="800"/>
                                  </p:stCondLst>
                                  <p:childTnLst>
                                    <p:set>
                                      <p:cBhvr>
                                        <p:cTn id="54" dur="1" fill="hold">
                                          <p:stCondLst>
                                            <p:cond delay="0"/>
                                          </p:stCondLst>
                                        </p:cTn>
                                        <p:tgtEl>
                                          <p:spTgt spid="66"/>
                                        </p:tgtEl>
                                        <p:attrNameLst>
                                          <p:attrName>style.visibility</p:attrName>
                                        </p:attrNameLst>
                                      </p:cBhvr>
                                      <p:to>
                                        <p:strVal val="visible"/>
                                      </p:to>
                                    </p:set>
                                    <p:animEffect transition="in" filter="fade">
                                      <p:cBhvr>
                                        <p:cTn id="55" dur="400"/>
                                        <p:tgtEl>
                                          <p:spTgt spid="66"/>
                                        </p:tgtEl>
                                      </p:cBhvr>
                                    </p:animEffect>
                                  </p:childTnLst>
                                </p:cTn>
                              </p:par>
                              <p:par>
                                <p:cTn id="56" presetID="10" presetClass="entr" presetSubtype="0" fill="hold" nodeType="withEffect">
                                  <p:stCondLst>
                                    <p:cond delay="800"/>
                                  </p:stCondLst>
                                  <p:childTnLst>
                                    <p:set>
                                      <p:cBhvr>
                                        <p:cTn id="57" dur="1" fill="hold">
                                          <p:stCondLst>
                                            <p:cond delay="0"/>
                                          </p:stCondLst>
                                        </p:cTn>
                                        <p:tgtEl>
                                          <p:spTgt spid="67"/>
                                        </p:tgtEl>
                                        <p:attrNameLst>
                                          <p:attrName>style.visibility</p:attrName>
                                        </p:attrNameLst>
                                      </p:cBhvr>
                                      <p:to>
                                        <p:strVal val="visible"/>
                                      </p:to>
                                    </p:set>
                                    <p:animEffect transition="in" filter="fade">
                                      <p:cBhvr>
                                        <p:cTn id="58" dur="400"/>
                                        <p:tgtEl>
                                          <p:spTgt spid="67"/>
                                        </p:tgtEl>
                                      </p:cBhvr>
                                    </p:animEffect>
                                  </p:childTnLst>
                                </p:cTn>
                              </p:par>
                              <p:par>
                                <p:cTn id="59" presetID="10" presetClass="entr" presetSubtype="0" fill="hold" nodeType="withEffect">
                                  <p:stCondLst>
                                    <p:cond delay="800"/>
                                  </p:stCondLst>
                                  <p:childTnLst>
                                    <p:set>
                                      <p:cBhvr>
                                        <p:cTn id="60" dur="1" fill="hold">
                                          <p:stCondLst>
                                            <p:cond delay="0"/>
                                          </p:stCondLst>
                                        </p:cTn>
                                        <p:tgtEl>
                                          <p:spTgt spid="68"/>
                                        </p:tgtEl>
                                        <p:attrNameLst>
                                          <p:attrName>style.visibility</p:attrName>
                                        </p:attrNameLst>
                                      </p:cBhvr>
                                      <p:to>
                                        <p:strVal val="visible"/>
                                      </p:to>
                                    </p:set>
                                    <p:animEffect transition="in" filter="fade">
                                      <p:cBhvr>
                                        <p:cTn id="61"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o1"/>
          <p:cNvSpPr/>
          <p:nvPr/>
        </p:nvSpPr>
        <p:spPr>
          <a:xfrm>
            <a:off x="274320" y="228600"/>
            <a:ext cx="11643055" cy="5897880"/>
          </a:xfrm>
          <a:prstGeom prst="roundRect">
            <a:avLst>
              <a:gd name="adj" fmla="val 3876"/>
            </a:avLst>
          </a:prstGeom>
          <a:solidFill>
            <a:srgbClr val="000000"/>
          </a:solidFill>
          <a:ln w="28575">
            <a:solidFill>
              <a:srgbClr val="2121DE"/>
            </a:solidFill>
            <a:prstDash val="solid"/>
          </a:ln>
        </p:spPr>
      </p:sp>
      <p:sp>
        <p:nvSpPr>
          <p:cNvPr id="3" name="o2"/>
          <p:cNvSpPr/>
          <p:nvPr/>
        </p:nvSpPr>
        <p:spPr>
          <a:xfrm>
            <a:off x="342900" y="297180"/>
            <a:ext cx="11505895" cy="5760720"/>
          </a:xfrm>
          <a:prstGeom prst="roundRect">
            <a:avLst>
              <a:gd name="adj" fmla="val 2778"/>
            </a:avLst>
          </a:prstGeom>
          <a:ln w="12700">
            <a:solidFill>
              <a:srgbClr val="2121DE"/>
            </a:solidFill>
            <a:prstDash val="solid"/>
          </a:ln>
        </p:spPr>
      </p:sp>
      <p:sp>
        <p:nvSpPr>
          <p:cNvPr id="4" name="o3"/>
          <p:cNvSpPr/>
          <p:nvPr/>
        </p:nvSpPr>
        <p:spPr>
          <a:xfrm>
            <a:off x="868680" y="822960"/>
            <a:ext cx="1554480" cy="457200"/>
          </a:xfrm>
          <a:prstGeom prst="roundRect">
            <a:avLst>
              <a:gd name="adj" fmla="val 24000"/>
            </a:avLst>
          </a:prstGeom>
          <a:solidFill>
            <a:srgbClr val="000000"/>
          </a:solidFill>
          <a:ln w="28575">
            <a:solidFill>
              <a:srgbClr val="2121DE"/>
            </a:solidFill>
            <a:prstDash val="solid"/>
          </a:ln>
        </p:spPr>
      </p:sp>
      <p:sp>
        <p:nvSpPr>
          <p:cNvPr id="5" name="o4"/>
          <p:cNvSpPr/>
          <p:nvPr/>
        </p:nvSpPr>
        <p:spPr>
          <a:xfrm>
            <a:off x="937260" y="891540"/>
            <a:ext cx="1417320" cy="320040"/>
          </a:xfrm>
          <a:prstGeom prst="roundRect">
            <a:avLst>
              <a:gd name="adj" fmla="val 12857"/>
            </a:avLst>
          </a:prstGeom>
          <a:ln w="12700">
            <a:solidFill>
              <a:srgbClr val="2121DE"/>
            </a:solidFill>
            <a:prstDash val="solid"/>
          </a:ln>
        </p:spPr>
      </p:sp>
      <p:sp>
        <p:nvSpPr>
          <p:cNvPr id="6" name="o5"/>
          <p:cNvSpPr/>
          <p:nvPr/>
        </p:nvSpPr>
        <p:spPr>
          <a:xfrm>
            <a:off x="9768535" y="822960"/>
            <a:ext cx="1554480" cy="457200"/>
          </a:xfrm>
          <a:prstGeom prst="roundRect">
            <a:avLst>
              <a:gd name="adj" fmla="val 24000"/>
            </a:avLst>
          </a:prstGeom>
          <a:solidFill>
            <a:srgbClr val="000000"/>
          </a:solidFill>
          <a:ln w="28575">
            <a:solidFill>
              <a:srgbClr val="2121DE"/>
            </a:solidFill>
            <a:prstDash val="solid"/>
          </a:ln>
        </p:spPr>
      </p:sp>
      <p:sp>
        <p:nvSpPr>
          <p:cNvPr id="7" name="o6"/>
          <p:cNvSpPr/>
          <p:nvPr/>
        </p:nvSpPr>
        <p:spPr>
          <a:xfrm>
            <a:off x="9837115" y="891540"/>
            <a:ext cx="1417320" cy="320040"/>
          </a:xfrm>
          <a:prstGeom prst="roundRect">
            <a:avLst>
              <a:gd name="adj" fmla="val 12857"/>
            </a:avLst>
          </a:prstGeom>
          <a:ln w="12700">
            <a:solidFill>
              <a:srgbClr val="2121DE"/>
            </a:solidFill>
            <a:prstDash val="solid"/>
          </a:ln>
        </p:spPr>
      </p:sp>
      <p:sp>
        <p:nvSpPr>
          <p:cNvPr id="8" name="o7"/>
          <p:cNvSpPr/>
          <p:nvPr/>
        </p:nvSpPr>
        <p:spPr>
          <a:xfrm>
            <a:off x="868680" y="5074920"/>
            <a:ext cx="1554480" cy="457200"/>
          </a:xfrm>
          <a:prstGeom prst="roundRect">
            <a:avLst>
              <a:gd name="adj" fmla="val 24000"/>
            </a:avLst>
          </a:prstGeom>
          <a:solidFill>
            <a:srgbClr val="000000"/>
          </a:solidFill>
          <a:ln w="28575">
            <a:solidFill>
              <a:srgbClr val="2121DE"/>
            </a:solidFill>
            <a:prstDash val="solid"/>
          </a:ln>
        </p:spPr>
      </p:sp>
      <p:sp>
        <p:nvSpPr>
          <p:cNvPr id="9" name="o8"/>
          <p:cNvSpPr/>
          <p:nvPr/>
        </p:nvSpPr>
        <p:spPr>
          <a:xfrm>
            <a:off x="937260" y="5143500"/>
            <a:ext cx="1417320" cy="320040"/>
          </a:xfrm>
          <a:prstGeom prst="roundRect">
            <a:avLst>
              <a:gd name="adj" fmla="val 12857"/>
            </a:avLst>
          </a:prstGeom>
          <a:ln w="12700">
            <a:solidFill>
              <a:srgbClr val="2121DE"/>
            </a:solidFill>
            <a:prstDash val="solid"/>
          </a:ln>
        </p:spPr>
      </p:sp>
      <p:sp>
        <p:nvSpPr>
          <p:cNvPr id="10" name="o9"/>
          <p:cNvSpPr/>
          <p:nvPr/>
        </p:nvSpPr>
        <p:spPr>
          <a:xfrm>
            <a:off x="9768535" y="5074920"/>
            <a:ext cx="1554480" cy="457200"/>
          </a:xfrm>
          <a:prstGeom prst="roundRect">
            <a:avLst>
              <a:gd name="adj" fmla="val 24000"/>
            </a:avLst>
          </a:prstGeom>
          <a:solidFill>
            <a:srgbClr val="000000"/>
          </a:solidFill>
          <a:ln w="28575">
            <a:solidFill>
              <a:srgbClr val="2121DE"/>
            </a:solidFill>
            <a:prstDash val="solid"/>
          </a:ln>
        </p:spPr>
      </p:sp>
      <p:sp>
        <p:nvSpPr>
          <p:cNvPr id="11" name="o10"/>
          <p:cNvSpPr/>
          <p:nvPr/>
        </p:nvSpPr>
        <p:spPr>
          <a:xfrm>
            <a:off x="9837115" y="5143500"/>
            <a:ext cx="1417320" cy="320040"/>
          </a:xfrm>
          <a:prstGeom prst="roundRect">
            <a:avLst>
              <a:gd name="adj" fmla="val 12857"/>
            </a:avLst>
          </a:prstGeom>
          <a:ln w="12700">
            <a:solidFill>
              <a:srgbClr val="2121DE"/>
            </a:solidFill>
            <a:prstDash val="solid"/>
          </a:ln>
        </p:spPr>
      </p:sp>
      <p:pic>
        <p:nvPicPr>
          <p:cNvPr id="12" name="o11" descr="strawberry">    </p:cNvPr>
          <p:cNvPicPr>
            <a:picLocks noChangeAspect="1"/>
          </p:cNvPicPr>
          <p:nvPr/>
        </p:nvPicPr>
        <p:blipFill>
          <a:blip r:embed="rId1"/>
          <a:stretch>
            <a:fillRect/>
          </a:stretch>
        </p:blipFill>
        <p:spPr>
          <a:xfrm>
            <a:off x="5684368" y="777240"/>
            <a:ext cx="822960" cy="822960"/>
          </a:xfrm>
          <a:prstGeom prst="rect">
            <a:avLst/>
          </a:prstGeom>
        </p:spPr>
      </p:pic>
      <p:pic>
        <p:nvPicPr>
          <p:cNvPr id="13" name="o12" descr="LEVEL 2">    </p:cNvPr>
          <p:cNvPicPr>
            <a:picLocks noChangeAspect="1"/>
          </p:cNvPicPr>
          <p:nvPr/>
        </p:nvPicPr>
        <p:blipFill>
          <a:blip r:embed="rId2"/>
          <a:stretch>
            <a:fillRect/>
          </a:stretch>
        </p:blipFill>
        <p:spPr>
          <a:xfrm>
            <a:off x="5262601" y="1828800"/>
            <a:ext cx="1666494" cy="237744"/>
          </a:xfrm>
          <a:prstGeom prst="rect">
            <a:avLst/>
          </a:prstGeom>
        </p:spPr>
      </p:pic>
      <p:pic>
        <p:nvPicPr>
          <p:cNvPr id="14" name="o13" descr="PIPELINE">    </p:cNvPr>
          <p:cNvPicPr>
            <a:picLocks noChangeAspect="1"/>
          </p:cNvPicPr>
          <p:nvPr/>
        </p:nvPicPr>
        <p:blipFill>
          <a:blip r:embed="rId3"/>
          <a:stretch>
            <a:fillRect/>
          </a:stretch>
        </p:blipFill>
        <p:spPr>
          <a:xfrm>
            <a:off x="4047592" y="2331720"/>
            <a:ext cx="4096512" cy="512064"/>
          </a:xfrm>
          <a:prstGeom prst="rect">
            <a:avLst/>
          </a:prstGeom>
        </p:spPr>
      </p:pic>
      <p:sp>
        <p:nvSpPr>
          <p:cNvPr id="15" name="o14"/>
          <p:cNvSpPr txBox="1"/>
          <p:nvPr/>
        </p:nvSpPr>
        <p:spPr>
          <a:xfrm>
            <a:off x="1371600" y="3108960"/>
            <a:ext cx="9448495" cy="411480"/>
          </a:xfrm>
          <a:prstGeom prst="rect">
            <a:avLst/>
          </a:prstGeom>
          <a:noFill/>
          <a:ln/>
        </p:spPr>
        <p:txBody>
          <a:bodyPr wrap="square" lIns="0" tIns="0" rIns="0" bIns="0" rtlCol="0" anchor="t"/>
          <a:lstStyle/>
          <a:p>
            <a:pPr algn="ctr" indent="0" marL="0">
              <a:buNone/>
            </a:pPr>
            <a:r>
              <a:rPr lang="en-US" sz="2000" dirty="0">
                <a:solidFill>
                  <a:srgbClr val="C4C4E4"/>
                </a:solidFill>
                <a:latin typeface="Arial" pitchFamily="34" charset="0"/>
                <a:ea typeface="Arial" pitchFamily="34" charset="-122"/>
                <a:cs typeface="Arial" pitchFamily="34" charset="-120"/>
              </a:rPr>
              <a:t>Du fichier brut à l'appli interactive</a:t>
            </a:r>
            <a:endParaRPr lang="en-US" sz="2000" dirty="0"/>
          </a:p>
        </p:txBody>
      </p:sp>
      <p:sp>
        <p:nvSpPr>
          <p:cNvPr id="16" name="o15"/>
          <p:cNvSpPr/>
          <p:nvPr/>
        </p:nvSpPr>
        <p:spPr>
          <a:xfrm>
            <a:off x="3707892" y="4119372"/>
            <a:ext cx="82296" cy="82296"/>
          </a:xfrm>
          <a:prstGeom prst="rect">
            <a:avLst/>
          </a:prstGeom>
          <a:solidFill>
            <a:srgbClr val="FFB8AE"/>
          </a:solidFill>
          <a:ln/>
        </p:spPr>
      </p:sp>
      <p:sp>
        <p:nvSpPr>
          <p:cNvPr id="17" name="o16"/>
          <p:cNvSpPr/>
          <p:nvPr/>
        </p:nvSpPr>
        <p:spPr>
          <a:xfrm>
            <a:off x="4073652" y="4119372"/>
            <a:ext cx="82296" cy="82296"/>
          </a:xfrm>
          <a:prstGeom prst="rect">
            <a:avLst/>
          </a:prstGeom>
          <a:solidFill>
            <a:srgbClr val="FFB8AE"/>
          </a:solidFill>
          <a:ln/>
        </p:spPr>
      </p:sp>
      <p:sp>
        <p:nvSpPr>
          <p:cNvPr id="18" name="o17"/>
          <p:cNvSpPr/>
          <p:nvPr/>
        </p:nvSpPr>
        <p:spPr>
          <a:xfrm>
            <a:off x="4439412" y="4119372"/>
            <a:ext cx="82296" cy="82296"/>
          </a:xfrm>
          <a:prstGeom prst="rect">
            <a:avLst/>
          </a:prstGeom>
          <a:solidFill>
            <a:srgbClr val="FFB8AE"/>
          </a:solidFill>
          <a:ln/>
        </p:spPr>
      </p:sp>
      <p:sp>
        <p:nvSpPr>
          <p:cNvPr id="19" name="o18"/>
          <p:cNvSpPr/>
          <p:nvPr/>
        </p:nvSpPr>
        <p:spPr>
          <a:xfrm>
            <a:off x="4805172" y="4119372"/>
            <a:ext cx="82296" cy="82296"/>
          </a:xfrm>
          <a:prstGeom prst="rect">
            <a:avLst/>
          </a:prstGeom>
          <a:solidFill>
            <a:srgbClr val="FFB8AE"/>
          </a:solidFill>
          <a:ln/>
        </p:spPr>
      </p:sp>
      <p:sp>
        <p:nvSpPr>
          <p:cNvPr id="20" name="o19"/>
          <p:cNvSpPr/>
          <p:nvPr/>
        </p:nvSpPr>
        <p:spPr>
          <a:xfrm>
            <a:off x="5170932" y="4119372"/>
            <a:ext cx="82296" cy="82296"/>
          </a:xfrm>
          <a:prstGeom prst="rect">
            <a:avLst/>
          </a:prstGeom>
          <a:solidFill>
            <a:srgbClr val="FFB8AE"/>
          </a:solidFill>
          <a:ln/>
        </p:spPr>
      </p:sp>
      <p:sp>
        <p:nvSpPr>
          <p:cNvPr id="21" name="o20"/>
          <p:cNvSpPr/>
          <p:nvPr/>
        </p:nvSpPr>
        <p:spPr>
          <a:xfrm>
            <a:off x="5536692" y="4119372"/>
            <a:ext cx="82296" cy="82296"/>
          </a:xfrm>
          <a:prstGeom prst="rect">
            <a:avLst/>
          </a:prstGeom>
          <a:solidFill>
            <a:srgbClr val="FFB8AE"/>
          </a:solidFill>
          <a:ln/>
        </p:spPr>
      </p:sp>
      <p:sp>
        <p:nvSpPr>
          <p:cNvPr id="22" name="o21"/>
          <p:cNvSpPr/>
          <p:nvPr/>
        </p:nvSpPr>
        <p:spPr>
          <a:xfrm>
            <a:off x="5902452" y="4119372"/>
            <a:ext cx="82296" cy="82296"/>
          </a:xfrm>
          <a:prstGeom prst="rect">
            <a:avLst/>
          </a:prstGeom>
          <a:solidFill>
            <a:srgbClr val="FFB8AE"/>
          </a:solidFill>
          <a:ln/>
        </p:spPr>
      </p:sp>
      <p:sp>
        <p:nvSpPr>
          <p:cNvPr id="23" name="o22"/>
          <p:cNvSpPr/>
          <p:nvPr/>
        </p:nvSpPr>
        <p:spPr>
          <a:xfrm>
            <a:off x="6268212" y="4119372"/>
            <a:ext cx="82296" cy="82296"/>
          </a:xfrm>
          <a:prstGeom prst="rect">
            <a:avLst/>
          </a:prstGeom>
          <a:solidFill>
            <a:srgbClr val="FFB8AE"/>
          </a:solidFill>
          <a:ln/>
        </p:spPr>
      </p:sp>
      <p:sp>
        <p:nvSpPr>
          <p:cNvPr id="24" name="o23"/>
          <p:cNvSpPr/>
          <p:nvPr/>
        </p:nvSpPr>
        <p:spPr>
          <a:xfrm>
            <a:off x="6633972" y="4119372"/>
            <a:ext cx="82296" cy="82296"/>
          </a:xfrm>
          <a:prstGeom prst="rect">
            <a:avLst/>
          </a:prstGeom>
          <a:solidFill>
            <a:srgbClr val="FFB8AE"/>
          </a:solidFill>
          <a:ln/>
        </p:spPr>
      </p:sp>
      <p:sp>
        <p:nvSpPr>
          <p:cNvPr id="25" name="o24"/>
          <p:cNvSpPr/>
          <p:nvPr/>
        </p:nvSpPr>
        <p:spPr>
          <a:xfrm>
            <a:off x="6999732" y="4119372"/>
            <a:ext cx="82296" cy="82296"/>
          </a:xfrm>
          <a:prstGeom prst="rect">
            <a:avLst/>
          </a:prstGeom>
          <a:solidFill>
            <a:srgbClr val="FFB8AE"/>
          </a:solidFill>
          <a:ln/>
        </p:spPr>
      </p:sp>
      <p:sp>
        <p:nvSpPr>
          <p:cNvPr id="26" name="o25"/>
          <p:cNvSpPr/>
          <p:nvPr/>
        </p:nvSpPr>
        <p:spPr>
          <a:xfrm>
            <a:off x="7365492" y="4119372"/>
            <a:ext cx="82296" cy="82296"/>
          </a:xfrm>
          <a:prstGeom prst="rect">
            <a:avLst/>
          </a:prstGeom>
          <a:solidFill>
            <a:srgbClr val="FFB8AE"/>
          </a:solidFill>
          <a:ln/>
        </p:spPr>
      </p:sp>
      <p:sp>
        <p:nvSpPr>
          <p:cNvPr id="27" name="o26"/>
          <p:cNvSpPr/>
          <p:nvPr/>
        </p:nvSpPr>
        <p:spPr>
          <a:xfrm>
            <a:off x="7731252" y="4119372"/>
            <a:ext cx="82296" cy="82296"/>
          </a:xfrm>
          <a:prstGeom prst="rect">
            <a:avLst/>
          </a:prstGeom>
          <a:solidFill>
            <a:srgbClr val="FFB8AE"/>
          </a:solidFill>
          <a:ln/>
        </p:spPr>
      </p:sp>
      <p:sp>
        <p:nvSpPr>
          <p:cNvPr id="28" name="o27"/>
          <p:cNvSpPr/>
          <p:nvPr/>
        </p:nvSpPr>
        <p:spPr>
          <a:xfrm>
            <a:off x="8097012" y="4119372"/>
            <a:ext cx="82296" cy="82296"/>
          </a:xfrm>
          <a:prstGeom prst="rect">
            <a:avLst/>
          </a:prstGeom>
          <a:solidFill>
            <a:srgbClr val="FFB8AE"/>
          </a:solidFill>
          <a:ln/>
        </p:spPr>
      </p:sp>
      <p:sp>
        <p:nvSpPr>
          <p:cNvPr id="29" name="o28"/>
          <p:cNvSpPr/>
          <p:nvPr/>
        </p:nvSpPr>
        <p:spPr>
          <a:xfrm>
            <a:off x="8462772" y="4119372"/>
            <a:ext cx="82296" cy="82296"/>
          </a:xfrm>
          <a:prstGeom prst="rect">
            <a:avLst/>
          </a:prstGeom>
          <a:solidFill>
            <a:srgbClr val="FFB8AE"/>
          </a:solidFill>
          <a:ln/>
        </p:spPr>
      </p:sp>
      <p:sp>
        <p:nvSpPr>
          <p:cNvPr id="30" name="o29"/>
          <p:cNvSpPr/>
          <p:nvPr/>
        </p:nvSpPr>
        <p:spPr>
          <a:xfrm>
            <a:off x="8828532" y="4119372"/>
            <a:ext cx="82296" cy="82296"/>
          </a:xfrm>
          <a:prstGeom prst="rect">
            <a:avLst/>
          </a:prstGeom>
          <a:solidFill>
            <a:srgbClr val="FFB8AE"/>
          </a:solidFill>
          <a:ln/>
        </p:spPr>
      </p:sp>
      <p:sp>
        <p:nvSpPr>
          <p:cNvPr id="31" name="o30"/>
          <p:cNvSpPr/>
          <p:nvPr/>
        </p:nvSpPr>
        <p:spPr>
          <a:xfrm>
            <a:off x="9194292" y="4119372"/>
            <a:ext cx="82296" cy="82296"/>
          </a:xfrm>
          <a:prstGeom prst="rect">
            <a:avLst/>
          </a:prstGeom>
          <a:solidFill>
            <a:srgbClr val="FFB8AE"/>
          </a:solidFill>
          <a:ln/>
        </p:spPr>
      </p:sp>
      <p:sp>
        <p:nvSpPr>
          <p:cNvPr id="32" name="o31"/>
          <p:cNvSpPr/>
          <p:nvPr/>
        </p:nvSpPr>
        <p:spPr>
          <a:xfrm>
            <a:off x="9560052" y="4119372"/>
            <a:ext cx="82296" cy="82296"/>
          </a:xfrm>
          <a:prstGeom prst="rect">
            <a:avLst/>
          </a:prstGeom>
          <a:solidFill>
            <a:srgbClr val="FFB8AE"/>
          </a:solidFill>
          <a:ln/>
        </p:spPr>
      </p:sp>
      <p:sp>
        <p:nvSpPr>
          <p:cNvPr id="33" name="o32"/>
          <p:cNvSpPr/>
          <p:nvPr/>
        </p:nvSpPr>
        <p:spPr>
          <a:xfrm>
            <a:off x="9925812" y="4119372"/>
            <a:ext cx="82296" cy="82296"/>
          </a:xfrm>
          <a:prstGeom prst="rect">
            <a:avLst/>
          </a:prstGeom>
          <a:solidFill>
            <a:srgbClr val="FFB8AE"/>
          </a:solidFill>
          <a:ln/>
        </p:spPr>
      </p:sp>
      <p:pic>
        <p:nvPicPr>
          <p:cNvPr id="34" name="o33" descr="Pac-Man">    </p:cNvPr>
          <p:cNvPicPr>
            <a:picLocks noChangeAspect="1"/>
          </p:cNvPicPr>
          <p:nvPr/>
        </p:nvPicPr>
        <p:blipFill>
          <a:blip r:embed="rId4"/>
          <a:stretch>
            <a:fillRect/>
          </a:stretch>
        </p:blipFill>
        <p:spPr>
          <a:xfrm>
            <a:off x="2990088" y="3950208"/>
            <a:ext cx="420624" cy="420624"/>
          </a:xfrm>
          <a:prstGeom prst="rect">
            <a:avLst/>
          </a:prstGeom>
        </p:spPr>
      </p:pic>
      <p:pic>
        <p:nvPicPr>
          <p:cNvPr id="35" name="o34" descr="fantôme">    </p:cNvPr>
          <p:cNvPicPr>
            <a:picLocks noChangeAspect="1"/>
          </p:cNvPicPr>
          <p:nvPr/>
        </p:nvPicPr>
        <p:blipFill>
          <a:blip r:embed="rId5"/>
          <a:stretch>
            <a:fillRect/>
          </a:stretch>
        </p:blipFill>
        <p:spPr>
          <a:xfrm>
            <a:off x="2350008" y="3950208"/>
            <a:ext cx="420624" cy="420624"/>
          </a:xfrm>
          <a:prstGeom prst="rect">
            <a:avLst/>
          </a:prstGeom>
        </p:spPr>
      </p:pic>
      <p:pic>
        <p:nvPicPr>
          <p:cNvPr id="36" name="o35" descr="fantôme">    </p:cNvPr>
          <p:cNvPicPr>
            <a:picLocks noChangeAspect="1"/>
          </p:cNvPicPr>
          <p:nvPr/>
        </p:nvPicPr>
        <p:blipFill>
          <a:blip r:embed="rId6"/>
          <a:stretch>
            <a:fillRect/>
          </a:stretch>
        </p:blipFill>
        <p:spPr>
          <a:xfrm>
            <a:off x="1801368" y="3950208"/>
            <a:ext cx="420624" cy="420624"/>
          </a:xfrm>
          <a:prstGeom prst="rect">
            <a:avLst/>
          </a:prstGeom>
        </p:spPr>
      </p:pic>
      <p:pic>
        <p:nvPicPr>
          <p:cNvPr id="37" name="o36" descr="fantôme">    </p:cNvPr>
          <p:cNvPicPr>
            <a:picLocks noChangeAspect="1"/>
          </p:cNvPicPr>
          <p:nvPr/>
        </p:nvPicPr>
        <p:blipFill>
          <a:blip r:embed="rId7"/>
          <a:stretch>
            <a:fillRect/>
          </a:stretch>
        </p:blipFill>
        <p:spPr>
          <a:xfrm>
            <a:off x="1252728" y="3950208"/>
            <a:ext cx="420624" cy="420624"/>
          </a:xfrm>
          <a:prstGeom prst="rect">
            <a:avLst/>
          </a:prstGeom>
        </p:spPr>
      </p:pic>
      <p:pic>
        <p:nvPicPr>
          <p:cNvPr id="38" name="o37" descr="fantôme">    </p:cNvPr>
          <p:cNvPicPr>
            <a:picLocks noChangeAspect="1"/>
          </p:cNvPicPr>
          <p:nvPr/>
        </p:nvPicPr>
        <p:blipFill>
          <a:blip r:embed="rId8"/>
          <a:stretch>
            <a:fillRect/>
          </a:stretch>
        </p:blipFill>
        <p:spPr>
          <a:xfrm>
            <a:off x="704088" y="3950208"/>
            <a:ext cx="420624" cy="420624"/>
          </a:xfrm>
          <a:prstGeom prst="rect">
            <a:avLst/>
          </a:prstGeom>
        </p:spPr>
      </p:pic>
      <p:pic>
        <p:nvPicPr>
          <p:cNvPr id="39" name="o38" descr="READY!">    </p:cNvPr>
          <p:cNvPicPr>
            <a:picLocks noChangeAspect="1"/>
          </p:cNvPicPr>
          <p:nvPr/>
        </p:nvPicPr>
        <p:blipFill>
          <a:blip r:embed="rId9"/>
          <a:stretch>
            <a:fillRect/>
          </a:stretch>
        </p:blipFill>
        <p:spPr>
          <a:xfrm>
            <a:off x="5492344" y="4617720"/>
            <a:ext cx="1207008" cy="201168"/>
          </a:xfrm>
          <a:prstGeom prst="rect">
            <a:avLst/>
          </a:prstGeom>
        </p:spPr>
      </p:pic>
      <p:sp>
        <p:nvSpPr>
          <p:cNvPr id="40" name="o39"/>
          <p:cNvSpPr/>
          <p:nvPr/>
        </p:nvSpPr>
        <p:spPr>
          <a:xfrm>
            <a:off x="3122676" y="6414516"/>
            <a:ext cx="64008" cy="64008"/>
          </a:xfrm>
          <a:prstGeom prst="rect">
            <a:avLst/>
          </a:prstGeom>
          <a:solidFill>
            <a:srgbClr val="FFB8AE"/>
          </a:solidFill>
          <a:ln/>
        </p:spPr>
      </p:sp>
      <p:sp>
        <p:nvSpPr>
          <p:cNvPr id="41" name="o40"/>
          <p:cNvSpPr/>
          <p:nvPr/>
        </p:nvSpPr>
        <p:spPr>
          <a:xfrm>
            <a:off x="3351276" y="6414516"/>
            <a:ext cx="64008" cy="64008"/>
          </a:xfrm>
          <a:prstGeom prst="rect">
            <a:avLst/>
          </a:prstGeom>
          <a:solidFill>
            <a:srgbClr val="FFB8AE"/>
          </a:solidFill>
          <a:ln/>
        </p:spPr>
      </p:sp>
      <p:sp>
        <p:nvSpPr>
          <p:cNvPr id="42" name="o41"/>
          <p:cNvSpPr/>
          <p:nvPr/>
        </p:nvSpPr>
        <p:spPr>
          <a:xfrm>
            <a:off x="3579876" y="6414516"/>
            <a:ext cx="64008" cy="64008"/>
          </a:xfrm>
          <a:prstGeom prst="rect">
            <a:avLst/>
          </a:prstGeom>
          <a:solidFill>
            <a:srgbClr val="FFB8AE"/>
          </a:solidFill>
          <a:ln/>
        </p:spPr>
      </p:sp>
      <p:sp>
        <p:nvSpPr>
          <p:cNvPr id="43" name="o42"/>
          <p:cNvSpPr/>
          <p:nvPr/>
        </p:nvSpPr>
        <p:spPr>
          <a:xfrm>
            <a:off x="3808476" y="6414516"/>
            <a:ext cx="64008" cy="64008"/>
          </a:xfrm>
          <a:prstGeom prst="rect">
            <a:avLst/>
          </a:prstGeom>
          <a:solidFill>
            <a:srgbClr val="FFB8AE"/>
          </a:solidFill>
          <a:ln/>
        </p:spPr>
      </p:sp>
      <p:sp>
        <p:nvSpPr>
          <p:cNvPr id="44" name="o43"/>
          <p:cNvSpPr/>
          <p:nvPr/>
        </p:nvSpPr>
        <p:spPr>
          <a:xfrm>
            <a:off x="4037076" y="6414516"/>
            <a:ext cx="64008" cy="64008"/>
          </a:xfrm>
          <a:prstGeom prst="rect">
            <a:avLst/>
          </a:prstGeom>
          <a:solidFill>
            <a:srgbClr val="FFB8AE"/>
          </a:solidFill>
          <a:ln/>
        </p:spPr>
      </p:sp>
      <p:sp>
        <p:nvSpPr>
          <p:cNvPr id="45" name="o44"/>
          <p:cNvSpPr/>
          <p:nvPr/>
        </p:nvSpPr>
        <p:spPr>
          <a:xfrm>
            <a:off x="4265676" y="6414516"/>
            <a:ext cx="64008" cy="64008"/>
          </a:xfrm>
          <a:prstGeom prst="rect">
            <a:avLst/>
          </a:prstGeom>
          <a:solidFill>
            <a:srgbClr val="FFB8AE"/>
          </a:solidFill>
          <a:ln/>
        </p:spPr>
      </p:sp>
      <p:sp>
        <p:nvSpPr>
          <p:cNvPr id="46" name="o45"/>
          <p:cNvSpPr/>
          <p:nvPr/>
        </p:nvSpPr>
        <p:spPr>
          <a:xfrm>
            <a:off x="4494276" y="6414516"/>
            <a:ext cx="64008" cy="64008"/>
          </a:xfrm>
          <a:prstGeom prst="rect">
            <a:avLst/>
          </a:prstGeom>
          <a:solidFill>
            <a:srgbClr val="FFB8AE"/>
          </a:solidFill>
          <a:ln/>
        </p:spPr>
      </p:sp>
      <p:sp>
        <p:nvSpPr>
          <p:cNvPr id="47" name="o46"/>
          <p:cNvSpPr/>
          <p:nvPr/>
        </p:nvSpPr>
        <p:spPr>
          <a:xfrm>
            <a:off x="4722876" y="6414516"/>
            <a:ext cx="64008" cy="64008"/>
          </a:xfrm>
          <a:prstGeom prst="rect">
            <a:avLst/>
          </a:prstGeom>
          <a:solidFill>
            <a:srgbClr val="FFB8AE"/>
          </a:solidFill>
          <a:ln/>
        </p:spPr>
      </p:sp>
      <p:sp>
        <p:nvSpPr>
          <p:cNvPr id="48" name="o47"/>
          <p:cNvSpPr/>
          <p:nvPr/>
        </p:nvSpPr>
        <p:spPr>
          <a:xfrm>
            <a:off x="4951476" y="6414516"/>
            <a:ext cx="64008" cy="64008"/>
          </a:xfrm>
          <a:prstGeom prst="rect">
            <a:avLst/>
          </a:prstGeom>
          <a:solidFill>
            <a:srgbClr val="FFB8AE"/>
          </a:solidFill>
          <a:ln/>
        </p:spPr>
      </p:sp>
      <p:sp>
        <p:nvSpPr>
          <p:cNvPr id="49" name="o48"/>
          <p:cNvSpPr/>
          <p:nvPr/>
        </p:nvSpPr>
        <p:spPr>
          <a:xfrm>
            <a:off x="5180076" y="6414516"/>
            <a:ext cx="64008" cy="64008"/>
          </a:xfrm>
          <a:prstGeom prst="rect">
            <a:avLst/>
          </a:prstGeom>
          <a:solidFill>
            <a:srgbClr val="FFB8AE"/>
          </a:solidFill>
          <a:ln/>
        </p:spPr>
      </p:sp>
      <p:sp>
        <p:nvSpPr>
          <p:cNvPr id="50" name="o49"/>
          <p:cNvSpPr/>
          <p:nvPr/>
        </p:nvSpPr>
        <p:spPr>
          <a:xfrm>
            <a:off x="5408676" y="6414516"/>
            <a:ext cx="64008" cy="64008"/>
          </a:xfrm>
          <a:prstGeom prst="rect">
            <a:avLst/>
          </a:prstGeom>
          <a:solidFill>
            <a:srgbClr val="FFB8AE"/>
          </a:solidFill>
          <a:ln/>
        </p:spPr>
      </p:sp>
      <p:sp>
        <p:nvSpPr>
          <p:cNvPr id="51" name="o50"/>
          <p:cNvSpPr/>
          <p:nvPr/>
        </p:nvSpPr>
        <p:spPr>
          <a:xfrm>
            <a:off x="5637276" y="6414516"/>
            <a:ext cx="64008" cy="64008"/>
          </a:xfrm>
          <a:prstGeom prst="rect">
            <a:avLst/>
          </a:prstGeom>
          <a:solidFill>
            <a:srgbClr val="FFB8AE"/>
          </a:solidFill>
          <a:ln/>
        </p:spPr>
      </p:sp>
      <p:sp>
        <p:nvSpPr>
          <p:cNvPr id="52" name="o51"/>
          <p:cNvSpPr/>
          <p:nvPr/>
        </p:nvSpPr>
        <p:spPr>
          <a:xfrm>
            <a:off x="5865876" y="6414516"/>
            <a:ext cx="64008" cy="64008"/>
          </a:xfrm>
          <a:prstGeom prst="rect">
            <a:avLst/>
          </a:prstGeom>
          <a:solidFill>
            <a:srgbClr val="FFB8AE"/>
          </a:solidFill>
          <a:ln/>
        </p:spPr>
      </p:sp>
      <p:sp>
        <p:nvSpPr>
          <p:cNvPr id="53" name="o52"/>
          <p:cNvSpPr/>
          <p:nvPr/>
        </p:nvSpPr>
        <p:spPr>
          <a:xfrm>
            <a:off x="6094476" y="6414516"/>
            <a:ext cx="64008" cy="64008"/>
          </a:xfrm>
          <a:prstGeom prst="rect">
            <a:avLst/>
          </a:prstGeom>
          <a:solidFill>
            <a:srgbClr val="FFB8AE"/>
          </a:solidFill>
          <a:ln/>
        </p:spPr>
      </p:sp>
      <p:sp>
        <p:nvSpPr>
          <p:cNvPr id="54" name="o53"/>
          <p:cNvSpPr/>
          <p:nvPr/>
        </p:nvSpPr>
        <p:spPr>
          <a:xfrm>
            <a:off x="6323076" y="6414516"/>
            <a:ext cx="64008" cy="64008"/>
          </a:xfrm>
          <a:prstGeom prst="rect">
            <a:avLst/>
          </a:prstGeom>
          <a:solidFill>
            <a:srgbClr val="FFB8AE"/>
          </a:solidFill>
          <a:ln/>
        </p:spPr>
      </p:sp>
      <p:sp>
        <p:nvSpPr>
          <p:cNvPr id="55" name="o54"/>
          <p:cNvSpPr/>
          <p:nvPr/>
        </p:nvSpPr>
        <p:spPr>
          <a:xfrm>
            <a:off x="6551676" y="6414516"/>
            <a:ext cx="64008" cy="64008"/>
          </a:xfrm>
          <a:prstGeom prst="rect">
            <a:avLst/>
          </a:prstGeom>
          <a:solidFill>
            <a:srgbClr val="FFB8AE"/>
          </a:solidFill>
          <a:ln/>
        </p:spPr>
      </p:sp>
      <p:sp>
        <p:nvSpPr>
          <p:cNvPr id="56" name="o55"/>
          <p:cNvSpPr/>
          <p:nvPr/>
        </p:nvSpPr>
        <p:spPr>
          <a:xfrm>
            <a:off x="6780276" y="6414516"/>
            <a:ext cx="64008" cy="64008"/>
          </a:xfrm>
          <a:prstGeom prst="rect">
            <a:avLst/>
          </a:prstGeom>
          <a:solidFill>
            <a:srgbClr val="FFB8AE"/>
          </a:solidFill>
          <a:ln/>
        </p:spPr>
      </p:sp>
      <p:sp>
        <p:nvSpPr>
          <p:cNvPr id="57" name="o56"/>
          <p:cNvSpPr/>
          <p:nvPr/>
        </p:nvSpPr>
        <p:spPr>
          <a:xfrm>
            <a:off x="7008876" y="6414516"/>
            <a:ext cx="64008" cy="64008"/>
          </a:xfrm>
          <a:prstGeom prst="rect">
            <a:avLst/>
          </a:prstGeom>
          <a:solidFill>
            <a:srgbClr val="FFB8AE"/>
          </a:solidFill>
          <a:ln/>
        </p:spPr>
      </p:sp>
      <p:sp>
        <p:nvSpPr>
          <p:cNvPr id="58" name="o57"/>
          <p:cNvSpPr/>
          <p:nvPr/>
        </p:nvSpPr>
        <p:spPr>
          <a:xfrm>
            <a:off x="7237476" y="6414516"/>
            <a:ext cx="64008" cy="64008"/>
          </a:xfrm>
          <a:prstGeom prst="rect">
            <a:avLst/>
          </a:prstGeom>
          <a:solidFill>
            <a:srgbClr val="FFB8AE"/>
          </a:solidFill>
          <a:ln/>
        </p:spPr>
      </p:sp>
      <p:sp>
        <p:nvSpPr>
          <p:cNvPr id="59" name="o58"/>
          <p:cNvSpPr/>
          <p:nvPr/>
        </p:nvSpPr>
        <p:spPr>
          <a:xfrm>
            <a:off x="7466076" y="6414516"/>
            <a:ext cx="64008" cy="64008"/>
          </a:xfrm>
          <a:prstGeom prst="rect">
            <a:avLst/>
          </a:prstGeom>
          <a:solidFill>
            <a:srgbClr val="FFB8AE"/>
          </a:solidFill>
          <a:ln/>
        </p:spPr>
      </p:sp>
      <p:sp>
        <p:nvSpPr>
          <p:cNvPr id="60" name="o59"/>
          <p:cNvSpPr/>
          <p:nvPr/>
        </p:nvSpPr>
        <p:spPr>
          <a:xfrm>
            <a:off x="7694676" y="6414516"/>
            <a:ext cx="64008" cy="64008"/>
          </a:xfrm>
          <a:prstGeom prst="rect">
            <a:avLst/>
          </a:prstGeom>
          <a:solidFill>
            <a:srgbClr val="FFB8AE"/>
          </a:solidFill>
          <a:ln/>
        </p:spPr>
      </p:sp>
      <p:sp>
        <p:nvSpPr>
          <p:cNvPr id="61" name="o60"/>
          <p:cNvSpPr/>
          <p:nvPr/>
        </p:nvSpPr>
        <p:spPr>
          <a:xfrm>
            <a:off x="7923276" y="6414516"/>
            <a:ext cx="64008" cy="64008"/>
          </a:xfrm>
          <a:prstGeom prst="rect">
            <a:avLst/>
          </a:prstGeom>
          <a:solidFill>
            <a:srgbClr val="FFB8AE"/>
          </a:solidFill>
          <a:ln/>
        </p:spPr>
      </p:sp>
      <p:sp>
        <p:nvSpPr>
          <p:cNvPr id="62" name="o61"/>
          <p:cNvSpPr/>
          <p:nvPr/>
        </p:nvSpPr>
        <p:spPr>
          <a:xfrm>
            <a:off x="8151876" y="6414516"/>
            <a:ext cx="64008" cy="64008"/>
          </a:xfrm>
          <a:prstGeom prst="rect">
            <a:avLst/>
          </a:prstGeom>
          <a:solidFill>
            <a:srgbClr val="FFB8AE"/>
          </a:solidFill>
          <a:ln/>
        </p:spPr>
      </p:sp>
      <p:sp>
        <p:nvSpPr>
          <p:cNvPr id="63" name="o62"/>
          <p:cNvSpPr/>
          <p:nvPr/>
        </p:nvSpPr>
        <p:spPr>
          <a:xfrm>
            <a:off x="8380476" y="6414516"/>
            <a:ext cx="64008" cy="64008"/>
          </a:xfrm>
          <a:prstGeom prst="rect">
            <a:avLst/>
          </a:prstGeom>
          <a:solidFill>
            <a:srgbClr val="FFB8AE"/>
          </a:solidFill>
          <a:ln/>
        </p:spPr>
      </p:sp>
      <p:sp>
        <p:nvSpPr>
          <p:cNvPr id="64" name="o63"/>
          <p:cNvSpPr/>
          <p:nvPr/>
        </p:nvSpPr>
        <p:spPr>
          <a:xfrm>
            <a:off x="8609076" y="6414516"/>
            <a:ext cx="64008" cy="64008"/>
          </a:xfrm>
          <a:prstGeom prst="rect">
            <a:avLst/>
          </a:prstGeom>
          <a:solidFill>
            <a:srgbClr val="FFB8AE"/>
          </a:solidFill>
          <a:ln/>
        </p:spPr>
      </p:sp>
      <p:sp>
        <p:nvSpPr>
          <p:cNvPr id="65" name="o64"/>
          <p:cNvSpPr/>
          <p:nvPr/>
        </p:nvSpPr>
        <p:spPr>
          <a:xfrm>
            <a:off x="8837676" y="6414516"/>
            <a:ext cx="64008" cy="64008"/>
          </a:xfrm>
          <a:prstGeom prst="rect">
            <a:avLst/>
          </a:prstGeom>
          <a:solidFill>
            <a:srgbClr val="FFB8AE"/>
          </a:solidFill>
          <a:ln/>
        </p:spPr>
      </p:sp>
      <p:sp>
        <p:nvSpPr>
          <p:cNvPr id="66" name="o65"/>
          <p:cNvSpPr/>
          <p:nvPr/>
        </p:nvSpPr>
        <p:spPr>
          <a:xfrm>
            <a:off x="9066276" y="6414516"/>
            <a:ext cx="64008" cy="64008"/>
          </a:xfrm>
          <a:prstGeom prst="rect">
            <a:avLst/>
          </a:prstGeom>
          <a:solidFill>
            <a:srgbClr val="FFB8AE"/>
          </a:solidFill>
          <a:ln/>
        </p:spPr>
      </p:sp>
      <p:sp>
        <p:nvSpPr>
          <p:cNvPr id="67" name="o66"/>
          <p:cNvSpPr/>
          <p:nvPr/>
        </p:nvSpPr>
        <p:spPr>
          <a:xfrm>
            <a:off x="9294876" y="6414516"/>
            <a:ext cx="64008" cy="64008"/>
          </a:xfrm>
          <a:prstGeom prst="rect">
            <a:avLst/>
          </a:prstGeom>
          <a:solidFill>
            <a:srgbClr val="FFB8AE"/>
          </a:solidFill>
          <a:ln/>
        </p:spPr>
      </p:sp>
      <p:sp>
        <p:nvSpPr>
          <p:cNvPr id="68" name="o67"/>
          <p:cNvSpPr/>
          <p:nvPr/>
        </p:nvSpPr>
        <p:spPr>
          <a:xfrm>
            <a:off x="9523476" y="6414516"/>
            <a:ext cx="64008" cy="64008"/>
          </a:xfrm>
          <a:prstGeom prst="rect">
            <a:avLst/>
          </a:prstGeom>
          <a:solidFill>
            <a:srgbClr val="FFB8AE"/>
          </a:solidFill>
          <a:ln/>
        </p:spPr>
      </p:sp>
      <p:sp>
        <p:nvSpPr>
          <p:cNvPr id="69" name="o68"/>
          <p:cNvSpPr/>
          <p:nvPr/>
        </p:nvSpPr>
        <p:spPr>
          <a:xfrm>
            <a:off x="9752076" y="6414516"/>
            <a:ext cx="64008" cy="64008"/>
          </a:xfrm>
          <a:prstGeom prst="rect">
            <a:avLst/>
          </a:prstGeom>
          <a:solidFill>
            <a:srgbClr val="FFB8AE"/>
          </a:solidFill>
          <a:ln/>
        </p:spPr>
      </p:sp>
      <p:sp>
        <p:nvSpPr>
          <p:cNvPr id="70" name="o69"/>
          <p:cNvSpPr/>
          <p:nvPr/>
        </p:nvSpPr>
        <p:spPr>
          <a:xfrm>
            <a:off x="9980676" y="6414516"/>
            <a:ext cx="64008" cy="64008"/>
          </a:xfrm>
          <a:prstGeom prst="rect">
            <a:avLst/>
          </a:prstGeom>
          <a:solidFill>
            <a:srgbClr val="FFB8AE"/>
          </a:solidFill>
          <a:ln/>
        </p:spPr>
      </p:sp>
      <p:sp>
        <p:nvSpPr>
          <p:cNvPr id="71" name="o70"/>
          <p:cNvSpPr/>
          <p:nvPr/>
        </p:nvSpPr>
        <p:spPr>
          <a:xfrm>
            <a:off x="10209276" y="6414516"/>
            <a:ext cx="64008" cy="64008"/>
          </a:xfrm>
          <a:prstGeom prst="rect">
            <a:avLst/>
          </a:prstGeom>
          <a:solidFill>
            <a:srgbClr val="FFB8AE"/>
          </a:solidFill>
          <a:ln/>
        </p:spPr>
      </p:sp>
      <p:sp>
        <p:nvSpPr>
          <p:cNvPr id="72" name="o71"/>
          <p:cNvSpPr/>
          <p:nvPr/>
        </p:nvSpPr>
        <p:spPr>
          <a:xfrm>
            <a:off x="10437876" y="6414516"/>
            <a:ext cx="64008" cy="64008"/>
          </a:xfrm>
          <a:prstGeom prst="rect">
            <a:avLst/>
          </a:prstGeom>
          <a:solidFill>
            <a:srgbClr val="FFB8AE"/>
          </a:solidFill>
          <a:ln/>
        </p:spPr>
      </p:sp>
      <p:sp>
        <p:nvSpPr>
          <p:cNvPr id="73" name="o72"/>
          <p:cNvSpPr/>
          <p:nvPr/>
        </p:nvSpPr>
        <p:spPr>
          <a:xfrm>
            <a:off x="10666476" y="6414516"/>
            <a:ext cx="64008" cy="64008"/>
          </a:xfrm>
          <a:prstGeom prst="rect">
            <a:avLst/>
          </a:prstGeom>
          <a:solidFill>
            <a:srgbClr val="FFB8AE"/>
          </a:solidFill>
          <a:ln/>
        </p:spPr>
      </p:sp>
      <p:sp>
        <p:nvSpPr>
          <p:cNvPr id="74" name="o73"/>
          <p:cNvSpPr/>
          <p:nvPr/>
        </p:nvSpPr>
        <p:spPr>
          <a:xfrm>
            <a:off x="10895076" y="6414516"/>
            <a:ext cx="64008" cy="64008"/>
          </a:xfrm>
          <a:prstGeom prst="rect">
            <a:avLst/>
          </a:prstGeom>
          <a:solidFill>
            <a:srgbClr val="FFB8AE"/>
          </a:solidFill>
          <a:ln/>
        </p:spPr>
      </p:sp>
      <p:sp>
        <p:nvSpPr>
          <p:cNvPr id="75" name="o74"/>
          <p:cNvSpPr/>
          <p:nvPr/>
        </p:nvSpPr>
        <p:spPr>
          <a:xfrm>
            <a:off x="11123676" y="6414516"/>
            <a:ext cx="64008" cy="64008"/>
          </a:xfrm>
          <a:prstGeom prst="rect">
            <a:avLst/>
          </a:prstGeom>
          <a:solidFill>
            <a:srgbClr val="FFB8AE"/>
          </a:solidFill>
          <a:ln/>
        </p:spPr>
      </p:sp>
      <p:pic>
        <p:nvPicPr>
          <p:cNvPr id="76" name="o75" descr="super pac-gomme">    </p:cNvPr>
          <p:cNvPicPr>
            <a:picLocks noChangeAspect="1"/>
          </p:cNvPicPr>
          <p:nvPr/>
        </p:nvPicPr>
        <p:blipFill>
          <a:blip r:embed="rId10"/>
          <a:stretch>
            <a:fillRect/>
          </a:stretch>
        </p:blipFill>
        <p:spPr>
          <a:xfrm>
            <a:off x="11448288" y="6355080"/>
            <a:ext cx="182880" cy="182880"/>
          </a:xfrm>
          <a:prstGeom prst="rect">
            <a:avLst/>
          </a:prstGeom>
        </p:spPr>
      </p:pic>
      <p:pic>
        <p:nvPicPr>
          <p:cNvPr id="77" name="o76" descr="Pac-Man : progression">    </p:cNvPr>
          <p:cNvPicPr>
            <a:picLocks noChangeAspect="1"/>
          </p:cNvPicPr>
          <p:nvPr/>
        </p:nvPicPr>
        <p:blipFill>
          <a:blip r:embed="rId11"/>
          <a:stretch>
            <a:fillRect/>
          </a:stretch>
        </p:blipFill>
        <p:spPr>
          <a:xfrm>
            <a:off x="2788920" y="6291072"/>
            <a:ext cx="310896" cy="310896"/>
          </a:xfrm>
          <a:prstGeom prst="rect">
            <a:avLst/>
          </a:prstGeom>
        </p:spPr>
      </p:pic>
      <p:pic>
        <p:nvPicPr>
          <p:cNvPr id="78" name="o77" descr="fantôme">    </p:cNvPr>
          <p:cNvPicPr>
            <a:picLocks noChangeAspect="1"/>
          </p:cNvPicPr>
          <p:nvPr/>
        </p:nvPicPr>
        <p:blipFill>
          <a:blip r:embed="rId12"/>
          <a:stretch>
            <a:fillRect/>
          </a:stretch>
        </p:blipFill>
        <p:spPr>
          <a:xfrm>
            <a:off x="2221992" y="6291072"/>
            <a:ext cx="310896" cy="310896"/>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2" fill="hold">
                            <p:stCondLst>
                              <p:cond delay="0"/>
                            </p:stCondLst>
                            <p:childTnLst>
                              <p:par>
                                <p:cTn id="4" presetID="1" presetClass="exit" presetSubtype="0" fill="hold" nodeType="withEffect">
                                  <p:stCondLst>
                                    <p:cond delay="1054"/>
                                  </p:stCondLst>
                                  <p:childTnLst>
                                    <p:set>
                                      <p:cBhvr>
                                        <p:cTn id="5" dur="1" fill="hold">
                                          <p:stCondLst>
                                            <p:cond delay="0"/>
                                          </p:stCondLst>
                                        </p:cTn>
                                        <p:tgtEl>
                                          <p:spTgt spid="16"/>
                                        </p:tgtEl>
                                        <p:attrNameLst>
                                          <p:attrName>style.visibility</p:attrName>
                                        </p:attrNameLst>
                                      </p:cBhvr>
                                      <p:to>
                                        <p:strVal val="hidden"/>
                                      </p:to>
                                    </p:set>
                                  </p:childTnLst>
                                </p:cTn>
                              </p:par>
                              <p:par>
                                <p:cTn id="6" presetID="1" presetClass="exit" presetSubtype="0" fill="hold" nodeType="withEffect">
                                  <p:stCondLst>
                                    <p:cond delay="1191"/>
                                  </p:stCondLst>
                                  <p:childTnLst>
                                    <p:set>
                                      <p:cBhvr>
                                        <p:cTn id="7" dur="1" fill="hold">
                                          <p:stCondLst>
                                            <p:cond delay="0"/>
                                          </p:stCondLst>
                                        </p:cTn>
                                        <p:tgtEl>
                                          <p:spTgt spid="17"/>
                                        </p:tgtEl>
                                        <p:attrNameLst>
                                          <p:attrName>style.visibility</p:attrName>
                                        </p:attrNameLst>
                                      </p:cBhvr>
                                      <p:to>
                                        <p:strVal val="hidden"/>
                                      </p:to>
                                    </p:set>
                                  </p:childTnLst>
                                </p:cTn>
                              </p:par>
                              <p:par>
                                <p:cTn id="8" presetID="1" presetClass="exit" presetSubtype="0" fill="hold" nodeType="withEffect">
                                  <p:stCondLst>
                                    <p:cond delay="1328"/>
                                  </p:stCondLst>
                                  <p:childTnLst>
                                    <p:set>
                                      <p:cBhvr>
                                        <p:cTn id="9" dur="1" fill="hold">
                                          <p:stCondLst>
                                            <p:cond delay="0"/>
                                          </p:stCondLst>
                                        </p:cTn>
                                        <p:tgtEl>
                                          <p:spTgt spid="18"/>
                                        </p:tgtEl>
                                        <p:attrNameLst>
                                          <p:attrName>style.visibility</p:attrName>
                                        </p:attrNameLst>
                                      </p:cBhvr>
                                      <p:to>
                                        <p:strVal val="hidden"/>
                                      </p:to>
                                    </p:set>
                                  </p:childTnLst>
                                </p:cTn>
                              </p:par>
                              <p:par>
                                <p:cTn id="10" presetID="1" presetClass="exit" presetSubtype="0" fill="hold" nodeType="withEffect">
                                  <p:stCondLst>
                                    <p:cond delay="1464"/>
                                  </p:stCondLst>
                                  <p:childTnLst>
                                    <p:set>
                                      <p:cBhvr>
                                        <p:cTn id="11" dur="1" fill="hold">
                                          <p:stCondLst>
                                            <p:cond delay="0"/>
                                          </p:stCondLst>
                                        </p:cTn>
                                        <p:tgtEl>
                                          <p:spTgt spid="19"/>
                                        </p:tgtEl>
                                        <p:attrNameLst>
                                          <p:attrName>style.visibility</p:attrName>
                                        </p:attrNameLst>
                                      </p:cBhvr>
                                      <p:to>
                                        <p:strVal val="hidden"/>
                                      </p:to>
                                    </p:set>
                                  </p:childTnLst>
                                </p:cTn>
                              </p:par>
                              <p:par>
                                <p:cTn id="12" presetID="1" presetClass="exit" presetSubtype="0" fill="hold" nodeType="withEffect">
                                  <p:stCondLst>
                                    <p:cond delay="1601"/>
                                  </p:stCondLst>
                                  <p:childTnLst>
                                    <p:set>
                                      <p:cBhvr>
                                        <p:cTn id="13" dur="1" fill="hold">
                                          <p:stCondLst>
                                            <p:cond delay="0"/>
                                          </p:stCondLst>
                                        </p:cTn>
                                        <p:tgtEl>
                                          <p:spTgt spid="20"/>
                                        </p:tgtEl>
                                        <p:attrNameLst>
                                          <p:attrName>style.visibility</p:attrName>
                                        </p:attrNameLst>
                                      </p:cBhvr>
                                      <p:to>
                                        <p:strVal val="hidden"/>
                                      </p:to>
                                    </p:set>
                                  </p:childTnLst>
                                </p:cTn>
                              </p:par>
                              <p:par>
                                <p:cTn id="14" presetID="1" presetClass="exit" presetSubtype="0" fill="hold" nodeType="withEffect">
                                  <p:stCondLst>
                                    <p:cond delay="1738"/>
                                  </p:stCondLst>
                                  <p:childTnLst>
                                    <p:set>
                                      <p:cBhvr>
                                        <p:cTn id="15" dur="1" fill="hold">
                                          <p:stCondLst>
                                            <p:cond delay="0"/>
                                          </p:stCondLst>
                                        </p:cTn>
                                        <p:tgtEl>
                                          <p:spTgt spid="21"/>
                                        </p:tgtEl>
                                        <p:attrNameLst>
                                          <p:attrName>style.visibility</p:attrName>
                                        </p:attrNameLst>
                                      </p:cBhvr>
                                      <p:to>
                                        <p:strVal val="hidden"/>
                                      </p:to>
                                    </p:set>
                                  </p:childTnLst>
                                </p:cTn>
                              </p:par>
                              <p:par>
                                <p:cTn id="16" presetID="1" presetClass="exit" presetSubtype="0" fill="hold" nodeType="withEffect">
                                  <p:stCondLst>
                                    <p:cond delay="1875"/>
                                  </p:stCondLst>
                                  <p:childTnLst>
                                    <p:set>
                                      <p:cBhvr>
                                        <p:cTn id="17" dur="1" fill="hold">
                                          <p:stCondLst>
                                            <p:cond delay="0"/>
                                          </p:stCondLst>
                                        </p:cTn>
                                        <p:tgtEl>
                                          <p:spTgt spid="22"/>
                                        </p:tgtEl>
                                        <p:attrNameLst>
                                          <p:attrName>style.visibility</p:attrName>
                                        </p:attrNameLst>
                                      </p:cBhvr>
                                      <p:to>
                                        <p:strVal val="hidden"/>
                                      </p:to>
                                    </p:set>
                                  </p:childTnLst>
                                </p:cTn>
                              </p:par>
                              <p:par>
                                <p:cTn id="18" presetID="1" presetClass="exit" presetSubtype="0" fill="hold" nodeType="withEffect">
                                  <p:stCondLst>
                                    <p:cond delay="2012"/>
                                  </p:stCondLst>
                                  <p:childTnLst>
                                    <p:set>
                                      <p:cBhvr>
                                        <p:cTn id="19" dur="1" fill="hold">
                                          <p:stCondLst>
                                            <p:cond delay="0"/>
                                          </p:stCondLst>
                                        </p:cTn>
                                        <p:tgtEl>
                                          <p:spTgt spid="23"/>
                                        </p:tgtEl>
                                        <p:attrNameLst>
                                          <p:attrName>style.visibility</p:attrName>
                                        </p:attrNameLst>
                                      </p:cBhvr>
                                      <p:to>
                                        <p:strVal val="hidden"/>
                                      </p:to>
                                    </p:set>
                                  </p:childTnLst>
                                </p:cTn>
                              </p:par>
                              <p:par>
                                <p:cTn id="20" presetID="1" presetClass="exit" presetSubtype="0" fill="hold" nodeType="withEffect">
                                  <p:stCondLst>
                                    <p:cond delay="2149"/>
                                  </p:stCondLst>
                                  <p:childTnLst>
                                    <p:set>
                                      <p:cBhvr>
                                        <p:cTn id="21" dur="1" fill="hold">
                                          <p:stCondLst>
                                            <p:cond delay="0"/>
                                          </p:stCondLst>
                                        </p:cTn>
                                        <p:tgtEl>
                                          <p:spTgt spid="24"/>
                                        </p:tgtEl>
                                        <p:attrNameLst>
                                          <p:attrName>style.visibility</p:attrName>
                                        </p:attrNameLst>
                                      </p:cBhvr>
                                      <p:to>
                                        <p:strVal val="hidden"/>
                                      </p:to>
                                    </p:set>
                                  </p:childTnLst>
                                </p:cTn>
                              </p:par>
                              <p:par>
                                <p:cTn id="22" presetID="1" presetClass="exit" presetSubtype="0" fill="hold" nodeType="withEffect">
                                  <p:stCondLst>
                                    <p:cond delay="2286"/>
                                  </p:stCondLst>
                                  <p:childTnLst>
                                    <p:set>
                                      <p:cBhvr>
                                        <p:cTn id="23" dur="1" fill="hold">
                                          <p:stCondLst>
                                            <p:cond delay="0"/>
                                          </p:stCondLst>
                                        </p:cTn>
                                        <p:tgtEl>
                                          <p:spTgt spid="25"/>
                                        </p:tgtEl>
                                        <p:attrNameLst>
                                          <p:attrName>style.visibility</p:attrName>
                                        </p:attrNameLst>
                                      </p:cBhvr>
                                      <p:to>
                                        <p:strVal val="hidden"/>
                                      </p:to>
                                    </p:set>
                                  </p:childTnLst>
                                </p:cTn>
                              </p:par>
                              <p:par>
                                <p:cTn id="24" presetID="1" presetClass="exit" presetSubtype="0" fill="hold" nodeType="withEffect">
                                  <p:stCondLst>
                                    <p:cond delay="2422"/>
                                  </p:stCondLst>
                                  <p:childTnLst>
                                    <p:set>
                                      <p:cBhvr>
                                        <p:cTn id="25" dur="1" fill="hold">
                                          <p:stCondLst>
                                            <p:cond delay="0"/>
                                          </p:stCondLst>
                                        </p:cTn>
                                        <p:tgtEl>
                                          <p:spTgt spid="26"/>
                                        </p:tgtEl>
                                        <p:attrNameLst>
                                          <p:attrName>style.visibility</p:attrName>
                                        </p:attrNameLst>
                                      </p:cBhvr>
                                      <p:to>
                                        <p:strVal val="hidden"/>
                                      </p:to>
                                    </p:set>
                                  </p:childTnLst>
                                </p:cTn>
                              </p:par>
                              <p:par>
                                <p:cTn id="26" presetID="1" presetClass="exit" presetSubtype="0" fill="hold" nodeType="withEffect">
                                  <p:stCondLst>
                                    <p:cond delay="2559"/>
                                  </p:stCondLst>
                                  <p:childTnLst>
                                    <p:set>
                                      <p:cBhvr>
                                        <p:cTn id="27" dur="1" fill="hold">
                                          <p:stCondLst>
                                            <p:cond delay="0"/>
                                          </p:stCondLst>
                                        </p:cTn>
                                        <p:tgtEl>
                                          <p:spTgt spid="27"/>
                                        </p:tgtEl>
                                        <p:attrNameLst>
                                          <p:attrName>style.visibility</p:attrName>
                                        </p:attrNameLst>
                                      </p:cBhvr>
                                      <p:to>
                                        <p:strVal val="hidden"/>
                                      </p:to>
                                    </p:set>
                                  </p:childTnLst>
                                </p:cTn>
                              </p:par>
                              <p:par>
                                <p:cTn id="28" presetID="1" presetClass="exit" presetSubtype="0" fill="hold" nodeType="withEffect">
                                  <p:stCondLst>
                                    <p:cond delay="2696"/>
                                  </p:stCondLst>
                                  <p:childTnLst>
                                    <p:set>
                                      <p:cBhvr>
                                        <p:cTn id="29" dur="1" fill="hold">
                                          <p:stCondLst>
                                            <p:cond delay="0"/>
                                          </p:stCondLst>
                                        </p:cTn>
                                        <p:tgtEl>
                                          <p:spTgt spid="28"/>
                                        </p:tgtEl>
                                        <p:attrNameLst>
                                          <p:attrName>style.visibility</p:attrName>
                                        </p:attrNameLst>
                                      </p:cBhvr>
                                      <p:to>
                                        <p:strVal val="hidden"/>
                                      </p:to>
                                    </p:set>
                                  </p:childTnLst>
                                </p:cTn>
                              </p:par>
                              <p:par>
                                <p:cTn id="30" presetID="1" presetClass="exit" presetSubtype="0" fill="hold" nodeType="withEffect">
                                  <p:stCondLst>
                                    <p:cond delay="2833"/>
                                  </p:stCondLst>
                                  <p:childTnLst>
                                    <p:set>
                                      <p:cBhvr>
                                        <p:cTn id="31" dur="1" fill="hold">
                                          <p:stCondLst>
                                            <p:cond delay="0"/>
                                          </p:stCondLst>
                                        </p:cTn>
                                        <p:tgtEl>
                                          <p:spTgt spid="29"/>
                                        </p:tgtEl>
                                        <p:attrNameLst>
                                          <p:attrName>style.visibility</p:attrName>
                                        </p:attrNameLst>
                                      </p:cBhvr>
                                      <p:to>
                                        <p:strVal val="hidden"/>
                                      </p:to>
                                    </p:set>
                                  </p:childTnLst>
                                </p:cTn>
                              </p:par>
                              <p:par>
                                <p:cTn id="32" presetID="1" presetClass="exit" presetSubtype="0" fill="hold" nodeType="withEffect">
                                  <p:stCondLst>
                                    <p:cond delay="2970"/>
                                  </p:stCondLst>
                                  <p:childTnLst>
                                    <p:set>
                                      <p:cBhvr>
                                        <p:cTn id="33" dur="1" fill="hold">
                                          <p:stCondLst>
                                            <p:cond delay="0"/>
                                          </p:stCondLst>
                                        </p:cTn>
                                        <p:tgtEl>
                                          <p:spTgt spid="30"/>
                                        </p:tgtEl>
                                        <p:attrNameLst>
                                          <p:attrName>style.visibility</p:attrName>
                                        </p:attrNameLst>
                                      </p:cBhvr>
                                      <p:to>
                                        <p:strVal val="hidden"/>
                                      </p:to>
                                    </p:set>
                                  </p:childTnLst>
                                </p:cTn>
                              </p:par>
                              <p:par>
                                <p:cTn id="34" presetID="1" presetClass="exit" presetSubtype="0" fill="hold" nodeType="withEffect">
                                  <p:stCondLst>
                                    <p:cond delay="3107"/>
                                  </p:stCondLst>
                                  <p:childTnLst>
                                    <p:set>
                                      <p:cBhvr>
                                        <p:cTn id="35" dur="1" fill="hold">
                                          <p:stCondLst>
                                            <p:cond delay="0"/>
                                          </p:stCondLst>
                                        </p:cTn>
                                        <p:tgtEl>
                                          <p:spTgt spid="31"/>
                                        </p:tgtEl>
                                        <p:attrNameLst>
                                          <p:attrName>style.visibility</p:attrName>
                                        </p:attrNameLst>
                                      </p:cBhvr>
                                      <p:to>
                                        <p:strVal val="hidden"/>
                                      </p:to>
                                    </p:set>
                                  </p:childTnLst>
                                </p:cTn>
                              </p:par>
                              <p:par>
                                <p:cTn id="36" presetID="1" presetClass="exit" presetSubtype="0" fill="hold" nodeType="withEffect">
                                  <p:stCondLst>
                                    <p:cond delay="3243"/>
                                  </p:stCondLst>
                                  <p:childTnLst>
                                    <p:set>
                                      <p:cBhvr>
                                        <p:cTn id="37" dur="1" fill="hold">
                                          <p:stCondLst>
                                            <p:cond delay="0"/>
                                          </p:stCondLst>
                                        </p:cTn>
                                        <p:tgtEl>
                                          <p:spTgt spid="32"/>
                                        </p:tgtEl>
                                        <p:attrNameLst>
                                          <p:attrName>style.visibility</p:attrName>
                                        </p:attrNameLst>
                                      </p:cBhvr>
                                      <p:to>
                                        <p:strVal val="hidden"/>
                                      </p:to>
                                    </p:set>
                                  </p:childTnLst>
                                </p:cTn>
                              </p:par>
                              <p:par>
                                <p:cTn id="38" presetID="1" presetClass="exit" presetSubtype="0" fill="hold" nodeType="withEffect">
                                  <p:stCondLst>
                                    <p:cond delay="3380"/>
                                  </p:stCondLst>
                                  <p:childTnLst>
                                    <p:set>
                                      <p:cBhvr>
                                        <p:cTn id="39" dur="1" fill="hold">
                                          <p:stCondLst>
                                            <p:cond delay="0"/>
                                          </p:stCondLst>
                                        </p:cTn>
                                        <p:tgtEl>
                                          <p:spTgt spid="33"/>
                                        </p:tgtEl>
                                        <p:attrNameLst>
                                          <p:attrName>style.visibility</p:attrName>
                                        </p:attrNameLst>
                                      </p:cBhvr>
                                      <p:to>
                                        <p:strVal val="hidden"/>
                                      </p:to>
                                    </p:set>
                                  </p:childTnLst>
                                </p:cTn>
                              </p:par>
                              <p:par>
                                <p:cTn id="40" presetID="0" presetClass="path" presetSubtype="0" fill="hold" nodeType="withEffect">
                                  <p:stCondLst>
                                    <p:cond delay="900"/>
                                  </p:stCondLst>
                                  <p:childTnLst>
                                    <p:animMotion origin="layout" path="M 0 0 L 0.57001 0 E" pathEditMode="relative" ptsTypes="">
                                      <p:cBhvr>
                                        <p:cTn id="41" dur="2600" fill="hold"/>
                                        <p:tgtEl>
                                          <p:spTgt spid="34"/>
                                        </p:tgtEl>
                                        <p:attrNameLst>
                                          <p:attrName>ppt_x</p:attrName>
                                          <p:attrName>ppt_y</p:attrName>
                                        </p:attrNameLst>
                                      </p:cBhvr>
                                    </p:animMotion>
                                  </p:childTnLst>
                                </p:cTn>
                              </p:par>
                              <p:par>
                                <p:cTn id="42" presetID="0" presetClass="path" presetSubtype="0" fill="hold" nodeType="withEffect">
                                  <p:stCondLst>
                                    <p:cond delay="900"/>
                                  </p:stCondLst>
                                  <p:childTnLst>
                                    <p:animMotion origin="layout" path="M 0 0 L 0.57001 0 E" pathEditMode="relative" ptsTypes="">
                                      <p:cBhvr>
                                        <p:cTn id="43" dur="2600" fill="hold"/>
                                        <p:tgtEl>
                                          <p:spTgt spid="35"/>
                                        </p:tgtEl>
                                        <p:attrNameLst>
                                          <p:attrName>ppt_x</p:attrName>
                                          <p:attrName>ppt_y</p:attrName>
                                        </p:attrNameLst>
                                      </p:cBhvr>
                                    </p:animMotion>
                                  </p:childTnLst>
                                </p:cTn>
                              </p:par>
                              <p:par>
                                <p:cTn id="44" presetID="0" presetClass="path" presetSubtype="0" fill="hold" nodeType="withEffect">
                                  <p:stCondLst>
                                    <p:cond delay="900"/>
                                  </p:stCondLst>
                                  <p:childTnLst>
                                    <p:animMotion origin="layout" path="M 0 0 L 0.57001 0 E" pathEditMode="relative" ptsTypes="">
                                      <p:cBhvr>
                                        <p:cTn id="45" dur="2600" fill="hold"/>
                                        <p:tgtEl>
                                          <p:spTgt spid="36"/>
                                        </p:tgtEl>
                                        <p:attrNameLst>
                                          <p:attrName>ppt_x</p:attrName>
                                          <p:attrName>ppt_y</p:attrName>
                                        </p:attrNameLst>
                                      </p:cBhvr>
                                    </p:animMotion>
                                  </p:childTnLst>
                                </p:cTn>
                              </p:par>
                              <p:par>
                                <p:cTn id="46" presetID="0" presetClass="path" presetSubtype="0" fill="hold" nodeType="withEffect">
                                  <p:stCondLst>
                                    <p:cond delay="900"/>
                                  </p:stCondLst>
                                  <p:childTnLst>
                                    <p:animMotion origin="layout" path="M 0 0 L 0.57001 0 E" pathEditMode="relative" ptsTypes="">
                                      <p:cBhvr>
                                        <p:cTn id="47" dur="2600" fill="hold"/>
                                        <p:tgtEl>
                                          <p:spTgt spid="37"/>
                                        </p:tgtEl>
                                        <p:attrNameLst>
                                          <p:attrName>ppt_x</p:attrName>
                                          <p:attrName>ppt_y</p:attrName>
                                        </p:attrNameLst>
                                      </p:cBhvr>
                                    </p:animMotion>
                                  </p:childTnLst>
                                </p:cTn>
                              </p:par>
                              <p:par>
                                <p:cTn id="48" presetID="0" presetClass="path" presetSubtype="0" fill="hold" nodeType="withEffect">
                                  <p:stCondLst>
                                    <p:cond delay="900"/>
                                  </p:stCondLst>
                                  <p:childTnLst>
                                    <p:animMotion origin="layout" path="M 0 0 L 0.57001 0 E" pathEditMode="relative" ptsTypes="">
                                      <p:cBhvr>
                                        <p:cTn id="49" dur="2600" fill="hold"/>
                                        <p:tgtEl>
                                          <p:spTgt spid="38"/>
                                        </p:tgtEl>
                                        <p:attrNameLst>
                                          <p:attrName>ppt_x</p:attrName>
                                          <p:attrName>ppt_y</p:attrName>
                                        </p:attrNameLst>
                                      </p:cBhvr>
                                    </p:animMotion>
                                  </p:childTnLst>
                                </p:cTn>
                              </p:par>
                              <p:par>
                                <p:cTn id="50" presetID="1" presetClass="exit" presetSubtype="0" fill="hold" nodeType="withEffect">
                                  <p:stCondLst>
                                    <p:cond delay="900"/>
                                  </p:stCondLst>
                                  <p:childTnLst>
                                    <p:set>
                                      <p:cBhvr>
                                        <p:cTn id="51" dur="1" fill="hold">
                                          <p:stCondLst>
                                            <p:cond delay="0"/>
                                          </p:stCondLst>
                                        </p:cTn>
                                        <p:tgtEl>
                                          <p:spTgt spid="39"/>
                                        </p:tgtEl>
                                        <p:attrNameLst>
                                          <p:attrName>style.visibility</p:attrName>
                                        </p:attrNameLst>
                                      </p:cBhvr>
                                      <p:to>
                                        <p:strVal val="hidden"/>
                                      </p:to>
                                    </p:set>
                                  </p:childTnLst>
                                </p:cTn>
                              </p:par>
                              <p:par>
                                <p:cTn id="52" presetID="1" presetClass="exit" presetSubtype="0" fill="hold" nodeType="withEffect">
                                  <p:stCondLst>
                                    <p:cond delay="131"/>
                                  </p:stCondLst>
                                  <p:childTnLst>
                                    <p:set>
                                      <p:cBhvr>
                                        <p:cTn id="53" dur="1" fill="hold">
                                          <p:stCondLst>
                                            <p:cond delay="0"/>
                                          </p:stCondLst>
                                        </p:cTn>
                                        <p:tgtEl>
                                          <p:spTgt spid="40"/>
                                        </p:tgtEl>
                                        <p:attrNameLst>
                                          <p:attrName>style.visibility</p:attrName>
                                        </p:attrNameLst>
                                      </p:cBhvr>
                                      <p:to>
                                        <p:strVal val="hidden"/>
                                      </p:to>
                                    </p:set>
                                  </p:childTnLst>
                                </p:cTn>
                              </p:par>
                              <p:par>
                                <p:cTn id="54" presetID="1" presetClass="exit" presetSubtype="0" fill="hold" nodeType="withEffect">
                                  <p:stCondLst>
                                    <p:cond delay="428"/>
                                  </p:stCondLst>
                                  <p:childTnLst>
                                    <p:set>
                                      <p:cBhvr>
                                        <p:cTn id="55" dur="1" fill="hold">
                                          <p:stCondLst>
                                            <p:cond delay="0"/>
                                          </p:stCondLst>
                                        </p:cTn>
                                        <p:tgtEl>
                                          <p:spTgt spid="41"/>
                                        </p:tgtEl>
                                        <p:attrNameLst>
                                          <p:attrName>style.visibility</p:attrName>
                                        </p:attrNameLst>
                                      </p:cBhvr>
                                      <p:to>
                                        <p:strVal val="hidden"/>
                                      </p:to>
                                    </p:set>
                                  </p:childTnLst>
                                </p:cTn>
                              </p:par>
                              <p:par>
                                <p:cTn id="56" presetID="1" presetClass="exit" presetSubtype="0" fill="hold" nodeType="withEffect">
                                  <p:stCondLst>
                                    <p:cond delay="726"/>
                                  </p:stCondLst>
                                  <p:childTnLst>
                                    <p:set>
                                      <p:cBhvr>
                                        <p:cTn id="57" dur="1" fill="hold">
                                          <p:stCondLst>
                                            <p:cond delay="0"/>
                                          </p:stCondLst>
                                        </p:cTn>
                                        <p:tgtEl>
                                          <p:spTgt spid="42"/>
                                        </p:tgtEl>
                                        <p:attrNameLst>
                                          <p:attrName>style.visibility</p:attrName>
                                        </p:attrNameLst>
                                      </p:cBhvr>
                                      <p:to>
                                        <p:strVal val="hidden"/>
                                      </p:to>
                                    </p:set>
                                  </p:childTnLst>
                                </p:cTn>
                              </p:par>
                              <p:par>
                                <p:cTn id="58" presetID="0" presetClass="path" presetSubtype="0" fill="hold" nodeType="withEffect">
                                  <p:stCondLst>
                                    <p:cond delay="0"/>
                                  </p:stCondLst>
                                  <p:childTnLst>
                                    <p:animMotion origin="layout" path="M 0 0 L 0.05675 0 E" pathEditMode="relative" ptsTypes="">
                                      <p:cBhvr>
                                        <p:cTn id="59" dur="900" fill="hold"/>
                                        <p:tgtEl>
                                          <p:spTgt spid="77"/>
                                        </p:tgtEl>
                                        <p:attrNameLst>
                                          <p:attrName>ppt_x</p:attrName>
                                          <p:attrName>ppt_y</p:attrName>
                                        </p:attrNameLst>
                                      </p:cBhvr>
                                    </p:animMotion>
                                  </p:childTnLst>
                                </p:cTn>
                              </p:par>
                              <p:par>
                                <p:cTn id="60" presetID="0" presetClass="path" presetSubtype="0" fill="hold" nodeType="withEffect">
                                  <p:stCondLst>
                                    <p:cond delay="0"/>
                                  </p:stCondLst>
                                  <p:childTnLst>
                                    <p:animMotion origin="layout" path="M 0 0 L 0.05675 0 E" pathEditMode="relative" ptsTypes="">
                                      <p:cBhvr>
                                        <p:cTn id="61" dur="900" fill="hold"/>
                                        <p:tgtEl>
                                          <p:spTgt spid="7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o1" descr="LEVEL 2 → PIPELINE">    </p:cNvPr>
          <p:cNvPicPr>
            <a:picLocks noChangeAspect="1"/>
          </p:cNvPicPr>
          <p:nvPr/>
        </p:nvPicPr>
        <p:blipFill>
          <a:blip r:embed="rId1"/>
          <a:stretch>
            <a:fillRect/>
          </a:stretch>
        </p:blipFill>
        <p:spPr>
          <a:xfrm>
            <a:off x="548640" y="411480"/>
            <a:ext cx="2633472" cy="146304"/>
          </a:xfrm>
          <a:prstGeom prst="rect">
            <a:avLst/>
          </a:prstGeom>
        </p:spPr>
      </p:pic>
      <p:pic>
        <p:nvPicPr>
          <p:cNvPr id="3" name="o2" descr="Du fichier brut à l'appli">    </p:cNvPr>
          <p:cNvPicPr>
            <a:picLocks noChangeAspect="1"/>
          </p:cNvPicPr>
          <p:nvPr/>
        </p:nvPicPr>
        <p:blipFill>
          <a:blip r:embed="rId2"/>
          <a:stretch>
            <a:fillRect/>
          </a:stretch>
        </p:blipFill>
        <p:spPr>
          <a:xfrm>
            <a:off x="548640" y="777240"/>
            <a:ext cx="6858000" cy="274320"/>
          </a:xfrm>
          <a:prstGeom prst="rect">
            <a:avLst/>
          </a:prstGeom>
        </p:spPr>
      </p:pic>
      <p:pic>
        <p:nvPicPr>
          <p:cNvPr id="4" name="o3" descr="strawberry">    </p:cNvPr>
          <p:cNvPicPr>
            <a:picLocks noChangeAspect="1"/>
          </p:cNvPicPr>
          <p:nvPr/>
        </p:nvPicPr>
        <p:blipFill>
          <a:blip r:embed="rId3"/>
          <a:stretch>
            <a:fillRect/>
          </a:stretch>
        </p:blipFill>
        <p:spPr>
          <a:xfrm>
            <a:off x="11073384" y="365760"/>
            <a:ext cx="566928" cy="566928"/>
          </a:xfrm>
          <a:prstGeom prst="rect">
            <a:avLst/>
          </a:prstGeom>
        </p:spPr>
      </p:pic>
      <p:sp>
        <p:nvSpPr>
          <p:cNvPr id="5" name="o4"/>
          <p:cNvSpPr/>
          <p:nvPr/>
        </p:nvSpPr>
        <p:spPr>
          <a:xfrm>
            <a:off x="3808476" y="6414516"/>
            <a:ext cx="64008" cy="64008"/>
          </a:xfrm>
          <a:prstGeom prst="rect">
            <a:avLst/>
          </a:prstGeom>
          <a:solidFill>
            <a:srgbClr val="FFB8AE"/>
          </a:solidFill>
          <a:ln/>
        </p:spPr>
        <p:txBody>
          <a:bodyPr/>
          <a:p/>
        </p:txBody>
      </p:sp>
      <p:sp>
        <p:nvSpPr>
          <p:cNvPr id="6" name="o5"/>
          <p:cNvSpPr/>
          <p:nvPr/>
        </p:nvSpPr>
        <p:spPr>
          <a:xfrm>
            <a:off x="4037076" y="6414516"/>
            <a:ext cx="64008" cy="64008"/>
          </a:xfrm>
          <a:prstGeom prst="rect">
            <a:avLst/>
          </a:prstGeom>
          <a:solidFill>
            <a:srgbClr val="FFB8AE"/>
          </a:solidFill>
          <a:ln/>
        </p:spPr>
        <p:txBody>
          <a:bodyPr/>
          <a:p/>
        </p:txBody>
      </p:sp>
      <p:sp>
        <p:nvSpPr>
          <p:cNvPr id="7" name="o6"/>
          <p:cNvSpPr/>
          <p:nvPr/>
        </p:nvSpPr>
        <p:spPr>
          <a:xfrm>
            <a:off x="4265676" y="6414516"/>
            <a:ext cx="64008" cy="64008"/>
          </a:xfrm>
          <a:prstGeom prst="rect">
            <a:avLst/>
          </a:prstGeom>
          <a:solidFill>
            <a:srgbClr val="FFB8AE"/>
          </a:solidFill>
          <a:ln/>
        </p:spPr>
        <p:txBody>
          <a:bodyPr/>
          <a:p/>
        </p:txBody>
      </p:sp>
      <p:sp>
        <p:nvSpPr>
          <p:cNvPr id="8" name="o7"/>
          <p:cNvSpPr/>
          <p:nvPr/>
        </p:nvSpPr>
        <p:spPr>
          <a:xfrm>
            <a:off x="4494276" y="6414516"/>
            <a:ext cx="64008" cy="64008"/>
          </a:xfrm>
          <a:prstGeom prst="rect">
            <a:avLst/>
          </a:prstGeom>
          <a:solidFill>
            <a:srgbClr val="FFB8AE"/>
          </a:solidFill>
          <a:ln/>
        </p:spPr>
        <p:txBody>
          <a:bodyPr/>
          <a:p/>
        </p:txBody>
      </p:sp>
      <p:sp>
        <p:nvSpPr>
          <p:cNvPr id="9" name="o8"/>
          <p:cNvSpPr/>
          <p:nvPr/>
        </p:nvSpPr>
        <p:spPr>
          <a:xfrm>
            <a:off x="4722876" y="6414516"/>
            <a:ext cx="64008" cy="64008"/>
          </a:xfrm>
          <a:prstGeom prst="rect">
            <a:avLst/>
          </a:prstGeom>
          <a:solidFill>
            <a:srgbClr val="FFB8AE"/>
          </a:solidFill>
          <a:ln/>
        </p:spPr>
        <p:txBody>
          <a:bodyPr/>
          <a:p/>
        </p:txBody>
      </p:sp>
      <p:sp>
        <p:nvSpPr>
          <p:cNvPr id="10" name="o9"/>
          <p:cNvSpPr/>
          <p:nvPr/>
        </p:nvSpPr>
        <p:spPr>
          <a:xfrm>
            <a:off x="4951476" y="6414516"/>
            <a:ext cx="64008" cy="64008"/>
          </a:xfrm>
          <a:prstGeom prst="rect">
            <a:avLst/>
          </a:prstGeom>
          <a:solidFill>
            <a:srgbClr val="FFB8AE"/>
          </a:solidFill>
          <a:ln/>
        </p:spPr>
        <p:txBody>
          <a:bodyPr/>
          <a:p/>
        </p:txBody>
      </p:sp>
      <p:sp>
        <p:nvSpPr>
          <p:cNvPr id="11" name="o10"/>
          <p:cNvSpPr/>
          <p:nvPr/>
        </p:nvSpPr>
        <p:spPr>
          <a:xfrm>
            <a:off x="5180076" y="6414516"/>
            <a:ext cx="64008" cy="64008"/>
          </a:xfrm>
          <a:prstGeom prst="rect">
            <a:avLst/>
          </a:prstGeom>
          <a:solidFill>
            <a:srgbClr val="FFB8AE"/>
          </a:solidFill>
          <a:ln/>
        </p:spPr>
        <p:txBody>
          <a:bodyPr/>
          <a:p/>
        </p:txBody>
      </p:sp>
      <p:sp>
        <p:nvSpPr>
          <p:cNvPr id="12" name="o11"/>
          <p:cNvSpPr/>
          <p:nvPr/>
        </p:nvSpPr>
        <p:spPr>
          <a:xfrm>
            <a:off x="5408676" y="6414516"/>
            <a:ext cx="64008" cy="64008"/>
          </a:xfrm>
          <a:prstGeom prst="rect">
            <a:avLst/>
          </a:prstGeom>
          <a:solidFill>
            <a:srgbClr val="FFB8AE"/>
          </a:solidFill>
          <a:ln/>
        </p:spPr>
        <p:txBody>
          <a:bodyPr/>
          <a:p/>
        </p:txBody>
      </p:sp>
      <p:sp>
        <p:nvSpPr>
          <p:cNvPr id="13" name="o12"/>
          <p:cNvSpPr/>
          <p:nvPr/>
        </p:nvSpPr>
        <p:spPr>
          <a:xfrm>
            <a:off x="5637276" y="6414516"/>
            <a:ext cx="64008" cy="64008"/>
          </a:xfrm>
          <a:prstGeom prst="rect">
            <a:avLst/>
          </a:prstGeom>
          <a:solidFill>
            <a:srgbClr val="FFB8AE"/>
          </a:solidFill>
          <a:ln/>
        </p:spPr>
        <p:txBody>
          <a:bodyPr/>
          <a:p/>
        </p:txBody>
      </p:sp>
      <p:sp>
        <p:nvSpPr>
          <p:cNvPr id="14" name="o13"/>
          <p:cNvSpPr/>
          <p:nvPr/>
        </p:nvSpPr>
        <p:spPr>
          <a:xfrm>
            <a:off x="5865876" y="6414516"/>
            <a:ext cx="64008" cy="64008"/>
          </a:xfrm>
          <a:prstGeom prst="rect">
            <a:avLst/>
          </a:prstGeom>
          <a:solidFill>
            <a:srgbClr val="FFB8AE"/>
          </a:solidFill>
          <a:ln/>
        </p:spPr>
        <p:txBody>
          <a:bodyPr/>
          <a:p/>
        </p:txBody>
      </p:sp>
      <p:sp>
        <p:nvSpPr>
          <p:cNvPr id="15" name="o14"/>
          <p:cNvSpPr/>
          <p:nvPr/>
        </p:nvSpPr>
        <p:spPr>
          <a:xfrm>
            <a:off x="6094476" y="6414516"/>
            <a:ext cx="64008" cy="64008"/>
          </a:xfrm>
          <a:prstGeom prst="rect">
            <a:avLst/>
          </a:prstGeom>
          <a:solidFill>
            <a:srgbClr val="FFB8AE"/>
          </a:solidFill>
          <a:ln/>
        </p:spPr>
        <p:txBody>
          <a:bodyPr/>
          <a:p/>
        </p:txBody>
      </p:sp>
      <p:sp>
        <p:nvSpPr>
          <p:cNvPr id="16" name="o15"/>
          <p:cNvSpPr/>
          <p:nvPr/>
        </p:nvSpPr>
        <p:spPr>
          <a:xfrm>
            <a:off x="6323076" y="6414516"/>
            <a:ext cx="64008" cy="64008"/>
          </a:xfrm>
          <a:prstGeom prst="rect">
            <a:avLst/>
          </a:prstGeom>
          <a:solidFill>
            <a:srgbClr val="FFB8AE"/>
          </a:solidFill>
          <a:ln/>
        </p:spPr>
        <p:txBody>
          <a:bodyPr/>
          <a:p/>
        </p:txBody>
      </p:sp>
      <p:sp>
        <p:nvSpPr>
          <p:cNvPr id="17" name="o16"/>
          <p:cNvSpPr/>
          <p:nvPr/>
        </p:nvSpPr>
        <p:spPr>
          <a:xfrm>
            <a:off x="6551676" y="6414516"/>
            <a:ext cx="64008" cy="64008"/>
          </a:xfrm>
          <a:prstGeom prst="rect">
            <a:avLst/>
          </a:prstGeom>
          <a:solidFill>
            <a:srgbClr val="FFB8AE"/>
          </a:solidFill>
          <a:ln/>
        </p:spPr>
        <p:txBody>
          <a:bodyPr/>
          <a:p/>
        </p:txBody>
      </p:sp>
      <p:sp>
        <p:nvSpPr>
          <p:cNvPr id="18" name="o17"/>
          <p:cNvSpPr/>
          <p:nvPr/>
        </p:nvSpPr>
        <p:spPr>
          <a:xfrm>
            <a:off x="6780276" y="6414516"/>
            <a:ext cx="64008" cy="64008"/>
          </a:xfrm>
          <a:prstGeom prst="rect">
            <a:avLst/>
          </a:prstGeom>
          <a:solidFill>
            <a:srgbClr val="FFB8AE"/>
          </a:solidFill>
          <a:ln/>
        </p:spPr>
        <p:txBody>
          <a:bodyPr/>
          <a:p/>
        </p:txBody>
      </p:sp>
      <p:sp>
        <p:nvSpPr>
          <p:cNvPr id="19" name="o18"/>
          <p:cNvSpPr/>
          <p:nvPr/>
        </p:nvSpPr>
        <p:spPr>
          <a:xfrm>
            <a:off x="7008876" y="6414516"/>
            <a:ext cx="64008" cy="64008"/>
          </a:xfrm>
          <a:prstGeom prst="rect">
            <a:avLst/>
          </a:prstGeom>
          <a:solidFill>
            <a:srgbClr val="FFB8AE"/>
          </a:solidFill>
          <a:ln/>
        </p:spPr>
        <p:txBody>
          <a:bodyPr/>
          <a:p/>
        </p:txBody>
      </p:sp>
      <p:sp>
        <p:nvSpPr>
          <p:cNvPr id="20" name="o19"/>
          <p:cNvSpPr/>
          <p:nvPr/>
        </p:nvSpPr>
        <p:spPr>
          <a:xfrm>
            <a:off x="7237476" y="6414516"/>
            <a:ext cx="64008" cy="64008"/>
          </a:xfrm>
          <a:prstGeom prst="rect">
            <a:avLst/>
          </a:prstGeom>
          <a:solidFill>
            <a:srgbClr val="FFB8AE"/>
          </a:solidFill>
          <a:ln/>
        </p:spPr>
        <p:txBody>
          <a:bodyPr/>
          <a:p/>
        </p:txBody>
      </p:sp>
      <p:sp>
        <p:nvSpPr>
          <p:cNvPr id="21" name="o20"/>
          <p:cNvSpPr/>
          <p:nvPr/>
        </p:nvSpPr>
        <p:spPr>
          <a:xfrm>
            <a:off x="7466076" y="6414516"/>
            <a:ext cx="64008" cy="64008"/>
          </a:xfrm>
          <a:prstGeom prst="rect">
            <a:avLst/>
          </a:prstGeom>
          <a:solidFill>
            <a:srgbClr val="FFB8AE"/>
          </a:solidFill>
          <a:ln/>
        </p:spPr>
        <p:txBody>
          <a:bodyPr/>
          <a:p/>
        </p:txBody>
      </p:sp>
      <p:sp>
        <p:nvSpPr>
          <p:cNvPr id="22" name="o21"/>
          <p:cNvSpPr/>
          <p:nvPr/>
        </p:nvSpPr>
        <p:spPr>
          <a:xfrm>
            <a:off x="7694676" y="6414516"/>
            <a:ext cx="64008" cy="64008"/>
          </a:xfrm>
          <a:prstGeom prst="rect">
            <a:avLst/>
          </a:prstGeom>
          <a:solidFill>
            <a:srgbClr val="FFB8AE"/>
          </a:solidFill>
          <a:ln/>
        </p:spPr>
        <p:txBody>
          <a:bodyPr/>
          <a:p/>
        </p:txBody>
      </p:sp>
      <p:sp>
        <p:nvSpPr>
          <p:cNvPr id="23" name="o22"/>
          <p:cNvSpPr/>
          <p:nvPr/>
        </p:nvSpPr>
        <p:spPr>
          <a:xfrm>
            <a:off x="7923276" y="6414516"/>
            <a:ext cx="64008" cy="64008"/>
          </a:xfrm>
          <a:prstGeom prst="rect">
            <a:avLst/>
          </a:prstGeom>
          <a:solidFill>
            <a:srgbClr val="FFB8AE"/>
          </a:solidFill>
          <a:ln/>
        </p:spPr>
        <p:txBody>
          <a:bodyPr/>
          <a:p/>
        </p:txBody>
      </p:sp>
      <p:sp>
        <p:nvSpPr>
          <p:cNvPr id="24" name="o23"/>
          <p:cNvSpPr/>
          <p:nvPr/>
        </p:nvSpPr>
        <p:spPr>
          <a:xfrm>
            <a:off x="8151876" y="6414516"/>
            <a:ext cx="64008" cy="64008"/>
          </a:xfrm>
          <a:prstGeom prst="rect">
            <a:avLst/>
          </a:prstGeom>
          <a:solidFill>
            <a:srgbClr val="FFB8AE"/>
          </a:solidFill>
          <a:ln/>
        </p:spPr>
        <p:txBody>
          <a:bodyPr/>
          <a:p/>
        </p:txBody>
      </p:sp>
      <p:sp>
        <p:nvSpPr>
          <p:cNvPr id="25" name="o24"/>
          <p:cNvSpPr/>
          <p:nvPr/>
        </p:nvSpPr>
        <p:spPr>
          <a:xfrm>
            <a:off x="8380476" y="6414516"/>
            <a:ext cx="64008" cy="64008"/>
          </a:xfrm>
          <a:prstGeom prst="rect">
            <a:avLst/>
          </a:prstGeom>
          <a:solidFill>
            <a:srgbClr val="FFB8AE"/>
          </a:solidFill>
          <a:ln/>
        </p:spPr>
        <p:txBody>
          <a:bodyPr/>
          <a:p/>
        </p:txBody>
      </p:sp>
      <p:sp>
        <p:nvSpPr>
          <p:cNvPr id="26" name="o25"/>
          <p:cNvSpPr/>
          <p:nvPr/>
        </p:nvSpPr>
        <p:spPr>
          <a:xfrm>
            <a:off x="8609076" y="6414516"/>
            <a:ext cx="64008" cy="64008"/>
          </a:xfrm>
          <a:prstGeom prst="rect">
            <a:avLst/>
          </a:prstGeom>
          <a:solidFill>
            <a:srgbClr val="FFB8AE"/>
          </a:solidFill>
          <a:ln/>
        </p:spPr>
        <p:txBody>
          <a:bodyPr/>
          <a:p/>
        </p:txBody>
      </p:sp>
      <p:sp>
        <p:nvSpPr>
          <p:cNvPr id="27" name="o26"/>
          <p:cNvSpPr/>
          <p:nvPr/>
        </p:nvSpPr>
        <p:spPr>
          <a:xfrm>
            <a:off x="8837676" y="6414516"/>
            <a:ext cx="64008" cy="64008"/>
          </a:xfrm>
          <a:prstGeom prst="rect">
            <a:avLst/>
          </a:prstGeom>
          <a:solidFill>
            <a:srgbClr val="FFB8AE"/>
          </a:solidFill>
          <a:ln/>
        </p:spPr>
        <p:txBody>
          <a:bodyPr/>
          <a:p/>
        </p:txBody>
      </p:sp>
      <p:sp>
        <p:nvSpPr>
          <p:cNvPr id="28" name="o27"/>
          <p:cNvSpPr/>
          <p:nvPr/>
        </p:nvSpPr>
        <p:spPr>
          <a:xfrm>
            <a:off x="9066276" y="6414516"/>
            <a:ext cx="64008" cy="64008"/>
          </a:xfrm>
          <a:prstGeom prst="rect">
            <a:avLst/>
          </a:prstGeom>
          <a:solidFill>
            <a:srgbClr val="FFB8AE"/>
          </a:solidFill>
          <a:ln/>
        </p:spPr>
        <p:txBody>
          <a:bodyPr/>
          <a:p/>
        </p:txBody>
      </p:sp>
      <p:sp>
        <p:nvSpPr>
          <p:cNvPr id="29" name="o28"/>
          <p:cNvSpPr/>
          <p:nvPr/>
        </p:nvSpPr>
        <p:spPr>
          <a:xfrm>
            <a:off x="9294876" y="6414516"/>
            <a:ext cx="64008" cy="64008"/>
          </a:xfrm>
          <a:prstGeom prst="rect">
            <a:avLst/>
          </a:prstGeom>
          <a:solidFill>
            <a:srgbClr val="FFB8AE"/>
          </a:solidFill>
          <a:ln/>
        </p:spPr>
        <p:txBody>
          <a:bodyPr/>
          <a:p/>
        </p:txBody>
      </p:sp>
      <p:sp>
        <p:nvSpPr>
          <p:cNvPr id="30" name="o29"/>
          <p:cNvSpPr/>
          <p:nvPr/>
        </p:nvSpPr>
        <p:spPr>
          <a:xfrm>
            <a:off x="9523476" y="6414516"/>
            <a:ext cx="64008" cy="64008"/>
          </a:xfrm>
          <a:prstGeom prst="rect">
            <a:avLst/>
          </a:prstGeom>
          <a:solidFill>
            <a:srgbClr val="FFB8AE"/>
          </a:solidFill>
          <a:ln/>
        </p:spPr>
        <p:txBody>
          <a:bodyPr/>
          <a:p/>
        </p:txBody>
      </p:sp>
      <p:sp>
        <p:nvSpPr>
          <p:cNvPr id="31" name="o30"/>
          <p:cNvSpPr/>
          <p:nvPr/>
        </p:nvSpPr>
        <p:spPr>
          <a:xfrm>
            <a:off x="9752076" y="6414516"/>
            <a:ext cx="64008" cy="64008"/>
          </a:xfrm>
          <a:prstGeom prst="rect">
            <a:avLst/>
          </a:prstGeom>
          <a:solidFill>
            <a:srgbClr val="FFB8AE"/>
          </a:solidFill>
          <a:ln/>
        </p:spPr>
        <p:txBody>
          <a:bodyPr/>
          <a:p/>
        </p:txBody>
      </p:sp>
      <p:sp>
        <p:nvSpPr>
          <p:cNvPr id="32" name="o31"/>
          <p:cNvSpPr/>
          <p:nvPr/>
        </p:nvSpPr>
        <p:spPr>
          <a:xfrm>
            <a:off x="9980676" y="6414516"/>
            <a:ext cx="64008" cy="64008"/>
          </a:xfrm>
          <a:prstGeom prst="rect">
            <a:avLst/>
          </a:prstGeom>
          <a:solidFill>
            <a:srgbClr val="FFB8AE"/>
          </a:solidFill>
          <a:ln/>
        </p:spPr>
        <p:txBody>
          <a:bodyPr/>
          <a:p/>
        </p:txBody>
      </p:sp>
      <p:sp>
        <p:nvSpPr>
          <p:cNvPr id="33" name="o32"/>
          <p:cNvSpPr/>
          <p:nvPr/>
        </p:nvSpPr>
        <p:spPr>
          <a:xfrm>
            <a:off x="10209276" y="6414516"/>
            <a:ext cx="64008" cy="64008"/>
          </a:xfrm>
          <a:prstGeom prst="rect">
            <a:avLst/>
          </a:prstGeom>
          <a:solidFill>
            <a:srgbClr val="FFB8AE"/>
          </a:solidFill>
          <a:ln/>
        </p:spPr>
        <p:txBody>
          <a:bodyPr/>
          <a:p/>
        </p:txBody>
      </p:sp>
      <p:sp>
        <p:nvSpPr>
          <p:cNvPr id="34" name="o33"/>
          <p:cNvSpPr/>
          <p:nvPr/>
        </p:nvSpPr>
        <p:spPr>
          <a:xfrm>
            <a:off x="10437876" y="6414516"/>
            <a:ext cx="64008" cy="64008"/>
          </a:xfrm>
          <a:prstGeom prst="rect">
            <a:avLst/>
          </a:prstGeom>
          <a:solidFill>
            <a:srgbClr val="FFB8AE"/>
          </a:solidFill>
          <a:ln/>
        </p:spPr>
        <p:txBody>
          <a:bodyPr/>
          <a:p/>
        </p:txBody>
      </p:sp>
      <p:sp>
        <p:nvSpPr>
          <p:cNvPr id="35" name="o34"/>
          <p:cNvSpPr/>
          <p:nvPr/>
        </p:nvSpPr>
        <p:spPr>
          <a:xfrm>
            <a:off x="10666476" y="6414516"/>
            <a:ext cx="64008" cy="64008"/>
          </a:xfrm>
          <a:prstGeom prst="rect">
            <a:avLst/>
          </a:prstGeom>
          <a:solidFill>
            <a:srgbClr val="FFB8AE"/>
          </a:solidFill>
          <a:ln/>
        </p:spPr>
        <p:txBody>
          <a:bodyPr/>
          <a:p/>
        </p:txBody>
      </p:sp>
      <p:sp>
        <p:nvSpPr>
          <p:cNvPr id="36" name="o35"/>
          <p:cNvSpPr/>
          <p:nvPr/>
        </p:nvSpPr>
        <p:spPr>
          <a:xfrm>
            <a:off x="10895076" y="6414516"/>
            <a:ext cx="64008" cy="64008"/>
          </a:xfrm>
          <a:prstGeom prst="rect">
            <a:avLst/>
          </a:prstGeom>
          <a:solidFill>
            <a:srgbClr val="FFB8AE"/>
          </a:solidFill>
          <a:ln/>
        </p:spPr>
        <p:txBody>
          <a:bodyPr/>
          <a:p/>
        </p:txBody>
      </p:sp>
      <p:sp>
        <p:nvSpPr>
          <p:cNvPr id="37" name="o36"/>
          <p:cNvSpPr/>
          <p:nvPr/>
        </p:nvSpPr>
        <p:spPr>
          <a:xfrm>
            <a:off x="11123676" y="6414516"/>
            <a:ext cx="64008" cy="64008"/>
          </a:xfrm>
          <a:prstGeom prst="rect">
            <a:avLst/>
          </a:prstGeom>
          <a:solidFill>
            <a:srgbClr val="FFB8AE"/>
          </a:solidFill>
          <a:ln/>
        </p:spPr>
        <p:txBody>
          <a:bodyPr/>
          <a:p/>
        </p:txBody>
      </p:sp>
      <p:pic>
        <p:nvPicPr>
          <p:cNvPr id="38" name="o37" descr="super pac-gomme">    </p:cNvPr>
          <p:cNvPicPr>
            <a:picLocks noChangeAspect="1"/>
          </p:cNvPicPr>
          <p:nvPr/>
        </p:nvPicPr>
        <p:blipFill>
          <a:blip r:embed="rId4"/>
          <a:stretch>
            <a:fillRect/>
          </a:stretch>
        </p:blipFill>
        <p:spPr>
          <a:xfrm>
            <a:off x="11448288" y="6355080"/>
            <a:ext cx="182880" cy="182880"/>
          </a:xfrm>
          <a:prstGeom prst="rect">
            <a:avLst/>
          </a:prstGeom>
        </p:spPr>
      </p:pic>
      <p:pic>
        <p:nvPicPr>
          <p:cNvPr id="39" name="o38" descr="Pac-Man : progression">    </p:cNvPr>
          <p:cNvPicPr>
            <a:picLocks noChangeAspect="1"/>
          </p:cNvPicPr>
          <p:nvPr/>
        </p:nvPicPr>
        <p:blipFill>
          <a:blip r:embed="rId5"/>
          <a:stretch>
            <a:fillRect/>
          </a:stretch>
        </p:blipFill>
        <p:spPr>
          <a:xfrm>
            <a:off x="3480816" y="6291072"/>
            <a:ext cx="310896" cy="310896"/>
          </a:xfrm>
          <a:prstGeom prst="rect">
            <a:avLst/>
          </a:prstGeom>
        </p:spPr>
      </p:pic>
      <p:pic>
        <p:nvPicPr>
          <p:cNvPr id="40" name="o39" descr="fantôme">    </p:cNvPr>
          <p:cNvPicPr>
            <a:picLocks noChangeAspect="1"/>
          </p:cNvPicPr>
          <p:nvPr/>
        </p:nvPicPr>
        <p:blipFill>
          <a:blip r:embed="rId6"/>
          <a:stretch>
            <a:fillRect/>
          </a:stretch>
        </p:blipFill>
        <p:spPr>
          <a:xfrm>
            <a:off x="2913888" y="6291072"/>
            <a:ext cx="310896" cy="310896"/>
          </a:xfrm>
          <a:prstGeom prst="rect">
            <a:avLst/>
          </a:prstGeom>
        </p:spPr>
      </p:pic>
      <p:sp>
        <p:nvSpPr>
          <p:cNvPr id="41" name="o40"/>
          <p:cNvSpPr/>
          <p:nvPr/>
        </p:nvSpPr>
        <p:spPr>
          <a:xfrm>
            <a:off x="548640" y="1737360"/>
            <a:ext cx="1874520" cy="2606040"/>
          </a:xfrm>
          <a:prstGeom prst="roundRect">
            <a:avLst>
              <a:gd name="adj" fmla="val 6829"/>
            </a:avLst>
          </a:prstGeom>
          <a:solidFill>
            <a:srgbClr val="000000"/>
          </a:solidFill>
          <a:ln w="28575">
            <a:solidFill>
              <a:srgbClr val="2121DE"/>
            </a:solidFill>
            <a:prstDash val="solid"/>
          </a:ln>
        </p:spPr>
        <p:txBody>
          <a:bodyPr/>
          <a:p/>
        </p:txBody>
      </p:sp>
      <p:sp>
        <p:nvSpPr>
          <p:cNvPr id="42" name="o41"/>
          <p:cNvSpPr/>
          <p:nvPr/>
        </p:nvSpPr>
        <p:spPr>
          <a:xfrm>
            <a:off x="617220" y="1805940"/>
            <a:ext cx="1737360" cy="2468880"/>
          </a:xfrm>
          <a:prstGeom prst="roundRect">
            <a:avLst>
              <a:gd name="adj" fmla="val 3421"/>
            </a:avLst>
          </a:prstGeom>
          <a:ln w="12700">
            <a:solidFill>
              <a:srgbClr val="2121DE"/>
            </a:solidFill>
            <a:prstDash val="solid"/>
          </a:ln>
        </p:spPr>
        <p:txBody>
          <a:bodyPr/>
          <a:p/>
        </p:txBody>
      </p:sp>
      <p:pic>
        <p:nvPicPr>
          <p:cNvPr id="43" name="o42" descr="01">    </p:cNvPr>
          <p:cNvPicPr>
            <a:picLocks noChangeAspect="1"/>
          </p:cNvPicPr>
          <p:nvPr/>
        </p:nvPicPr>
        <p:blipFill>
          <a:blip r:embed="rId7"/>
          <a:stretch>
            <a:fillRect/>
          </a:stretch>
        </p:blipFill>
        <p:spPr>
          <a:xfrm>
            <a:off x="749808" y="1938528"/>
            <a:ext cx="256032" cy="128016"/>
          </a:xfrm>
          <a:prstGeom prst="rect">
            <a:avLst/>
          </a:prstGeom>
        </p:spPr>
      </p:pic>
      <p:pic>
        <p:nvPicPr>
          <p:cNvPr id="44" name="o43" descr="Données brutes">    </p:cNvPr>
          <p:cNvPicPr>
            <a:picLocks noChangeAspect="1"/>
          </p:cNvPicPr>
          <p:nvPr/>
        </p:nvPicPr>
        <p:blipFill>
          <a:blip r:embed="rId8"/>
          <a:stretch>
            <a:fillRect/>
          </a:stretch>
        </p:blipFill>
        <p:spPr>
          <a:xfrm>
            <a:off x="1156716" y="2240280"/>
            <a:ext cx="658368" cy="658368"/>
          </a:xfrm>
          <a:prstGeom prst="rect">
            <a:avLst/>
          </a:prstGeom>
        </p:spPr>
      </p:pic>
      <p:sp>
        <p:nvSpPr>
          <p:cNvPr id="45" name="o44"/>
          <p:cNvSpPr txBox="1"/>
          <p:nvPr/>
        </p:nvSpPr>
        <p:spPr>
          <a:xfrm>
            <a:off x="640080" y="3063240"/>
            <a:ext cx="169164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Données brutes</a:t>
            </a:r>
            <a:endParaRPr lang="en-US" sz="1600" dirty="0"/>
          </a:p>
        </p:txBody>
      </p:sp>
      <p:sp>
        <p:nvSpPr>
          <p:cNvPr id="46" name="o45"/>
          <p:cNvSpPr txBox="1"/>
          <p:nvPr/>
        </p:nvSpPr>
        <p:spPr>
          <a:xfrm>
            <a:off x="594360" y="3474720"/>
            <a:ext cx="1783080" cy="274320"/>
          </a:xfrm>
          <a:prstGeom prst="rect">
            <a:avLst/>
          </a:prstGeom>
          <a:noFill/>
          <a:ln/>
        </p:spPr>
        <p:txBody>
          <a:bodyPr wrap="square" lIns="0" tIns="0" rIns="0" bIns="0" rtlCol="0" anchor="t"/>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vgsales.csv</a:t>
            </a:r>
            <a:endParaRPr lang="en-US" sz="1100" dirty="0"/>
          </a:p>
        </p:txBody>
      </p:sp>
      <p:sp>
        <p:nvSpPr>
          <p:cNvPr id="47" name="o46"/>
          <p:cNvSpPr txBox="1"/>
          <p:nvPr/>
        </p:nvSpPr>
        <p:spPr>
          <a:xfrm>
            <a:off x="640080" y="3767328"/>
            <a:ext cx="1691640" cy="320040"/>
          </a:xfrm>
          <a:prstGeom prst="rect">
            <a:avLst/>
          </a:prstGeom>
          <a:noFill/>
          <a:ln/>
        </p:spPr>
        <p:txBody>
          <a:bodyPr wrap="square" lIns="0" tIns="0" rIns="0" bIns="0" rtlCol="0" anchor="t"/>
          <a:lstStyle/>
          <a:p>
            <a:pPr algn="ctr" indent="0" marL="0">
              <a:buNone/>
            </a:pPr>
            <a:r>
              <a:rPr lang="en-US" sz="1300" dirty="0">
                <a:solidFill>
                  <a:srgbClr val="C4C4E4"/>
                </a:solidFill>
                <a:latin typeface="Arial" pitchFamily="34" charset="0"/>
                <a:ea typeface="Arial" pitchFamily="34" charset="-122"/>
                <a:cs typeface="Arial" pitchFamily="34" charset="-120"/>
              </a:rPr>
              <a:t>16 598 lignes</a:t>
            </a:r>
            <a:endParaRPr lang="en-US" sz="1300" dirty="0"/>
          </a:p>
        </p:txBody>
      </p:sp>
      <p:sp>
        <p:nvSpPr>
          <p:cNvPr id="48" name="o47"/>
          <p:cNvSpPr/>
          <p:nvPr/>
        </p:nvSpPr>
        <p:spPr>
          <a:xfrm>
            <a:off x="2494197" y="3003804"/>
            <a:ext cx="73152" cy="73152"/>
          </a:xfrm>
          <a:prstGeom prst="rect">
            <a:avLst/>
          </a:prstGeom>
          <a:solidFill>
            <a:srgbClr val="FFB8AE"/>
          </a:solidFill>
          <a:ln/>
        </p:spPr>
        <p:txBody>
          <a:bodyPr/>
          <a:p/>
        </p:txBody>
      </p:sp>
      <p:sp>
        <p:nvSpPr>
          <p:cNvPr id="49" name="o48"/>
          <p:cNvSpPr/>
          <p:nvPr/>
        </p:nvSpPr>
        <p:spPr>
          <a:xfrm>
            <a:off x="2601811" y="3003804"/>
            <a:ext cx="73152" cy="73152"/>
          </a:xfrm>
          <a:prstGeom prst="rect">
            <a:avLst/>
          </a:prstGeom>
          <a:solidFill>
            <a:srgbClr val="FFB8AE"/>
          </a:solidFill>
          <a:ln/>
        </p:spPr>
        <p:txBody>
          <a:bodyPr/>
          <a:p/>
        </p:txBody>
      </p:sp>
      <p:sp>
        <p:nvSpPr>
          <p:cNvPr id="50" name="o49"/>
          <p:cNvSpPr/>
          <p:nvPr/>
        </p:nvSpPr>
        <p:spPr>
          <a:xfrm>
            <a:off x="2709424" y="3003804"/>
            <a:ext cx="73152" cy="73152"/>
          </a:xfrm>
          <a:prstGeom prst="rect">
            <a:avLst/>
          </a:prstGeom>
          <a:solidFill>
            <a:srgbClr val="FFB8AE"/>
          </a:solidFill>
          <a:ln/>
        </p:spPr>
        <p:txBody>
          <a:bodyPr/>
          <a:p/>
        </p:txBody>
      </p:sp>
      <p:sp>
        <p:nvSpPr>
          <p:cNvPr id="51" name="o50"/>
          <p:cNvSpPr/>
          <p:nvPr/>
        </p:nvSpPr>
        <p:spPr>
          <a:xfrm>
            <a:off x="2853614" y="1737360"/>
            <a:ext cx="1874520" cy="2606040"/>
          </a:xfrm>
          <a:prstGeom prst="roundRect">
            <a:avLst>
              <a:gd name="adj" fmla="val 6829"/>
            </a:avLst>
          </a:prstGeom>
          <a:solidFill>
            <a:srgbClr val="000000"/>
          </a:solidFill>
          <a:ln w="28575">
            <a:solidFill>
              <a:srgbClr val="2121DE"/>
            </a:solidFill>
            <a:prstDash val="solid"/>
          </a:ln>
        </p:spPr>
        <p:txBody>
          <a:bodyPr/>
          <a:p/>
        </p:txBody>
      </p:sp>
      <p:sp>
        <p:nvSpPr>
          <p:cNvPr id="52" name="o51"/>
          <p:cNvSpPr/>
          <p:nvPr/>
        </p:nvSpPr>
        <p:spPr>
          <a:xfrm>
            <a:off x="2922194" y="1805940"/>
            <a:ext cx="1737360" cy="2468880"/>
          </a:xfrm>
          <a:prstGeom prst="roundRect">
            <a:avLst>
              <a:gd name="adj" fmla="val 3421"/>
            </a:avLst>
          </a:prstGeom>
          <a:ln w="12700">
            <a:solidFill>
              <a:srgbClr val="2121DE"/>
            </a:solidFill>
            <a:prstDash val="solid"/>
          </a:ln>
        </p:spPr>
        <p:txBody>
          <a:bodyPr/>
          <a:p/>
        </p:txBody>
      </p:sp>
      <p:pic>
        <p:nvPicPr>
          <p:cNvPr id="53" name="o52" descr="02">    </p:cNvPr>
          <p:cNvPicPr>
            <a:picLocks noChangeAspect="1"/>
          </p:cNvPicPr>
          <p:nvPr/>
        </p:nvPicPr>
        <p:blipFill>
          <a:blip r:embed="rId9"/>
          <a:stretch>
            <a:fillRect/>
          </a:stretch>
        </p:blipFill>
        <p:spPr>
          <a:xfrm>
            <a:off x="3054782" y="1938528"/>
            <a:ext cx="256032" cy="128016"/>
          </a:xfrm>
          <a:prstGeom prst="rect">
            <a:avLst/>
          </a:prstGeom>
        </p:spPr>
      </p:pic>
      <p:pic>
        <p:nvPicPr>
          <p:cNvPr id="54" name="o53" descr="Nettoyage">    </p:cNvPr>
          <p:cNvPicPr>
            <a:picLocks noChangeAspect="1"/>
          </p:cNvPicPr>
          <p:nvPr/>
        </p:nvPicPr>
        <p:blipFill>
          <a:blip r:embed="rId10"/>
          <a:stretch>
            <a:fillRect/>
          </a:stretch>
        </p:blipFill>
        <p:spPr>
          <a:xfrm>
            <a:off x="3461690" y="2240280"/>
            <a:ext cx="658368" cy="658368"/>
          </a:xfrm>
          <a:prstGeom prst="rect">
            <a:avLst/>
          </a:prstGeom>
        </p:spPr>
      </p:pic>
      <p:sp>
        <p:nvSpPr>
          <p:cNvPr id="55" name="o54"/>
          <p:cNvSpPr txBox="1"/>
          <p:nvPr/>
        </p:nvSpPr>
        <p:spPr>
          <a:xfrm>
            <a:off x="2945054" y="3063240"/>
            <a:ext cx="169164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Nettoyage</a:t>
            </a:r>
            <a:endParaRPr lang="en-US" sz="1600" dirty="0"/>
          </a:p>
        </p:txBody>
      </p:sp>
      <p:sp>
        <p:nvSpPr>
          <p:cNvPr id="56" name="o55"/>
          <p:cNvSpPr txBox="1"/>
          <p:nvPr/>
        </p:nvSpPr>
        <p:spPr>
          <a:xfrm>
            <a:off x="2899334" y="3474720"/>
            <a:ext cx="1783080" cy="274320"/>
          </a:xfrm>
          <a:prstGeom prst="rect">
            <a:avLst/>
          </a:prstGeom>
          <a:noFill/>
          <a:ln/>
        </p:spPr>
        <p:txBody>
          <a:bodyPr wrap="square" lIns="0" tIns="0" rIns="0" bIns="0" rtlCol="0" anchor="t"/>
          <a:lstStyle/>
          <a:p>
            <a:pPr algn="ctr" indent="0" marL="0">
              <a:buNone/>
            </a:pPr>
            <a:r>
              <a:rPr lang="en-US" sz="1100" b="1" dirty="0">
                <a:solidFill>
                  <a:srgbClr val="FFB8FF"/>
                </a:solidFill>
                <a:latin typeface="Courier New" pitchFamily="34" charset="0"/>
                <a:ea typeface="Courier New" pitchFamily="34" charset="-122"/>
                <a:cs typeface="Courier New" pitchFamily="34" charset="-120"/>
              </a:rPr>
              <a:t>cleaning.py</a:t>
            </a:r>
            <a:endParaRPr lang="en-US" sz="1100" dirty="0"/>
          </a:p>
        </p:txBody>
      </p:sp>
      <p:sp>
        <p:nvSpPr>
          <p:cNvPr id="57" name="o56"/>
          <p:cNvSpPr txBox="1"/>
          <p:nvPr/>
        </p:nvSpPr>
        <p:spPr>
          <a:xfrm>
            <a:off x="2945054" y="3767328"/>
            <a:ext cx="1691640" cy="320040"/>
          </a:xfrm>
          <a:prstGeom prst="rect">
            <a:avLst/>
          </a:prstGeom>
          <a:noFill/>
          <a:ln/>
        </p:spPr>
        <p:txBody>
          <a:bodyPr wrap="square" lIns="0" tIns="0" rIns="0" bIns="0" rtlCol="0" anchor="t"/>
          <a:lstStyle/>
          <a:p>
            <a:pPr algn="ctr" indent="0" marL="0">
              <a:buNone/>
            </a:pPr>
            <a:r>
              <a:rPr lang="en-US" sz="1300" dirty="0">
                <a:solidFill>
                  <a:srgbClr val="C4C4E4"/>
                </a:solidFill>
                <a:latin typeface="Arial" pitchFamily="34" charset="0"/>
                <a:ea typeface="Arial" pitchFamily="34" charset="-122"/>
                <a:cs typeface="Arial" pitchFamily="34" charset="-120"/>
              </a:rPr>
              <a:t>règles centralisées</a:t>
            </a:r>
            <a:endParaRPr lang="en-US" sz="1300" dirty="0"/>
          </a:p>
        </p:txBody>
      </p:sp>
      <p:sp>
        <p:nvSpPr>
          <p:cNvPr id="58" name="o57"/>
          <p:cNvSpPr/>
          <p:nvPr/>
        </p:nvSpPr>
        <p:spPr>
          <a:xfrm>
            <a:off x="4799171" y="3003804"/>
            <a:ext cx="73152" cy="73152"/>
          </a:xfrm>
          <a:prstGeom prst="rect">
            <a:avLst/>
          </a:prstGeom>
          <a:solidFill>
            <a:srgbClr val="FFB8AE"/>
          </a:solidFill>
          <a:ln/>
        </p:spPr>
        <p:txBody>
          <a:bodyPr/>
          <a:p/>
        </p:txBody>
      </p:sp>
      <p:sp>
        <p:nvSpPr>
          <p:cNvPr id="59" name="o58"/>
          <p:cNvSpPr/>
          <p:nvPr/>
        </p:nvSpPr>
        <p:spPr>
          <a:xfrm>
            <a:off x="4906785" y="3003804"/>
            <a:ext cx="73152" cy="73152"/>
          </a:xfrm>
          <a:prstGeom prst="rect">
            <a:avLst/>
          </a:prstGeom>
          <a:solidFill>
            <a:srgbClr val="FFB8AE"/>
          </a:solidFill>
          <a:ln/>
        </p:spPr>
        <p:txBody>
          <a:bodyPr/>
          <a:p/>
        </p:txBody>
      </p:sp>
      <p:sp>
        <p:nvSpPr>
          <p:cNvPr id="60" name="o59"/>
          <p:cNvSpPr/>
          <p:nvPr/>
        </p:nvSpPr>
        <p:spPr>
          <a:xfrm>
            <a:off x="5014398" y="3003804"/>
            <a:ext cx="73152" cy="73152"/>
          </a:xfrm>
          <a:prstGeom prst="rect">
            <a:avLst/>
          </a:prstGeom>
          <a:solidFill>
            <a:srgbClr val="FFB8AE"/>
          </a:solidFill>
          <a:ln/>
        </p:spPr>
        <p:txBody>
          <a:bodyPr/>
          <a:p/>
        </p:txBody>
      </p:sp>
      <p:sp>
        <p:nvSpPr>
          <p:cNvPr id="61" name="o60"/>
          <p:cNvSpPr/>
          <p:nvPr/>
        </p:nvSpPr>
        <p:spPr>
          <a:xfrm>
            <a:off x="5158588" y="1737360"/>
            <a:ext cx="1874520" cy="2606040"/>
          </a:xfrm>
          <a:prstGeom prst="roundRect">
            <a:avLst>
              <a:gd name="adj" fmla="val 6829"/>
            </a:avLst>
          </a:prstGeom>
          <a:solidFill>
            <a:srgbClr val="000000"/>
          </a:solidFill>
          <a:ln w="28575">
            <a:solidFill>
              <a:srgbClr val="2121DE"/>
            </a:solidFill>
            <a:prstDash val="solid"/>
          </a:ln>
        </p:spPr>
        <p:txBody>
          <a:bodyPr/>
          <a:p/>
        </p:txBody>
      </p:sp>
      <p:sp>
        <p:nvSpPr>
          <p:cNvPr id="62" name="o61"/>
          <p:cNvSpPr/>
          <p:nvPr/>
        </p:nvSpPr>
        <p:spPr>
          <a:xfrm>
            <a:off x="5227168" y="1805940"/>
            <a:ext cx="1737360" cy="2468880"/>
          </a:xfrm>
          <a:prstGeom prst="roundRect">
            <a:avLst>
              <a:gd name="adj" fmla="val 3421"/>
            </a:avLst>
          </a:prstGeom>
          <a:ln w="12700">
            <a:solidFill>
              <a:srgbClr val="2121DE"/>
            </a:solidFill>
            <a:prstDash val="solid"/>
          </a:ln>
        </p:spPr>
        <p:txBody>
          <a:bodyPr/>
          <a:p/>
        </p:txBody>
      </p:sp>
      <p:pic>
        <p:nvPicPr>
          <p:cNvPr id="63" name="o62" descr="03">    </p:cNvPr>
          <p:cNvPicPr>
            <a:picLocks noChangeAspect="1"/>
          </p:cNvPicPr>
          <p:nvPr/>
        </p:nvPicPr>
        <p:blipFill>
          <a:blip r:embed="rId11"/>
          <a:stretch>
            <a:fillRect/>
          </a:stretch>
        </p:blipFill>
        <p:spPr>
          <a:xfrm>
            <a:off x="5359756" y="1938528"/>
            <a:ext cx="256032" cy="128016"/>
          </a:xfrm>
          <a:prstGeom prst="rect">
            <a:avLst/>
          </a:prstGeom>
        </p:spPr>
      </p:pic>
      <p:pic>
        <p:nvPicPr>
          <p:cNvPr id="64" name="o63" descr="Données propres">    </p:cNvPr>
          <p:cNvPicPr>
            <a:picLocks noChangeAspect="1"/>
          </p:cNvPicPr>
          <p:nvPr/>
        </p:nvPicPr>
        <p:blipFill>
          <a:blip r:embed="rId12"/>
          <a:stretch>
            <a:fillRect/>
          </a:stretch>
        </p:blipFill>
        <p:spPr>
          <a:xfrm>
            <a:off x="5766664" y="2240280"/>
            <a:ext cx="658368" cy="658368"/>
          </a:xfrm>
          <a:prstGeom prst="rect">
            <a:avLst/>
          </a:prstGeom>
        </p:spPr>
      </p:pic>
      <p:sp>
        <p:nvSpPr>
          <p:cNvPr id="65" name="o64"/>
          <p:cNvSpPr txBox="1"/>
          <p:nvPr/>
        </p:nvSpPr>
        <p:spPr>
          <a:xfrm>
            <a:off x="5250028" y="3063240"/>
            <a:ext cx="169164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Données propres</a:t>
            </a:r>
            <a:endParaRPr lang="en-US" sz="1600" dirty="0"/>
          </a:p>
        </p:txBody>
      </p:sp>
      <p:sp>
        <p:nvSpPr>
          <p:cNvPr id="66" name="o65"/>
          <p:cNvSpPr txBox="1"/>
          <p:nvPr/>
        </p:nvSpPr>
        <p:spPr>
          <a:xfrm>
            <a:off x="5204308" y="3474720"/>
            <a:ext cx="1783080" cy="274320"/>
          </a:xfrm>
          <a:prstGeom prst="rect">
            <a:avLst/>
          </a:prstGeom>
          <a:noFill/>
          <a:ln/>
        </p:spPr>
        <p:txBody>
          <a:bodyPr wrap="square" lIns="0" tIns="0" rIns="0" bIns="0" rtlCol="0" anchor="t"/>
          <a:lstStyle/>
          <a:p>
            <a:pPr algn="ctr" indent="0" marL="0">
              <a:buNone/>
            </a:pPr>
            <a:r>
              <a:rPr lang="en-US" sz="1100" b="1" dirty="0">
                <a:solidFill>
                  <a:srgbClr val="00FFFF"/>
                </a:solidFill>
                <a:latin typeface="Courier New" pitchFamily="34" charset="0"/>
                <a:ea typeface="Courier New" pitchFamily="34" charset="-122"/>
                <a:cs typeface="Courier New" pitchFamily="34" charset="-120"/>
              </a:rPr>
              <a:t>vgsales_clean.csv</a:t>
            </a:r>
            <a:endParaRPr lang="en-US" sz="1100" dirty="0"/>
          </a:p>
        </p:txBody>
      </p:sp>
      <p:sp>
        <p:nvSpPr>
          <p:cNvPr id="67" name="o66"/>
          <p:cNvSpPr txBox="1"/>
          <p:nvPr/>
        </p:nvSpPr>
        <p:spPr>
          <a:xfrm>
            <a:off x="5250028" y="3767328"/>
            <a:ext cx="1691640" cy="320040"/>
          </a:xfrm>
          <a:prstGeom prst="rect">
            <a:avLst/>
          </a:prstGeom>
          <a:noFill/>
          <a:ln/>
        </p:spPr>
        <p:txBody>
          <a:bodyPr wrap="square" lIns="0" tIns="0" rIns="0" bIns="0" rtlCol="0" anchor="t"/>
          <a:lstStyle/>
          <a:p>
            <a:pPr algn="ctr" indent="0" marL="0">
              <a:buNone/>
            </a:pPr>
            <a:r>
              <a:rPr lang="en-US" sz="1300" dirty="0">
                <a:solidFill>
                  <a:srgbClr val="C4C4E4"/>
                </a:solidFill>
                <a:latin typeface="Arial" pitchFamily="34" charset="0"/>
                <a:ea typeface="Arial" pitchFamily="34" charset="-122"/>
                <a:cs typeface="Arial" pitchFamily="34" charset="-120"/>
              </a:rPr>
              <a:t>16 326 jeux</a:t>
            </a:r>
            <a:endParaRPr lang="en-US" sz="1300" dirty="0"/>
          </a:p>
        </p:txBody>
      </p:sp>
      <p:sp>
        <p:nvSpPr>
          <p:cNvPr id="68" name="o67"/>
          <p:cNvSpPr/>
          <p:nvPr/>
        </p:nvSpPr>
        <p:spPr>
          <a:xfrm>
            <a:off x="7104145" y="3003804"/>
            <a:ext cx="73152" cy="73152"/>
          </a:xfrm>
          <a:prstGeom prst="rect">
            <a:avLst/>
          </a:prstGeom>
          <a:solidFill>
            <a:srgbClr val="FFB8AE"/>
          </a:solidFill>
          <a:ln/>
        </p:spPr>
        <p:txBody>
          <a:bodyPr/>
          <a:p/>
        </p:txBody>
      </p:sp>
      <p:sp>
        <p:nvSpPr>
          <p:cNvPr id="69" name="o68"/>
          <p:cNvSpPr/>
          <p:nvPr/>
        </p:nvSpPr>
        <p:spPr>
          <a:xfrm>
            <a:off x="7211759" y="3003804"/>
            <a:ext cx="73152" cy="73152"/>
          </a:xfrm>
          <a:prstGeom prst="rect">
            <a:avLst/>
          </a:prstGeom>
          <a:solidFill>
            <a:srgbClr val="FFB8AE"/>
          </a:solidFill>
          <a:ln/>
        </p:spPr>
        <p:txBody>
          <a:bodyPr/>
          <a:p/>
        </p:txBody>
      </p:sp>
      <p:sp>
        <p:nvSpPr>
          <p:cNvPr id="70" name="o69"/>
          <p:cNvSpPr/>
          <p:nvPr/>
        </p:nvSpPr>
        <p:spPr>
          <a:xfrm>
            <a:off x="7319372" y="3003804"/>
            <a:ext cx="73152" cy="73152"/>
          </a:xfrm>
          <a:prstGeom prst="rect">
            <a:avLst/>
          </a:prstGeom>
          <a:solidFill>
            <a:srgbClr val="FFB8AE"/>
          </a:solidFill>
          <a:ln/>
        </p:spPr>
        <p:txBody>
          <a:bodyPr/>
          <a:p/>
        </p:txBody>
      </p:sp>
      <p:sp>
        <p:nvSpPr>
          <p:cNvPr id="71" name="o70"/>
          <p:cNvSpPr/>
          <p:nvPr/>
        </p:nvSpPr>
        <p:spPr>
          <a:xfrm>
            <a:off x="7463561" y="1737360"/>
            <a:ext cx="1874520" cy="2606040"/>
          </a:xfrm>
          <a:prstGeom prst="roundRect">
            <a:avLst>
              <a:gd name="adj" fmla="val 6829"/>
            </a:avLst>
          </a:prstGeom>
          <a:solidFill>
            <a:srgbClr val="000000"/>
          </a:solidFill>
          <a:ln w="28575">
            <a:solidFill>
              <a:srgbClr val="2121DE"/>
            </a:solidFill>
            <a:prstDash val="solid"/>
          </a:ln>
        </p:spPr>
        <p:txBody>
          <a:bodyPr/>
          <a:p/>
        </p:txBody>
      </p:sp>
      <p:sp>
        <p:nvSpPr>
          <p:cNvPr id="72" name="o71"/>
          <p:cNvSpPr/>
          <p:nvPr/>
        </p:nvSpPr>
        <p:spPr>
          <a:xfrm>
            <a:off x="7532141" y="1805940"/>
            <a:ext cx="1737360" cy="2468880"/>
          </a:xfrm>
          <a:prstGeom prst="roundRect">
            <a:avLst>
              <a:gd name="adj" fmla="val 3421"/>
            </a:avLst>
          </a:prstGeom>
          <a:ln w="12700">
            <a:solidFill>
              <a:srgbClr val="2121DE"/>
            </a:solidFill>
            <a:prstDash val="solid"/>
          </a:ln>
        </p:spPr>
        <p:txBody>
          <a:bodyPr/>
          <a:p/>
        </p:txBody>
      </p:sp>
      <p:pic>
        <p:nvPicPr>
          <p:cNvPr id="73" name="o72" descr="04">    </p:cNvPr>
          <p:cNvPicPr>
            <a:picLocks noChangeAspect="1"/>
          </p:cNvPicPr>
          <p:nvPr/>
        </p:nvPicPr>
        <p:blipFill>
          <a:blip r:embed="rId13"/>
          <a:stretch>
            <a:fillRect/>
          </a:stretch>
        </p:blipFill>
        <p:spPr>
          <a:xfrm>
            <a:off x="7664729" y="1938528"/>
            <a:ext cx="256032" cy="128016"/>
          </a:xfrm>
          <a:prstGeom prst="rect">
            <a:avLst/>
          </a:prstGeom>
        </p:spPr>
      </p:pic>
      <p:pic>
        <p:nvPicPr>
          <p:cNvPr id="74" name="o73" descr="Indicateurs">    </p:cNvPr>
          <p:cNvPicPr>
            <a:picLocks noChangeAspect="1"/>
          </p:cNvPicPr>
          <p:nvPr/>
        </p:nvPicPr>
        <p:blipFill>
          <a:blip r:embed="rId14"/>
          <a:stretch>
            <a:fillRect/>
          </a:stretch>
        </p:blipFill>
        <p:spPr>
          <a:xfrm>
            <a:off x="8071637" y="2240280"/>
            <a:ext cx="658368" cy="658368"/>
          </a:xfrm>
          <a:prstGeom prst="rect">
            <a:avLst/>
          </a:prstGeom>
        </p:spPr>
      </p:pic>
      <p:sp>
        <p:nvSpPr>
          <p:cNvPr id="75" name="o74"/>
          <p:cNvSpPr txBox="1"/>
          <p:nvPr/>
        </p:nvSpPr>
        <p:spPr>
          <a:xfrm>
            <a:off x="7555001" y="3063240"/>
            <a:ext cx="169164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Indicateurs</a:t>
            </a:r>
            <a:endParaRPr lang="en-US" sz="1600" dirty="0"/>
          </a:p>
        </p:txBody>
      </p:sp>
      <p:sp>
        <p:nvSpPr>
          <p:cNvPr id="76" name="o75"/>
          <p:cNvSpPr txBox="1"/>
          <p:nvPr/>
        </p:nvSpPr>
        <p:spPr>
          <a:xfrm>
            <a:off x="7509281" y="3474720"/>
            <a:ext cx="1783080" cy="274320"/>
          </a:xfrm>
          <a:prstGeom prst="rect">
            <a:avLst/>
          </a:prstGeom>
          <a:noFill/>
          <a:ln/>
        </p:spPr>
        <p:txBody>
          <a:bodyPr wrap="square" lIns="0" tIns="0" rIns="0" bIns="0" rtlCol="0" anchor="t"/>
          <a:lstStyle/>
          <a:p>
            <a:pPr algn="ctr" indent="0" marL="0">
              <a:buNone/>
            </a:pPr>
            <a:r>
              <a:rPr lang="en-US" sz="1100" b="1" dirty="0">
                <a:solidFill>
                  <a:srgbClr val="FFB852"/>
                </a:solidFill>
                <a:latin typeface="Courier New" pitchFamily="34" charset="0"/>
                <a:ea typeface="Courier New" pitchFamily="34" charset="-122"/>
                <a:cs typeface="Courier New" pitchFamily="34" charset="-120"/>
              </a:rPr>
              <a:t>indicators.py</a:t>
            </a:r>
            <a:endParaRPr lang="en-US" sz="1100" dirty="0"/>
          </a:p>
        </p:txBody>
      </p:sp>
      <p:sp>
        <p:nvSpPr>
          <p:cNvPr id="77" name="o76"/>
          <p:cNvSpPr txBox="1"/>
          <p:nvPr/>
        </p:nvSpPr>
        <p:spPr>
          <a:xfrm>
            <a:off x="7555001" y="3767328"/>
            <a:ext cx="1691640" cy="320040"/>
          </a:xfrm>
          <a:prstGeom prst="rect">
            <a:avLst/>
          </a:prstGeom>
          <a:noFill/>
          <a:ln/>
        </p:spPr>
        <p:txBody>
          <a:bodyPr wrap="square" lIns="0" tIns="0" rIns="0" bIns="0" rtlCol="0" anchor="t"/>
          <a:lstStyle/>
          <a:p>
            <a:pPr algn="ctr" indent="0" marL="0">
              <a:buNone/>
            </a:pPr>
            <a:r>
              <a:rPr lang="en-US" sz="1300" dirty="0">
                <a:solidFill>
                  <a:srgbClr val="C4C4E4"/>
                </a:solidFill>
                <a:latin typeface="Arial" pitchFamily="34" charset="0"/>
                <a:ea typeface="Arial" pitchFamily="34" charset="-122"/>
                <a:cs typeface="Arial" pitchFamily="34" charset="-120"/>
              </a:rPr>
              <a:t>MPI · divergence</a:t>
            </a:r>
            <a:endParaRPr lang="en-US" sz="1300" dirty="0"/>
          </a:p>
        </p:txBody>
      </p:sp>
      <p:sp>
        <p:nvSpPr>
          <p:cNvPr id="78" name="o77"/>
          <p:cNvSpPr/>
          <p:nvPr/>
        </p:nvSpPr>
        <p:spPr>
          <a:xfrm>
            <a:off x="9409119" y="3003804"/>
            <a:ext cx="73152" cy="73152"/>
          </a:xfrm>
          <a:prstGeom prst="rect">
            <a:avLst/>
          </a:prstGeom>
          <a:solidFill>
            <a:srgbClr val="FFB8AE"/>
          </a:solidFill>
          <a:ln/>
        </p:spPr>
        <p:txBody>
          <a:bodyPr/>
          <a:p/>
        </p:txBody>
      </p:sp>
      <p:sp>
        <p:nvSpPr>
          <p:cNvPr id="79" name="o78"/>
          <p:cNvSpPr/>
          <p:nvPr/>
        </p:nvSpPr>
        <p:spPr>
          <a:xfrm>
            <a:off x="9516732" y="3003804"/>
            <a:ext cx="73152" cy="73152"/>
          </a:xfrm>
          <a:prstGeom prst="rect">
            <a:avLst/>
          </a:prstGeom>
          <a:solidFill>
            <a:srgbClr val="FFB8AE"/>
          </a:solidFill>
          <a:ln/>
        </p:spPr>
        <p:txBody>
          <a:bodyPr/>
          <a:p/>
        </p:txBody>
      </p:sp>
      <p:sp>
        <p:nvSpPr>
          <p:cNvPr id="80" name="o79"/>
          <p:cNvSpPr/>
          <p:nvPr/>
        </p:nvSpPr>
        <p:spPr>
          <a:xfrm>
            <a:off x="9624346" y="3003804"/>
            <a:ext cx="73152" cy="73152"/>
          </a:xfrm>
          <a:prstGeom prst="rect">
            <a:avLst/>
          </a:prstGeom>
          <a:solidFill>
            <a:srgbClr val="FFB8AE"/>
          </a:solidFill>
          <a:ln/>
        </p:spPr>
        <p:txBody>
          <a:bodyPr/>
          <a:p/>
        </p:txBody>
      </p:sp>
      <p:sp>
        <p:nvSpPr>
          <p:cNvPr id="81" name="o80"/>
          <p:cNvSpPr/>
          <p:nvPr/>
        </p:nvSpPr>
        <p:spPr>
          <a:xfrm>
            <a:off x="9768535" y="1737360"/>
            <a:ext cx="1874520" cy="2606040"/>
          </a:xfrm>
          <a:prstGeom prst="roundRect">
            <a:avLst>
              <a:gd name="adj" fmla="val 6829"/>
            </a:avLst>
          </a:prstGeom>
          <a:solidFill>
            <a:srgbClr val="000000"/>
          </a:solidFill>
          <a:ln w="28575">
            <a:solidFill>
              <a:srgbClr val="2121DE"/>
            </a:solidFill>
            <a:prstDash val="solid"/>
          </a:ln>
        </p:spPr>
        <p:txBody>
          <a:bodyPr/>
          <a:p/>
        </p:txBody>
      </p:sp>
      <p:sp>
        <p:nvSpPr>
          <p:cNvPr id="82" name="o81"/>
          <p:cNvSpPr/>
          <p:nvPr/>
        </p:nvSpPr>
        <p:spPr>
          <a:xfrm>
            <a:off x="9837115" y="1805940"/>
            <a:ext cx="1737360" cy="2468880"/>
          </a:xfrm>
          <a:prstGeom prst="roundRect">
            <a:avLst>
              <a:gd name="adj" fmla="val 3421"/>
            </a:avLst>
          </a:prstGeom>
          <a:ln w="12700">
            <a:solidFill>
              <a:srgbClr val="2121DE"/>
            </a:solidFill>
            <a:prstDash val="solid"/>
          </a:ln>
        </p:spPr>
        <p:txBody>
          <a:bodyPr/>
          <a:p/>
        </p:txBody>
      </p:sp>
      <p:pic>
        <p:nvPicPr>
          <p:cNvPr id="83" name="o82" descr="05">    </p:cNvPr>
          <p:cNvPicPr>
            <a:picLocks noChangeAspect="1"/>
          </p:cNvPicPr>
          <p:nvPr/>
        </p:nvPicPr>
        <p:blipFill>
          <a:blip r:embed="rId15"/>
          <a:stretch>
            <a:fillRect/>
          </a:stretch>
        </p:blipFill>
        <p:spPr>
          <a:xfrm>
            <a:off x="9969703" y="1938528"/>
            <a:ext cx="256032" cy="128016"/>
          </a:xfrm>
          <a:prstGeom prst="rect">
            <a:avLst/>
          </a:prstGeom>
        </p:spPr>
      </p:pic>
      <p:pic>
        <p:nvPicPr>
          <p:cNvPr id="84" name="o83" descr="Restitution">    </p:cNvPr>
          <p:cNvPicPr>
            <a:picLocks noChangeAspect="1"/>
          </p:cNvPicPr>
          <p:nvPr/>
        </p:nvPicPr>
        <p:blipFill>
          <a:blip r:embed="rId16"/>
          <a:stretch>
            <a:fillRect/>
          </a:stretch>
        </p:blipFill>
        <p:spPr>
          <a:xfrm>
            <a:off x="10376611" y="2240280"/>
            <a:ext cx="658368" cy="658368"/>
          </a:xfrm>
          <a:prstGeom prst="rect">
            <a:avLst/>
          </a:prstGeom>
        </p:spPr>
      </p:pic>
      <p:sp>
        <p:nvSpPr>
          <p:cNvPr id="85" name="o84"/>
          <p:cNvSpPr txBox="1"/>
          <p:nvPr/>
        </p:nvSpPr>
        <p:spPr>
          <a:xfrm>
            <a:off x="9859975" y="3063240"/>
            <a:ext cx="1691640" cy="365760"/>
          </a:xfrm>
          <a:prstGeom prst="rect">
            <a:avLst/>
          </a:prstGeom>
          <a:noFill/>
          <a:ln/>
        </p:spPr>
        <p:txBody>
          <a:bodyPr wrap="square" lIns="0" tIns="0" rIns="0" bIns="0" rtlCol="0" anchor="t"/>
          <a:lstStyle/>
          <a:p>
            <a:pPr algn="ctr" indent="0" marL="0">
              <a:buNone/>
            </a:pPr>
            <a:r>
              <a:rPr lang="en-US" sz="1600" b="1" dirty="0">
                <a:solidFill>
                  <a:srgbClr val="FFFFFF"/>
                </a:solidFill>
                <a:latin typeface="Arial" pitchFamily="34" charset="0"/>
                <a:ea typeface="Arial" pitchFamily="34" charset="-122"/>
                <a:cs typeface="Arial" pitchFamily="34" charset="-120"/>
              </a:rPr>
              <a:t>Restitution</a:t>
            </a:r>
            <a:endParaRPr lang="en-US" sz="1600" dirty="0"/>
          </a:p>
        </p:txBody>
      </p:sp>
      <p:sp>
        <p:nvSpPr>
          <p:cNvPr id="86" name="o85"/>
          <p:cNvSpPr txBox="1"/>
          <p:nvPr/>
        </p:nvSpPr>
        <p:spPr>
          <a:xfrm>
            <a:off x="9814255" y="3474720"/>
            <a:ext cx="1783080" cy="274320"/>
          </a:xfrm>
          <a:prstGeom prst="rect">
            <a:avLst/>
          </a:prstGeom>
          <a:noFill/>
          <a:ln/>
        </p:spPr>
        <p:txBody>
          <a:bodyPr wrap="square" lIns="0" tIns="0" rIns="0" bIns="0" rtlCol="0" anchor="t"/>
          <a:lstStyle/>
          <a:p>
            <a:pPr algn="ctr" indent="0" marL="0">
              <a:buNone/>
            </a:pPr>
            <a:r>
              <a:rPr lang="en-US" sz="1100" b="1" dirty="0">
                <a:solidFill>
                  <a:srgbClr val="FFE600"/>
                </a:solidFill>
                <a:latin typeface="Courier New" pitchFamily="34" charset="0"/>
                <a:ea typeface="Courier New" pitchFamily="34" charset="-122"/>
                <a:cs typeface="Courier New" pitchFamily="34" charset="-120"/>
              </a:rPr>
              <a:t>notebook + appli</a:t>
            </a:r>
            <a:endParaRPr lang="en-US" sz="1100" dirty="0"/>
          </a:p>
        </p:txBody>
      </p:sp>
      <p:sp>
        <p:nvSpPr>
          <p:cNvPr id="87" name="o86"/>
          <p:cNvSpPr txBox="1"/>
          <p:nvPr/>
        </p:nvSpPr>
        <p:spPr>
          <a:xfrm>
            <a:off x="9859975" y="3767328"/>
            <a:ext cx="1691640" cy="320040"/>
          </a:xfrm>
          <a:prstGeom prst="rect">
            <a:avLst/>
          </a:prstGeom>
          <a:noFill/>
          <a:ln/>
        </p:spPr>
        <p:txBody>
          <a:bodyPr wrap="square" lIns="0" tIns="0" rIns="0" bIns="0" rtlCol="0" anchor="t"/>
          <a:lstStyle/>
          <a:p>
            <a:pPr algn="ctr" indent="0" marL="0">
              <a:buNone/>
            </a:pPr>
            <a:r>
              <a:rPr lang="en-US" sz="1300" dirty="0">
                <a:solidFill>
                  <a:srgbClr val="C4C4E4"/>
                </a:solidFill>
                <a:latin typeface="Arial" pitchFamily="34" charset="0"/>
                <a:ea typeface="Arial" pitchFamily="34" charset="-122"/>
                <a:cs typeface="Arial" pitchFamily="34" charset="-120"/>
              </a:rPr>
              <a:t>24 figures · 9 pages</a:t>
            </a:r>
            <a:endParaRPr lang="en-US" sz="1300" dirty="0"/>
          </a:p>
        </p:txBody>
      </p:sp>
      <p:sp>
        <p:nvSpPr>
          <p:cNvPr id="88" name="o87"/>
          <p:cNvSpPr/>
          <p:nvPr/>
        </p:nvSpPr>
        <p:spPr>
          <a:xfrm>
            <a:off x="548640" y="4709160"/>
            <a:ext cx="11094415" cy="960120"/>
          </a:xfrm>
          <a:prstGeom prst="roundRect">
            <a:avLst>
              <a:gd name="adj" fmla="val 9524"/>
            </a:avLst>
          </a:prstGeom>
          <a:solidFill>
            <a:srgbClr val="000000"/>
          </a:solidFill>
          <a:ln w="28575">
            <a:solidFill>
              <a:srgbClr val="00DE00"/>
            </a:solidFill>
            <a:prstDash val="solid"/>
          </a:ln>
        </p:spPr>
      </p:sp>
      <p:sp>
        <p:nvSpPr>
          <p:cNvPr id="89" name="o88"/>
          <p:cNvSpPr/>
          <p:nvPr/>
        </p:nvSpPr>
        <p:spPr>
          <a:xfrm>
            <a:off x="617220" y="4777740"/>
            <a:ext cx="10957255" cy="822960"/>
          </a:xfrm>
          <a:prstGeom prst="roundRect">
            <a:avLst>
              <a:gd name="adj" fmla="val 2778"/>
            </a:avLst>
          </a:prstGeom>
          <a:ln w="12700">
            <a:solidFill>
              <a:srgbClr val="00DE00"/>
            </a:solidFill>
            <a:prstDash val="solid"/>
          </a:ln>
        </p:spPr>
      </p:sp>
      <p:pic>
        <p:nvPicPr>
          <p:cNvPr id="90" name="o89" descr="validé">    </p:cNvPr>
          <p:cNvPicPr>
            <a:picLocks noChangeAspect="1"/>
          </p:cNvPicPr>
          <p:nvPr/>
        </p:nvPicPr>
        <p:blipFill>
          <a:blip r:embed="rId17"/>
          <a:stretch>
            <a:fillRect/>
          </a:stretch>
        </p:blipFill>
        <p:spPr>
          <a:xfrm>
            <a:off x="868680" y="4937760"/>
            <a:ext cx="502920" cy="502920"/>
          </a:xfrm>
          <a:prstGeom prst="rect">
            <a:avLst/>
          </a:prstGeom>
        </p:spPr>
      </p:pic>
      <p:sp>
        <p:nvSpPr>
          <p:cNvPr id="91" name="o90"/>
          <p:cNvSpPr txBox="1"/>
          <p:nvPr/>
        </p:nvSpPr>
        <p:spPr>
          <a:xfrm>
            <a:off x="1600200" y="4709160"/>
            <a:ext cx="9784080" cy="96012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Un seul code de nettoyage pour le notebook ET l'appli. </a:t>
            </a:r>
            <a:pPr indent="0" marL="0">
              <a:buNone/>
            </a:pPr>
            <a:r>
              <a:rPr lang="en-US" sz="1600" dirty="0">
                <a:solidFill>
                  <a:srgbClr val="C4C4E4"/>
                </a:solidFill>
                <a:latin typeface="Arial" pitchFamily="34" charset="0"/>
                <a:ea typeface="Arial" pitchFamily="34" charset="-122"/>
                <a:cs typeface="Arial" pitchFamily="34" charset="-120"/>
              </a:rPr>
              <a:t>Un test (assert_frame_equal) garantit que les deux travaillent sur des données identiques.</a:t>
            </a:r>
            <a:endParaRPr lang="en-US" sz="16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67" fill="hold">
                            <p:stCondLst>
                              <p:cond delay="0"/>
                            </p:stCondLst>
                            <p:childTnLst>
                              <p:par>
                                <p:cTn id="4" presetID="1" presetClass="exit" presetSubtype="0" fill="hold" nodeType="withEffect">
                                  <p:stCondLst>
                                    <p:cond delay="123"/>
                                  </p:stCondLst>
                                  <p:childTnLst>
                                    <p:set>
                                      <p:cBhvr>
                                        <p:cTn id="5" dur="1" fill="hold">
                                          <p:stCondLst>
                                            <p:cond delay="0"/>
                                          </p:stCondLst>
                                        </p:cTn>
                                        <p:tgtEl>
                                          <p:spTgt spid="5"/>
                                        </p:tgtEl>
                                        <p:attrNameLst>
                                          <p:attrName>style.visibility</p:attrName>
                                        </p:attrNameLst>
                                      </p:cBhvr>
                                      <p:to>
                                        <p:strVal val="hidden"/>
                                      </p:to>
                                    </p:set>
                                  </p:childTnLst>
                                </p:cTn>
                              </p:par>
                              <p:par>
                                <p:cTn id="6" presetID="1" presetClass="exit" presetSubtype="0" fill="hold" nodeType="withEffect">
                                  <p:stCondLst>
                                    <p:cond delay="420"/>
                                  </p:stCondLst>
                                  <p:childTnLst>
                                    <p:set>
                                      <p:cBhvr>
                                        <p:cTn id="7" dur="1" fill="hold">
                                          <p:stCondLst>
                                            <p:cond delay="0"/>
                                          </p:stCondLst>
                                        </p:cTn>
                                        <p:tgtEl>
                                          <p:spTgt spid="6"/>
                                        </p:tgtEl>
                                        <p:attrNameLst>
                                          <p:attrName>style.visibility</p:attrName>
                                        </p:attrNameLst>
                                      </p:cBhvr>
                                      <p:to>
                                        <p:strVal val="hidden"/>
                                      </p:to>
                                    </p:set>
                                  </p:childTnLst>
                                </p:cTn>
                              </p:par>
                              <p:par>
                                <p:cTn id="8" presetID="1" presetClass="exit" presetSubtype="0" fill="hold" nodeType="withEffect">
                                  <p:stCondLst>
                                    <p:cond delay="718"/>
                                  </p:stCondLst>
                                  <p:childTnLst>
                                    <p:set>
                                      <p:cBhvr>
                                        <p:cTn id="9" dur="1" fill="hold">
                                          <p:stCondLst>
                                            <p:cond delay="0"/>
                                          </p:stCondLst>
                                        </p:cTn>
                                        <p:tgtEl>
                                          <p:spTgt spid="7"/>
                                        </p:tgtEl>
                                        <p:attrNameLst>
                                          <p:attrName>style.visibility</p:attrName>
                                        </p:attrNameLst>
                                      </p:cBhvr>
                                      <p:to>
                                        <p:strVal val="hidden"/>
                                      </p:to>
                                    </p:set>
                                  </p:childTnLst>
                                </p:cTn>
                              </p:par>
                              <p:par>
                                <p:cTn id="10" presetID="0" presetClass="path" presetSubtype="0" fill="hold" nodeType="withEffect">
                                  <p:stCondLst>
                                    <p:cond delay="0"/>
                                  </p:stCondLst>
                                  <p:childTnLst>
                                    <p:animMotion origin="layout" path="M 0 0 L 0.05675 0 E" pathEditMode="relative" ptsTypes="">
                                      <p:cBhvr>
                                        <p:cTn id="11" dur="900" fill="hold"/>
                                        <p:tgtEl>
                                          <p:spTgt spid="39"/>
                                        </p:tgtEl>
                                        <p:attrNameLst>
                                          <p:attrName>ppt_x</p:attrName>
                                          <p:attrName>ppt_y</p:attrName>
                                        </p:attrNameLst>
                                      </p:cBhvr>
                                    </p:animMotion>
                                  </p:childTnLst>
                                </p:cTn>
                              </p:par>
                              <p:par>
                                <p:cTn id="12" presetID="0" presetClass="path" presetSubtype="0" fill="hold" nodeType="withEffect">
                                  <p:stCondLst>
                                    <p:cond delay="0"/>
                                  </p:stCondLst>
                                  <p:childTnLst>
                                    <p:animMotion origin="layout" path="M 0 0 L 0.05675 0 E" pathEditMode="relative" ptsTypes="">
                                      <p:cBhvr>
                                        <p:cTn id="13" dur="900" fill="hold"/>
                                        <p:tgtEl>
                                          <p:spTgt spid="40"/>
                                        </p:tgtEl>
                                        <p:attrNameLst>
                                          <p:attrName>ppt_x</p:attrName>
                                          <p:attrName>ppt_y</p:attrName>
                                        </p:attrNameLst>
                                      </p:cBhvr>
                                    </p:animMotion>
                                  </p:childTnLst>
                                </p:cTn>
                              </p:par>
                              <p:par>
                                <p:cTn id="14" presetID="10" presetClass="entr" presetSubtype="0" fill="hold" nodeType="withEffect">
                                  <p:stCondLst>
                                    <p:cond delay="150"/>
                                  </p:stCondLst>
                                  <p:childTnLst>
                                    <p:set>
                                      <p:cBhvr>
                                        <p:cTn id="15" dur="1" fill="hold">
                                          <p:stCondLst>
                                            <p:cond delay="0"/>
                                          </p:stCondLst>
                                        </p:cTn>
                                        <p:tgtEl>
                                          <p:spTgt spid="41"/>
                                        </p:tgtEl>
                                        <p:attrNameLst>
                                          <p:attrName>style.visibility</p:attrName>
                                        </p:attrNameLst>
                                      </p:cBhvr>
                                      <p:to>
                                        <p:strVal val="visible"/>
                                      </p:to>
                                    </p:set>
                                    <p:animEffect transition="in" filter="fade">
                                      <p:cBhvr>
                                        <p:cTn id="16" dur="400"/>
                                        <p:tgtEl>
                                          <p:spTgt spid="41"/>
                                        </p:tgtEl>
                                      </p:cBhvr>
                                    </p:animEffect>
                                  </p:childTnLst>
                                </p:cTn>
                              </p:par>
                              <p:par>
                                <p:cTn id="17" presetID="10" presetClass="entr" presetSubtype="0" fill="hold" nodeType="withEffect">
                                  <p:stCondLst>
                                    <p:cond delay="150"/>
                                  </p:stCondLst>
                                  <p:childTnLst>
                                    <p:set>
                                      <p:cBhvr>
                                        <p:cTn id="18" dur="1" fill="hold">
                                          <p:stCondLst>
                                            <p:cond delay="0"/>
                                          </p:stCondLst>
                                        </p:cTn>
                                        <p:tgtEl>
                                          <p:spTgt spid="42"/>
                                        </p:tgtEl>
                                        <p:attrNameLst>
                                          <p:attrName>style.visibility</p:attrName>
                                        </p:attrNameLst>
                                      </p:cBhvr>
                                      <p:to>
                                        <p:strVal val="visible"/>
                                      </p:to>
                                    </p:set>
                                    <p:animEffect transition="in" filter="fade">
                                      <p:cBhvr>
                                        <p:cTn id="19" dur="400"/>
                                        <p:tgtEl>
                                          <p:spTgt spid="42"/>
                                        </p:tgtEl>
                                      </p:cBhvr>
                                    </p:animEffect>
                                  </p:childTnLst>
                                </p:cTn>
                              </p:par>
                              <p:par>
                                <p:cTn id="20" presetID="10" presetClass="entr" presetSubtype="0" fill="hold" nodeType="withEffect">
                                  <p:stCondLst>
                                    <p:cond delay="150"/>
                                  </p:stCondLst>
                                  <p:childTnLst>
                                    <p:set>
                                      <p:cBhvr>
                                        <p:cTn id="21" dur="1" fill="hold">
                                          <p:stCondLst>
                                            <p:cond delay="0"/>
                                          </p:stCondLst>
                                        </p:cTn>
                                        <p:tgtEl>
                                          <p:spTgt spid="43"/>
                                        </p:tgtEl>
                                        <p:attrNameLst>
                                          <p:attrName>style.visibility</p:attrName>
                                        </p:attrNameLst>
                                      </p:cBhvr>
                                      <p:to>
                                        <p:strVal val="visible"/>
                                      </p:to>
                                    </p:set>
                                    <p:animEffect transition="in" filter="fade">
                                      <p:cBhvr>
                                        <p:cTn id="22" dur="400"/>
                                        <p:tgtEl>
                                          <p:spTgt spid="43"/>
                                        </p:tgtEl>
                                      </p:cBhvr>
                                    </p:animEffect>
                                  </p:childTnLst>
                                </p:cTn>
                              </p:par>
                              <p:par>
                                <p:cTn id="23" presetID="10" presetClass="entr" presetSubtype="0" fill="hold" nodeType="withEffect">
                                  <p:stCondLst>
                                    <p:cond delay="150"/>
                                  </p:stCondLst>
                                  <p:childTnLst>
                                    <p:set>
                                      <p:cBhvr>
                                        <p:cTn id="24" dur="1" fill="hold">
                                          <p:stCondLst>
                                            <p:cond delay="0"/>
                                          </p:stCondLst>
                                        </p:cTn>
                                        <p:tgtEl>
                                          <p:spTgt spid="44"/>
                                        </p:tgtEl>
                                        <p:attrNameLst>
                                          <p:attrName>style.visibility</p:attrName>
                                        </p:attrNameLst>
                                      </p:cBhvr>
                                      <p:to>
                                        <p:strVal val="visible"/>
                                      </p:to>
                                    </p:set>
                                    <p:animEffect transition="in" filter="fade">
                                      <p:cBhvr>
                                        <p:cTn id="25" dur="400"/>
                                        <p:tgtEl>
                                          <p:spTgt spid="44"/>
                                        </p:tgtEl>
                                      </p:cBhvr>
                                    </p:animEffect>
                                  </p:childTnLst>
                                </p:cTn>
                              </p:par>
                              <p:par>
                                <p:cTn id="26" presetID="10" presetClass="entr" presetSubtype="0" fill="hold" nodeType="withEffect">
                                  <p:stCondLst>
                                    <p:cond delay="150"/>
                                  </p:stCondLst>
                                  <p:childTnLst>
                                    <p:set>
                                      <p:cBhvr>
                                        <p:cTn id="27" dur="1" fill="hold">
                                          <p:stCondLst>
                                            <p:cond delay="0"/>
                                          </p:stCondLst>
                                        </p:cTn>
                                        <p:tgtEl>
                                          <p:spTgt spid="45"/>
                                        </p:tgtEl>
                                        <p:attrNameLst>
                                          <p:attrName>style.visibility</p:attrName>
                                        </p:attrNameLst>
                                      </p:cBhvr>
                                      <p:to>
                                        <p:strVal val="visible"/>
                                      </p:to>
                                    </p:set>
                                    <p:animEffect transition="in" filter="fade">
                                      <p:cBhvr>
                                        <p:cTn id="28" dur="400"/>
                                        <p:tgtEl>
                                          <p:spTgt spid="45"/>
                                        </p:tgtEl>
                                      </p:cBhvr>
                                    </p:animEffect>
                                  </p:childTnLst>
                                </p:cTn>
                              </p:par>
                              <p:par>
                                <p:cTn id="29" presetID="10" presetClass="entr" presetSubtype="0" fill="hold" nodeType="withEffect">
                                  <p:stCondLst>
                                    <p:cond delay="15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400"/>
                                        <p:tgtEl>
                                          <p:spTgt spid="46"/>
                                        </p:tgtEl>
                                      </p:cBhvr>
                                    </p:animEffect>
                                  </p:childTnLst>
                                </p:cTn>
                              </p:par>
                              <p:par>
                                <p:cTn id="32" presetID="10" presetClass="entr" presetSubtype="0" fill="hold" nodeType="withEffect">
                                  <p:stCondLst>
                                    <p:cond delay="150"/>
                                  </p:stCondLst>
                                  <p:childTnLst>
                                    <p:set>
                                      <p:cBhvr>
                                        <p:cTn id="33" dur="1" fill="hold">
                                          <p:stCondLst>
                                            <p:cond delay="0"/>
                                          </p:stCondLst>
                                        </p:cTn>
                                        <p:tgtEl>
                                          <p:spTgt spid="47"/>
                                        </p:tgtEl>
                                        <p:attrNameLst>
                                          <p:attrName>style.visibility</p:attrName>
                                        </p:attrNameLst>
                                      </p:cBhvr>
                                      <p:to>
                                        <p:strVal val="visible"/>
                                      </p:to>
                                    </p:set>
                                    <p:animEffect transition="in" filter="fade">
                                      <p:cBhvr>
                                        <p:cTn id="34" dur="400"/>
                                        <p:tgtEl>
                                          <p:spTgt spid="47"/>
                                        </p:tgtEl>
                                      </p:cBhvr>
                                    </p:animEffect>
                                  </p:childTnLst>
                                </p:cTn>
                              </p:par>
                              <p:par>
                                <p:cTn id="35" presetID="10" presetClass="entr" presetSubtype="0" fill="hold" nodeType="withEffect">
                                  <p:stCondLst>
                                    <p:cond delay="370"/>
                                  </p:stCondLst>
                                  <p:childTnLst>
                                    <p:set>
                                      <p:cBhvr>
                                        <p:cTn id="36" dur="1" fill="hold">
                                          <p:stCondLst>
                                            <p:cond delay="0"/>
                                          </p:stCondLst>
                                        </p:cTn>
                                        <p:tgtEl>
                                          <p:spTgt spid="48"/>
                                        </p:tgtEl>
                                        <p:attrNameLst>
                                          <p:attrName>style.visibility</p:attrName>
                                        </p:attrNameLst>
                                      </p:cBhvr>
                                      <p:to>
                                        <p:strVal val="visible"/>
                                      </p:to>
                                    </p:set>
                                    <p:animEffect transition="in" filter="fade">
                                      <p:cBhvr>
                                        <p:cTn id="37" dur="400"/>
                                        <p:tgtEl>
                                          <p:spTgt spid="48"/>
                                        </p:tgtEl>
                                      </p:cBhvr>
                                    </p:animEffect>
                                  </p:childTnLst>
                                </p:cTn>
                              </p:par>
                              <p:par>
                                <p:cTn id="38" presetID="10" presetClass="entr" presetSubtype="0" fill="hold" nodeType="withEffect">
                                  <p:stCondLst>
                                    <p:cond delay="430"/>
                                  </p:stCondLst>
                                  <p:childTnLst>
                                    <p:set>
                                      <p:cBhvr>
                                        <p:cTn id="39" dur="1" fill="hold">
                                          <p:stCondLst>
                                            <p:cond delay="0"/>
                                          </p:stCondLst>
                                        </p:cTn>
                                        <p:tgtEl>
                                          <p:spTgt spid="49"/>
                                        </p:tgtEl>
                                        <p:attrNameLst>
                                          <p:attrName>style.visibility</p:attrName>
                                        </p:attrNameLst>
                                      </p:cBhvr>
                                      <p:to>
                                        <p:strVal val="visible"/>
                                      </p:to>
                                    </p:set>
                                    <p:animEffect transition="in" filter="fade">
                                      <p:cBhvr>
                                        <p:cTn id="40" dur="400"/>
                                        <p:tgtEl>
                                          <p:spTgt spid="49"/>
                                        </p:tgtEl>
                                      </p:cBhvr>
                                    </p:animEffect>
                                  </p:childTnLst>
                                </p:cTn>
                              </p:par>
                              <p:par>
                                <p:cTn id="41" presetID="10" presetClass="entr" presetSubtype="0" fill="hold" nodeType="withEffect">
                                  <p:stCondLst>
                                    <p:cond delay="490"/>
                                  </p:stCondLst>
                                  <p:childTnLst>
                                    <p:set>
                                      <p:cBhvr>
                                        <p:cTn id="42" dur="1" fill="hold">
                                          <p:stCondLst>
                                            <p:cond delay="0"/>
                                          </p:stCondLst>
                                        </p:cTn>
                                        <p:tgtEl>
                                          <p:spTgt spid="50"/>
                                        </p:tgtEl>
                                        <p:attrNameLst>
                                          <p:attrName>style.visibility</p:attrName>
                                        </p:attrNameLst>
                                      </p:cBhvr>
                                      <p:to>
                                        <p:strVal val="visible"/>
                                      </p:to>
                                    </p:set>
                                    <p:animEffect transition="in" filter="fade">
                                      <p:cBhvr>
                                        <p:cTn id="43" dur="400"/>
                                        <p:tgtEl>
                                          <p:spTgt spid="50"/>
                                        </p:tgtEl>
                                      </p:cBhvr>
                                    </p:animEffect>
                                  </p:childTnLst>
                                </p:cTn>
                              </p:par>
                              <p:par>
                                <p:cTn id="44" presetID="10" presetClass="entr" presetSubtype="0" fill="hold" nodeType="withEffect">
                                  <p:stCondLst>
                                    <p:cond delay="570"/>
                                  </p:stCondLst>
                                  <p:childTnLst>
                                    <p:set>
                                      <p:cBhvr>
                                        <p:cTn id="45" dur="1" fill="hold">
                                          <p:stCondLst>
                                            <p:cond delay="0"/>
                                          </p:stCondLst>
                                        </p:cTn>
                                        <p:tgtEl>
                                          <p:spTgt spid="51"/>
                                        </p:tgtEl>
                                        <p:attrNameLst>
                                          <p:attrName>style.visibility</p:attrName>
                                        </p:attrNameLst>
                                      </p:cBhvr>
                                      <p:to>
                                        <p:strVal val="visible"/>
                                      </p:to>
                                    </p:set>
                                    <p:animEffect transition="in" filter="fade">
                                      <p:cBhvr>
                                        <p:cTn id="46" dur="400"/>
                                        <p:tgtEl>
                                          <p:spTgt spid="51"/>
                                        </p:tgtEl>
                                      </p:cBhvr>
                                    </p:animEffect>
                                  </p:childTnLst>
                                </p:cTn>
                              </p:par>
                              <p:par>
                                <p:cTn id="47" presetID="10" presetClass="entr" presetSubtype="0" fill="hold" nodeType="withEffect">
                                  <p:stCondLst>
                                    <p:cond delay="570"/>
                                  </p:stCondLst>
                                  <p:childTnLst>
                                    <p:set>
                                      <p:cBhvr>
                                        <p:cTn id="48" dur="1" fill="hold">
                                          <p:stCondLst>
                                            <p:cond delay="0"/>
                                          </p:stCondLst>
                                        </p:cTn>
                                        <p:tgtEl>
                                          <p:spTgt spid="52"/>
                                        </p:tgtEl>
                                        <p:attrNameLst>
                                          <p:attrName>style.visibility</p:attrName>
                                        </p:attrNameLst>
                                      </p:cBhvr>
                                      <p:to>
                                        <p:strVal val="visible"/>
                                      </p:to>
                                    </p:set>
                                    <p:animEffect transition="in" filter="fade">
                                      <p:cBhvr>
                                        <p:cTn id="49" dur="400"/>
                                        <p:tgtEl>
                                          <p:spTgt spid="52"/>
                                        </p:tgtEl>
                                      </p:cBhvr>
                                    </p:animEffect>
                                  </p:childTnLst>
                                </p:cTn>
                              </p:par>
                              <p:par>
                                <p:cTn id="50" presetID="10" presetClass="entr" presetSubtype="0" fill="hold" nodeType="withEffect">
                                  <p:stCondLst>
                                    <p:cond delay="57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400"/>
                                        <p:tgtEl>
                                          <p:spTgt spid="53"/>
                                        </p:tgtEl>
                                      </p:cBhvr>
                                    </p:animEffect>
                                  </p:childTnLst>
                                </p:cTn>
                              </p:par>
                              <p:par>
                                <p:cTn id="53" presetID="10" presetClass="entr" presetSubtype="0" fill="hold" nodeType="withEffect">
                                  <p:stCondLst>
                                    <p:cond delay="570"/>
                                  </p:stCondLst>
                                  <p:childTnLst>
                                    <p:set>
                                      <p:cBhvr>
                                        <p:cTn id="54" dur="1" fill="hold">
                                          <p:stCondLst>
                                            <p:cond delay="0"/>
                                          </p:stCondLst>
                                        </p:cTn>
                                        <p:tgtEl>
                                          <p:spTgt spid="54"/>
                                        </p:tgtEl>
                                        <p:attrNameLst>
                                          <p:attrName>style.visibility</p:attrName>
                                        </p:attrNameLst>
                                      </p:cBhvr>
                                      <p:to>
                                        <p:strVal val="visible"/>
                                      </p:to>
                                    </p:set>
                                    <p:animEffect transition="in" filter="fade">
                                      <p:cBhvr>
                                        <p:cTn id="55" dur="400"/>
                                        <p:tgtEl>
                                          <p:spTgt spid="54"/>
                                        </p:tgtEl>
                                      </p:cBhvr>
                                    </p:animEffect>
                                  </p:childTnLst>
                                </p:cTn>
                              </p:par>
                              <p:par>
                                <p:cTn id="56" presetID="10" presetClass="entr" presetSubtype="0" fill="hold" nodeType="withEffect">
                                  <p:stCondLst>
                                    <p:cond delay="570"/>
                                  </p:stCondLst>
                                  <p:childTnLst>
                                    <p:set>
                                      <p:cBhvr>
                                        <p:cTn id="57" dur="1" fill="hold">
                                          <p:stCondLst>
                                            <p:cond delay="0"/>
                                          </p:stCondLst>
                                        </p:cTn>
                                        <p:tgtEl>
                                          <p:spTgt spid="55"/>
                                        </p:tgtEl>
                                        <p:attrNameLst>
                                          <p:attrName>style.visibility</p:attrName>
                                        </p:attrNameLst>
                                      </p:cBhvr>
                                      <p:to>
                                        <p:strVal val="visible"/>
                                      </p:to>
                                    </p:set>
                                    <p:animEffect transition="in" filter="fade">
                                      <p:cBhvr>
                                        <p:cTn id="58" dur="400"/>
                                        <p:tgtEl>
                                          <p:spTgt spid="55"/>
                                        </p:tgtEl>
                                      </p:cBhvr>
                                    </p:animEffect>
                                  </p:childTnLst>
                                </p:cTn>
                              </p:par>
                              <p:par>
                                <p:cTn id="59" presetID="10" presetClass="entr" presetSubtype="0" fill="hold" nodeType="withEffect">
                                  <p:stCondLst>
                                    <p:cond delay="570"/>
                                  </p:stCondLst>
                                  <p:childTnLst>
                                    <p:set>
                                      <p:cBhvr>
                                        <p:cTn id="60" dur="1" fill="hold">
                                          <p:stCondLst>
                                            <p:cond delay="0"/>
                                          </p:stCondLst>
                                        </p:cTn>
                                        <p:tgtEl>
                                          <p:spTgt spid="56"/>
                                        </p:tgtEl>
                                        <p:attrNameLst>
                                          <p:attrName>style.visibility</p:attrName>
                                        </p:attrNameLst>
                                      </p:cBhvr>
                                      <p:to>
                                        <p:strVal val="visible"/>
                                      </p:to>
                                    </p:set>
                                    <p:animEffect transition="in" filter="fade">
                                      <p:cBhvr>
                                        <p:cTn id="61" dur="400"/>
                                        <p:tgtEl>
                                          <p:spTgt spid="56"/>
                                        </p:tgtEl>
                                      </p:cBhvr>
                                    </p:animEffect>
                                  </p:childTnLst>
                                </p:cTn>
                              </p:par>
                              <p:par>
                                <p:cTn id="62" presetID="10" presetClass="entr" presetSubtype="0" fill="hold" nodeType="withEffect">
                                  <p:stCondLst>
                                    <p:cond delay="570"/>
                                  </p:stCondLst>
                                  <p:childTnLst>
                                    <p:set>
                                      <p:cBhvr>
                                        <p:cTn id="63" dur="1" fill="hold">
                                          <p:stCondLst>
                                            <p:cond delay="0"/>
                                          </p:stCondLst>
                                        </p:cTn>
                                        <p:tgtEl>
                                          <p:spTgt spid="57"/>
                                        </p:tgtEl>
                                        <p:attrNameLst>
                                          <p:attrName>style.visibility</p:attrName>
                                        </p:attrNameLst>
                                      </p:cBhvr>
                                      <p:to>
                                        <p:strVal val="visible"/>
                                      </p:to>
                                    </p:set>
                                    <p:animEffect transition="in" filter="fade">
                                      <p:cBhvr>
                                        <p:cTn id="64" dur="400"/>
                                        <p:tgtEl>
                                          <p:spTgt spid="57"/>
                                        </p:tgtEl>
                                      </p:cBhvr>
                                    </p:animEffect>
                                  </p:childTnLst>
                                </p:cTn>
                              </p:par>
                              <p:par>
                                <p:cTn id="65" presetID="10" presetClass="entr" presetSubtype="0" fill="hold" nodeType="withEffect">
                                  <p:stCondLst>
                                    <p:cond delay="790"/>
                                  </p:stCondLst>
                                  <p:childTnLst>
                                    <p:set>
                                      <p:cBhvr>
                                        <p:cTn id="66" dur="1" fill="hold">
                                          <p:stCondLst>
                                            <p:cond delay="0"/>
                                          </p:stCondLst>
                                        </p:cTn>
                                        <p:tgtEl>
                                          <p:spTgt spid="58"/>
                                        </p:tgtEl>
                                        <p:attrNameLst>
                                          <p:attrName>style.visibility</p:attrName>
                                        </p:attrNameLst>
                                      </p:cBhvr>
                                      <p:to>
                                        <p:strVal val="visible"/>
                                      </p:to>
                                    </p:set>
                                    <p:animEffect transition="in" filter="fade">
                                      <p:cBhvr>
                                        <p:cTn id="67" dur="400"/>
                                        <p:tgtEl>
                                          <p:spTgt spid="58"/>
                                        </p:tgtEl>
                                      </p:cBhvr>
                                    </p:animEffect>
                                  </p:childTnLst>
                                </p:cTn>
                              </p:par>
                              <p:par>
                                <p:cTn id="68" presetID="10" presetClass="entr" presetSubtype="0" fill="hold" nodeType="withEffect">
                                  <p:stCondLst>
                                    <p:cond delay="850"/>
                                  </p:stCondLst>
                                  <p:childTnLst>
                                    <p:set>
                                      <p:cBhvr>
                                        <p:cTn id="69" dur="1" fill="hold">
                                          <p:stCondLst>
                                            <p:cond delay="0"/>
                                          </p:stCondLst>
                                        </p:cTn>
                                        <p:tgtEl>
                                          <p:spTgt spid="59"/>
                                        </p:tgtEl>
                                        <p:attrNameLst>
                                          <p:attrName>style.visibility</p:attrName>
                                        </p:attrNameLst>
                                      </p:cBhvr>
                                      <p:to>
                                        <p:strVal val="visible"/>
                                      </p:to>
                                    </p:set>
                                    <p:animEffect transition="in" filter="fade">
                                      <p:cBhvr>
                                        <p:cTn id="70" dur="400"/>
                                        <p:tgtEl>
                                          <p:spTgt spid="59"/>
                                        </p:tgtEl>
                                      </p:cBhvr>
                                    </p:animEffect>
                                  </p:childTnLst>
                                </p:cTn>
                              </p:par>
                              <p:par>
                                <p:cTn id="71" presetID="10" presetClass="entr" presetSubtype="0" fill="hold" nodeType="withEffect">
                                  <p:stCondLst>
                                    <p:cond delay="910"/>
                                  </p:stCondLst>
                                  <p:childTnLst>
                                    <p:set>
                                      <p:cBhvr>
                                        <p:cTn id="72" dur="1" fill="hold">
                                          <p:stCondLst>
                                            <p:cond delay="0"/>
                                          </p:stCondLst>
                                        </p:cTn>
                                        <p:tgtEl>
                                          <p:spTgt spid="60"/>
                                        </p:tgtEl>
                                        <p:attrNameLst>
                                          <p:attrName>style.visibility</p:attrName>
                                        </p:attrNameLst>
                                      </p:cBhvr>
                                      <p:to>
                                        <p:strVal val="visible"/>
                                      </p:to>
                                    </p:set>
                                    <p:animEffect transition="in" filter="fade">
                                      <p:cBhvr>
                                        <p:cTn id="73" dur="400"/>
                                        <p:tgtEl>
                                          <p:spTgt spid="60"/>
                                        </p:tgtEl>
                                      </p:cBhvr>
                                    </p:animEffect>
                                  </p:childTnLst>
                                </p:cTn>
                              </p:par>
                              <p:par>
                                <p:cTn id="74" presetID="10" presetClass="entr" presetSubtype="0" fill="hold" nodeType="withEffect">
                                  <p:stCondLst>
                                    <p:cond delay="990"/>
                                  </p:stCondLst>
                                  <p:childTnLst>
                                    <p:set>
                                      <p:cBhvr>
                                        <p:cTn id="75" dur="1" fill="hold">
                                          <p:stCondLst>
                                            <p:cond delay="0"/>
                                          </p:stCondLst>
                                        </p:cTn>
                                        <p:tgtEl>
                                          <p:spTgt spid="61"/>
                                        </p:tgtEl>
                                        <p:attrNameLst>
                                          <p:attrName>style.visibility</p:attrName>
                                        </p:attrNameLst>
                                      </p:cBhvr>
                                      <p:to>
                                        <p:strVal val="visible"/>
                                      </p:to>
                                    </p:set>
                                    <p:animEffect transition="in" filter="fade">
                                      <p:cBhvr>
                                        <p:cTn id="76" dur="400"/>
                                        <p:tgtEl>
                                          <p:spTgt spid="61"/>
                                        </p:tgtEl>
                                      </p:cBhvr>
                                    </p:animEffect>
                                  </p:childTnLst>
                                </p:cTn>
                              </p:par>
                              <p:par>
                                <p:cTn id="77" presetID="10" presetClass="entr" presetSubtype="0" fill="hold" nodeType="withEffect">
                                  <p:stCondLst>
                                    <p:cond delay="990"/>
                                  </p:stCondLst>
                                  <p:childTnLst>
                                    <p:set>
                                      <p:cBhvr>
                                        <p:cTn id="78" dur="1" fill="hold">
                                          <p:stCondLst>
                                            <p:cond delay="0"/>
                                          </p:stCondLst>
                                        </p:cTn>
                                        <p:tgtEl>
                                          <p:spTgt spid="62"/>
                                        </p:tgtEl>
                                        <p:attrNameLst>
                                          <p:attrName>style.visibility</p:attrName>
                                        </p:attrNameLst>
                                      </p:cBhvr>
                                      <p:to>
                                        <p:strVal val="visible"/>
                                      </p:to>
                                    </p:set>
                                    <p:animEffect transition="in" filter="fade">
                                      <p:cBhvr>
                                        <p:cTn id="79" dur="400"/>
                                        <p:tgtEl>
                                          <p:spTgt spid="62"/>
                                        </p:tgtEl>
                                      </p:cBhvr>
                                    </p:animEffect>
                                  </p:childTnLst>
                                </p:cTn>
                              </p:par>
                              <p:par>
                                <p:cTn id="80" presetID="10" presetClass="entr" presetSubtype="0" fill="hold" nodeType="withEffect">
                                  <p:stCondLst>
                                    <p:cond delay="990"/>
                                  </p:stCondLst>
                                  <p:childTnLst>
                                    <p:set>
                                      <p:cBhvr>
                                        <p:cTn id="81" dur="1" fill="hold">
                                          <p:stCondLst>
                                            <p:cond delay="0"/>
                                          </p:stCondLst>
                                        </p:cTn>
                                        <p:tgtEl>
                                          <p:spTgt spid="63"/>
                                        </p:tgtEl>
                                        <p:attrNameLst>
                                          <p:attrName>style.visibility</p:attrName>
                                        </p:attrNameLst>
                                      </p:cBhvr>
                                      <p:to>
                                        <p:strVal val="visible"/>
                                      </p:to>
                                    </p:set>
                                    <p:animEffect transition="in" filter="fade">
                                      <p:cBhvr>
                                        <p:cTn id="82" dur="400"/>
                                        <p:tgtEl>
                                          <p:spTgt spid="63"/>
                                        </p:tgtEl>
                                      </p:cBhvr>
                                    </p:animEffect>
                                  </p:childTnLst>
                                </p:cTn>
                              </p:par>
                              <p:par>
                                <p:cTn id="83" presetID="10" presetClass="entr" presetSubtype="0" fill="hold" nodeType="withEffect">
                                  <p:stCondLst>
                                    <p:cond delay="990"/>
                                  </p:stCondLst>
                                  <p:childTnLst>
                                    <p:set>
                                      <p:cBhvr>
                                        <p:cTn id="84" dur="1" fill="hold">
                                          <p:stCondLst>
                                            <p:cond delay="0"/>
                                          </p:stCondLst>
                                        </p:cTn>
                                        <p:tgtEl>
                                          <p:spTgt spid="64"/>
                                        </p:tgtEl>
                                        <p:attrNameLst>
                                          <p:attrName>style.visibility</p:attrName>
                                        </p:attrNameLst>
                                      </p:cBhvr>
                                      <p:to>
                                        <p:strVal val="visible"/>
                                      </p:to>
                                    </p:set>
                                    <p:animEffect transition="in" filter="fade">
                                      <p:cBhvr>
                                        <p:cTn id="85" dur="400"/>
                                        <p:tgtEl>
                                          <p:spTgt spid="64"/>
                                        </p:tgtEl>
                                      </p:cBhvr>
                                    </p:animEffect>
                                  </p:childTnLst>
                                </p:cTn>
                              </p:par>
                              <p:par>
                                <p:cTn id="86" presetID="10" presetClass="entr" presetSubtype="0" fill="hold" nodeType="withEffect">
                                  <p:stCondLst>
                                    <p:cond delay="990"/>
                                  </p:stCondLst>
                                  <p:childTnLst>
                                    <p:set>
                                      <p:cBhvr>
                                        <p:cTn id="87" dur="1" fill="hold">
                                          <p:stCondLst>
                                            <p:cond delay="0"/>
                                          </p:stCondLst>
                                        </p:cTn>
                                        <p:tgtEl>
                                          <p:spTgt spid="65"/>
                                        </p:tgtEl>
                                        <p:attrNameLst>
                                          <p:attrName>style.visibility</p:attrName>
                                        </p:attrNameLst>
                                      </p:cBhvr>
                                      <p:to>
                                        <p:strVal val="visible"/>
                                      </p:to>
                                    </p:set>
                                    <p:animEffect transition="in" filter="fade">
                                      <p:cBhvr>
                                        <p:cTn id="88" dur="400"/>
                                        <p:tgtEl>
                                          <p:spTgt spid="65"/>
                                        </p:tgtEl>
                                      </p:cBhvr>
                                    </p:animEffect>
                                  </p:childTnLst>
                                </p:cTn>
                              </p:par>
                              <p:par>
                                <p:cTn id="89" presetID="10" presetClass="entr" presetSubtype="0" fill="hold" nodeType="withEffect">
                                  <p:stCondLst>
                                    <p:cond delay="990"/>
                                  </p:stCondLst>
                                  <p:childTnLst>
                                    <p:set>
                                      <p:cBhvr>
                                        <p:cTn id="90" dur="1" fill="hold">
                                          <p:stCondLst>
                                            <p:cond delay="0"/>
                                          </p:stCondLst>
                                        </p:cTn>
                                        <p:tgtEl>
                                          <p:spTgt spid="66"/>
                                        </p:tgtEl>
                                        <p:attrNameLst>
                                          <p:attrName>style.visibility</p:attrName>
                                        </p:attrNameLst>
                                      </p:cBhvr>
                                      <p:to>
                                        <p:strVal val="visible"/>
                                      </p:to>
                                    </p:set>
                                    <p:animEffect transition="in" filter="fade">
                                      <p:cBhvr>
                                        <p:cTn id="91" dur="400"/>
                                        <p:tgtEl>
                                          <p:spTgt spid="66"/>
                                        </p:tgtEl>
                                      </p:cBhvr>
                                    </p:animEffect>
                                  </p:childTnLst>
                                </p:cTn>
                              </p:par>
                              <p:par>
                                <p:cTn id="92" presetID="10" presetClass="entr" presetSubtype="0" fill="hold" nodeType="withEffect">
                                  <p:stCondLst>
                                    <p:cond delay="990"/>
                                  </p:stCondLst>
                                  <p:childTnLst>
                                    <p:set>
                                      <p:cBhvr>
                                        <p:cTn id="93" dur="1" fill="hold">
                                          <p:stCondLst>
                                            <p:cond delay="0"/>
                                          </p:stCondLst>
                                        </p:cTn>
                                        <p:tgtEl>
                                          <p:spTgt spid="67"/>
                                        </p:tgtEl>
                                        <p:attrNameLst>
                                          <p:attrName>style.visibility</p:attrName>
                                        </p:attrNameLst>
                                      </p:cBhvr>
                                      <p:to>
                                        <p:strVal val="visible"/>
                                      </p:to>
                                    </p:set>
                                    <p:animEffect transition="in" filter="fade">
                                      <p:cBhvr>
                                        <p:cTn id="94" dur="400"/>
                                        <p:tgtEl>
                                          <p:spTgt spid="67"/>
                                        </p:tgtEl>
                                      </p:cBhvr>
                                    </p:animEffect>
                                  </p:childTnLst>
                                </p:cTn>
                              </p:par>
                              <p:par>
                                <p:cTn id="95" presetID="10" presetClass="entr" presetSubtype="0" fill="hold" nodeType="withEffect">
                                  <p:stCondLst>
                                    <p:cond delay="1210"/>
                                  </p:stCondLst>
                                  <p:childTnLst>
                                    <p:set>
                                      <p:cBhvr>
                                        <p:cTn id="96" dur="1" fill="hold">
                                          <p:stCondLst>
                                            <p:cond delay="0"/>
                                          </p:stCondLst>
                                        </p:cTn>
                                        <p:tgtEl>
                                          <p:spTgt spid="68"/>
                                        </p:tgtEl>
                                        <p:attrNameLst>
                                          <p:attrName>style.visibility</p:attrName>
                                        </p:attrNameLst>
                                      </p:cBhvr>
                                      <p:to>
                                        <p:strVal val="visible"/>
                                      </p:to>
                                    </p:set>
                                    <p:animEffect transition="in" filter="fade">
                                      <p:cBhvr>
                                        <p:cTn id="97" dur="400"/>
                                        <p:tgtEl>
                                          <p:spTgt spid="68"/>
                                        </p:tgtEl>
                                      </p:cBhvr>
                                    </p:animEffect>
                                  </p:childTnLst>
                                </p:cTn>
                              </p:par>
                              <p:par>
                                <p:cTn id="98" presetID="10" presetClass="entr" presetSubtype="0" fill="hold" nodeType="withEffect">
                                  <p:stCondLst>
                                    <p:cond delay="1270"/>
                                  </p:stCondLst>
                                  <p:childTnLst>
                                    <p:set>
                                      <p:cBhvr>
                                        <p:cTn id="99" dur="1" fill="hold">
                                          <p:stCondLst>
                                            <p:cond delay="0"/>
                                          </p:stCondLst>
                                        </p:cTn>
                                        <p:tgtEl>
                                          <p:spTgt spid="69"/>
                                        </p:tgtEl>
                                        <p:attrNameLst>
                                          <p:attrName>style.visibility</p:attrName>
                                        </p:attrNameLst>
                                      </p:cBhvr>
                                      <p:to>
                                        <p:strVal val="visible"/>
                                      </p:to>
                                    </p:set>
                                    <p:animEffect transition="in" filter="fade">
                                      <p:cBhvr>
                                        <p:cTn id="100" dur="400"/>
                                        <p:tgtEl>
                                          <p:spTgt spid="69"/>
                                        </p:tgtEl>
                                      </p:cBhvr>
                                    </p:animEffect>
                                  </p:childTnLst>
                                </p:cTn>
                              </p:par>
                              <p:par>
                                <p:cTn id="101" presetID="10" presetClass="entr" presetSubtype="0" fill="hold" nodeType="withEffect">
                                  <p:stCondLst>
                                    <p:cond delay="1330"/>
                                  </p:stCondLst>
                                  <p:childTnLst>
                                    <p:set>
                                      <p:cBhvr>
                                        <p:cTn id="102" dur="1" fill="hold">
                                          <p:stCondLst>
                                            <p:cond delay="0"/>
                                          </p:stCondLst>
                                        </p:cTn>
                                        <p:tgtEl>
                                          <p:spTgt spid="70"/>
                                        </p:tgtEl>
                                        <p:attrNameLst>
                                          <p:attrName>style.visibility</p:attrName>
                                        </p:attrNameLst>
                                      </p:cBhvr>
                                      <p:to>
                                        <p:strVal val="visible"/>
                                      </p:to>
                                    </p:set>
                                    <p:animEffect transition="in" filter="fade">
                                      <p:cBhvr>
                                        <p:cTn id="103" dur="400"/>
                                        <p:tgtEl>
                                          <p:spTgt spid="70"/>
                                        </p:tgtEl>
                                      </p:cBhvr>
                                    </p:animEffect>
                                  </p:childTnLst>
                                </p:cTn>
                              </p:par>
                              <p:par>
                                <p:cTn id="104" presetID="10" presetClass="entr" presetSubtype="0" fill="hold" nodeType="withEffect">
                                  <p:stCondLst>
                                    <p:cond delay="1410"/>
                                  </p:stCondLst>
                                  <p:childTnLst>
                                    <p:set>
                                      <p:cBhvr>
                                        <p:cTn id="105" dur="1" fill="hold">
                                          <p:stCondLst>
                                            <p:cond delay="0"/>
                                          </p:stCondLst>
                                        </p:cTn>
                                        <p:tgtEl>
                                          <p:spTgt spid="71"/>
                                        </p:tgtEl>
                                        <p:attrNameLst>
                                          <p:attrName>style.visibility</p:attrName>
                                        </p:attrNameLst>
                                      </p:cBhvr>
                                      <p:to>
                                        <p:strVal val="visible"/>
                                      </p:to>
                                    </p:set>
                                    <p:animEffect transition="in" filter="fade">
                                      <p:cBhvr>
                                        <p:cTn id="106" dur="400"/>
                                        <p:tgtEl>
                                          <p:spTgt spid="71"/>
                                        </p:tgtEl>
                                      </p:cBhvr>
                                    </p:animEffect>
                                  </p:childTnLst>
                                </p:cTn>
                              </p:par>
                              <p:par>
                                <p:cTn id="107" presetID="10" presetClass="entr" presetSubtype="0" fill="hold" nodeType="withEffect">
                                  <p:stCondLst>
                                    <p:cond delay="1410"/>
                                  </p:stCondLst>
                                  <p:childTnLst>
                                    <p:set>
                                      <p:cBhvr>
                                        <p:cTn id="108" dur="1" fill="hold">
                                          <p:stCondLst>
                                            <p:cond delay="0"/>
                                          </p:stCondLst>
                                        </p:cTn>
                                        <p:tgtEl>
                                          <p:spTgt spid="72"/>
                                        </p:tgtEl>
                                        <p:attrNameLst>
                                          <p:attrName>style.visibility</p:attrName>
                                        </p:attrNameLst>
                                      </p:cBhvr>
                                      <p:to>
                                        <p:strVal val="visible"/>
                                      </p:to>
                                    </p:set>
                                    <p:animEffect transition="in" filter="fade">
                                      <p:cBhvr>
                                        <p:cTn id="109" dur="400"/>
                                        <p:tgtEl>
                                          <p:spTgt spid="72"/>
                                        </p:tgtEl>
                                      </p:cBhvr>
                                    </p:animEffect>
                                  </p:childTnLst>
                                </p:cTn>
                              </p:par>
                              <p:par>
                                <p:cTn id="110" presetID="10" presetClass="entr" presetSubtype="0" fill="hold" nodeType="withEffect">
                                  <p:stCondLst>
                                    <p:cond delay="1410"/>
                                  </p:stCondLst>
                                  <p:childTnLst>
                                    <p:set>
                                      <p:cBhvr>
                                        <p:cTn id="111" dur="1" fill="hold">
                                          <p:stCondLst>
                                            <p:cond delay="0"/>
                                          </p:stCondLst>
                                        </p:cTn>
                                        <p:tgtEl>
                                          <p:spTgt spid="73"/>
                                        </p:tgtEl>
                                        <p:attrNameLst>
                                          <p:attrName>style.visibility</p:attrName>
                                        </p:attrNameLst>
                                      </p:cBhvr>
                                      <p:to>
                                        <p:strVal val="visible"/>
                                      </p:to>
                                    </p:set>
                                    <p:animEffect transition="in" filter="fade">
                                      <p:cBhvr>
                                        <p:cTn id="112" dur="400"/>
                                        <p:tgtEl>
                                          <p:spTgt spid="73"/>
                                        </p:tgtEl>
                                      </p:cBhvr>
                                    </p:animEffect>
                                  </p:childTnLst>
                                </p:cTn>
                              </p:par>
                              <p:par>
                                <p:cTn id="113" presetID="10" presetClass="entr" presetSubtype="0" fill="hold" nodeType="withEffect">
                                  <p:stCondLst>
                                    <p:cond delay="1410"/>
                                  </p:stCondLst>
                                  <p:childTnLst>
                                    <p:set>
                                      <p:cBhvr>
                                        <p:cTn id="114" dur="1" fill="hold">
                                          <p:stCondLst>
                                            <p:cond delay="0"/>
                                          </p:stCondLst>
                                        </p:cTn>
                                        <p:tgtEl>
                                          <p:spTgt spid="74"/>
                                        </p:tgtEl>
                                        <p:attrNameLst>
                                          <p:attrName>style.visibility</p:attrName>
                                        </p:attrNameLst>
                                      </p:cBhvr>
                                      <p:to>
                                        <p:strVal val="visible"/>
                                      </p:to>
                                    </p:set>
                                    <p:animEffect transition="in" filter="fade">
                                      <p:cBhvr>
                                        <p:cTn id="115" dur="400"/>
                                        <p:tgtEl>
                                          <p:spTgt spid="74"/>
                                        </p:tgtEl>
                                      </p:cBhvr>
                                    </p:animEffect>
                                  </p:childTnLst>
                                </p:cTn>
                              </p:par>
                              <p:par>
                                <p:cTn id="116" presetID="10" presetClass="entr" presetSubtype="0" fill="hold" nodeType="withEffect">
                                  <p:stCondLst>
                                    <p:cond delay="1410"/>
                                  </p:stCondLst>
                                  <p:childTnLst>
                                    <p:set>
                                      <p:cBhvr>
                                        <p:cTn id="117" dur="1" fill="hold">
                                          <p:stCondLst>
                                            <p:cond delay="0"/>
                                          </p:stCondLst>
                                        </p:cTn>
                                        <p:tgtEl>
                                          <p:spTgt spid="75"/>
                                        </p:tgtEl>
                                        <p:attrNameLst>
                                          <p:attrName>style.visibility</p:attrName>
                                        </p:attrNameLst>
                                      </p:cBhvr>
                                      <p:to>
                                        <p:strVal val="visible"/>
                                      </p:to>
                                    </p:set>
                                    <p:animEffect transition="in" filter="fade">
                                      <p:cBhvr>
                                        <p:cTn id="118" dur="400"/>
                                        <p:tgtEl>
                                          <p:spTgt spid="75"/>
                                        </p:tgtEl>
                                      </p:cBhvr>
                                    </p:animEffect>
                                  </p:childTnLst>
                                </p:cTn>
                              </p:par>
                              <p:par>
                                <p:cTn id="119" presetID="10" presetClass="entr" presetSubtype="0" fill="hold" nodeType="withEffect">
                                  <p:stCondLst>
                                    <p:cond delay="1410"/>
                                  </p:stCondLst>
                                  <p:childTnLst>
                                    <p:set>
                                      <p:cBhvr>
                                        <p:cTn id="120" dur="1" fill="hold">
                                          <p:stCondLst>
                                            <p:cond delay="0"/>
                                          </p:stCondLst>
                                        </p:cTn>
                                        <p:tgtEl>
                                          <p:spTgt spid="76"/>
                                        </p:tgtEl>
                                        <p:attrNameLst>
                                          <p:attrName>style.visibility</p:attrName>
                                        </p:attrNameLst>
                                      </p:cBhvr>
                                      <p:to>
                                        <p:strVal val="visible"/>
                                      </p:to>
                                    </p:set>
                                    <p:animEffect transition="in" filter="fade">
                                      <p:cBhvr>
                                        <p:cTn id="121" dur="400"/>
                                        <p:tgtEl>
                                          <p:spTgt spid="76"/>
                                        </p:tgtEl>
                                      </p:cBhvr>
                                    </p:animEffect>
                                  </p:childTnLst>
                                </p:cTn>
                              </p:par>
                              <p:par>
                                <p:cTn id="122" presetID="10" presetClass="entr" presetSubtype="0" fill="hold" nodeType="withEffect">
                                  <p:stCondLst>
                                    <p:cond delay="1410"/>
                                  </p:stCondLst>
                                  <p:childTnLst>
                                    <p:set>
                                      <p:cBhvr>
                                        <p:cTn id="123" dur="1" fill="hold">
                                          <p:stCondLst>
                                            <p:cond delay="0"/>
                                          </p:stCondLst>
                                        </p:cTn>
                                        <p:tgtEl>
                                          <p:spTgt spid="77"/>
                                        </p:tgtEl>
                                        <p:attrNameLst>
                                          <p:attrName>style.visibility</p:attrName>
                                        </p:attrNameLst>
                                      </p:cBhvr>
                                      <p:to>
                                        <p:strVal val="visible"/>
                                      </p:to>
                                    </p:set>
                                    <p:animEffect transition="in" filter="fade">
                                      <p:cBhvr>
                                        <p:cTn id="124" dur="400"/>
                                        <p:tgtEl>
                                          <p:spTgt spid="77"/>
                                        </p:tgtEl>
                                      </p:cBhvr>
                                    </p:animEffect>
                                  </p:childTnLst>
                                </p:cTn>
                              </p:par>
                              <p:par>
                                <p:cTn id="125" presetID="10" presetClass="entr" presetSubtype="0" fill="hold" nodeType="withEffect">
                                  <p:stCondLst>
                                    <p:cond delay="1630"/>
                                  </p:stCondLst>
                                  <p:childTnLst>
                                    <p:set>
                                      <p:cBhvr>
                                        <p:cTn id="126" dur="1" fill="hold">
                                          <p:stCondLst>
                                            <p:cond delay="0"/>
                                          </p:stCondLst>
                                        </p:cTn>
                                        <p:tgtEl>
                                          <p:spTgt spid="78"/>
                                        </p:tgtEl>
                                        <p:attrNameLst>
                                          <p:attrName>style.visibility</p:attrName>
                                        </p:attrNameLst>
                                      </p:cBhvr>
                                      <p:to>
                                        <p:strVal val="visible"/>
                                      </p:to>
                                    </p:set>
                                    <p:animEffect transition="in" filter="fade">
                                      <p:cBhvr>
                                        <p:cTn id="127" dur="400"/>
                                        <p:tgtEl>
                                          <p:spTgt spid="78"/>
                                        </p:tgtEl>
                                      </p:cBhvr>
                                    </p:animEffect>
                                  </p:childTnLst>
                                </p:cTn>
                              </p:par>
                              <p:par>
                                <p:cTn id="128" presetID="10" presetClass="entr" presetSubtype="0" fill="hold" nodeType="withEffect">
                                  <p:stCondLst>
                                    <p:cond delay="1690"/>
                                  </p:stCondLst>
                                  <p:childTnLst>
                                    <p:set>
                                      <p:cBhvr>
                                        <p:cTn id="129" dur="1" fill="hold">
                                          <p:stCondLst>
                                            <p:cond delay="0"/>
                                          </p:stCondLst>
                                        </p:cTn>
                                        <p:tgtEl>
                                          <p:spTgt spid="79"/>
                                        </p:tgtEl>
                                        <p:attrNameLst>
                                          <p:attrName>style.visibility</p:attrName>
                                        </p:attrNameLst>
                                      </p:cBhvr>
                                      <p:to>
                                        <p:strVal val="visible"/>
                                      </p:to>
                                    </p:set>
                                    <p:animEffect transition="in" filter="fade">
                                      <p:cBhvr>
                                        <p:cTn id="130" dur="400"/>
                                        <p:tgtEl>
                                          <p:spTgt spid="79"/>
                                        </p:tgtEl>
                                      </p:cBhvr>
                                    </p:animEffect>
                                  </p:childTnLst>
                                </p:cTn>
                              </p:par>
                              <p:par>
                                <p:cTn id="131" presetID="10" presetClass="entr" presetSubtype="0" fill="hold" nodeType="withEffect">
                                  <p:stCondLst>
                                    <p:cond delay="1750"/>
                                  </p:stCondLst>
                                  <p:childTnLst>
                                    <p:set>
                                      <p:cBhvr>
                                        <p:cTn id="132" dur="1" fill="hold">
                                          <p:stCondLst>
                                            <p:cond delay="0"/>
                                          </p:stCondLst>
                                        </p:cTn>
                                        <p:tgtEl>
                                          <p:spTgt spid="80"/>
                                        </p:tgtEl>
                                        <p:attrNameLst>
                                          <p:attrName>style.visibility</p:attrName>
                                        </p:attrNameLst>
                                      </p:cBhvr>
                                      <p:to>
                                        <p:strVal val="visible"/>
                                      </p:to>
                                    </p:set>
                                    <p:animEffect transition="in" filter="fade">
                                      <p:cBhvr>
                                        <p:cTn id="133" dur="400"/>
                                        <p:tgtEl>
                                          <p:spTgt spid="80"/>
                                        </p:tgtEl>
                                      </p:cBhvr>
                                    </p:animEffect>
                                  </p:childTnLst>
                                </p:cTn>
                              </p:par>
                              <p:par>
                                <p:cTn id="134" presetID="10" presetClass="entr" presetSubtype="0" fill="hold" nodeType="withEffect">
                                  <p:stCondLst>
                                    <p:cond delay="1830"/>
                                  </p:stCondLst>
                                  <p:childTnLst>
                                    <p:set>
                                      <p:cBhvr>
                                        <p:cTn id="135" dur="1" fill="hold">
                                          <p:stCondLst>
                                            <p:cond delay="0"/>
                                          </p:stCondLst>
                                        </p:cTn>
                                        <p:tgtEl>
                                          <p:spTgt spid="81"/>
                                        </p:tgtEl>
                                        <p:attrNameLst>
                                          <p:attrName>style.visibility</p:attrName>
                                        </p:attrNameLst>
                                      </p:cBhvr>
                                      <p:to>
                                        <p:strVal val="visible"/>
                                      </p:to>
                                    </p:set>
                                    <p:animEffect transition="in" filter="fade">
                                      <p:cBhvr>
                                        <p:cTn id="136" dur="400"/>
                                        <p:tgtEl>
                                          <p:spTgt spid="81"/>
                                        </p:tgtEl>
                                      </p:cBhvr>
                                    </p:animEffect>
                                  </p:childTnLst>
                                </p:cTn>
                              </p:par>
                              <p:par>
                                <p:cTn id="137" presetID="10" presetClass="entr" presetSubtype="0" fill="hold" nodeType="withEffect">
                                  <p:stCondLst>
                                    <p:cond delay="1830"/>
                                  </p:stCondLst>
                                  <p:childTnLst>
                                    <p:set>
                                      <p:cBhvr>
                                        <p:cTn id="138" dur="1" fill="hold">
                                          <p:stCondLst>
                                            <p:cond delay="0"/>
                                          </p:stCondLst>
                                        </p:cTn>
                                        <p:tgtEl>
                                          <p:spTgt spid="82"/>
                                        </p:tgtEl>
                                        <p:attrNameLst>
                                          <p:attrName>style.visibility</p:attrName>
                                        </p:attrNameLst>
                                      </p:cBhvr>
                                      <p:to>
                                        <p:strVal val="visible"/>
                                      </p:to>
                                    </p:set>
                                    <p:animEffect transition="in" filter="fade">
                                      <p:cBhvr>
                                        <p:cTn id="139" dur="400"/>
                                        <p:tgtEl>
                                          <p:spTgt spid="82"/>
                                        </p:tgtEl>
                                      </p:cBhvr>
                                    </p:animEffect>
                                  </p:childTnLst>
                                </p:cTn>
                              </p:par>
                              <p:par>
                                <p:cTn id="140" presetID="10" presetClass="entr" presetSubtype="0" fill="hold" nodeType="withEffect">
                                  <p:stCondLst>
                                    <p:cond delay="1830"/>
                                  </p:stCondLst>
                                  <p:childTnLst>
                                    <p:set>
                                      <p:cBhvr>
                                        <p:cTn id="141" dur="1" fill="hold">
                                          <p:stCondLst>
                                            <p:cond delay="0"/>
                                          </p:stCondLst>
                                        </p:cTn>
                                        <p:tgtEl>
                                          <p:spTgt spid="83"/>
                                        </p:tgtEl>
                                        <p:attrNameLst>
                                          <p:attrName>style.visibility</p:attrName>
                                        </p:attrNameLst>
                                      </p:cBhvr>
                                      <p:to>
                                        <p:strVal val="visible"/>
                                      </p:to>
                                    </p:set>
                                    <p:animEffect transition="in" filter="fade">
                                      <p:cBhvr>
                                        <p:cTn id="142" dur="400"/>
                                        <p:tgtEl>
                                          <p:spTgt spid="83"/>
                                        </p:tgtEl>
                                      </p:cBhvr>
                                    </p:animEffect>
                                  </p:childTnLst>
                                </p:cTn>
                              </p:par>
                              <p:par>
                                <p:cTn id="143" presetID="10" presetClass="entr" presetSubtype="0" fill="hold" nodeType="withEffect">
                                  <p:stCondLst>
                                    <p:cond delay="1830"/>
                                  </p:stCondLst>
                                  <p:childTnLst>
                                    <p:set>
                                      <p:cBhvr>
                                        <p:cTn id="144" dur="1" fill="hold">
                                          <p:stCondLst>
                                            <p:cond delay="0"/>
                                          </p:stCondLst>
                                        </p:cTn>
                                        <p:tgtEl>
                                          <p:spTgt spid="84"/>
                                        </p:tgtEl>
                                        <p:attrNameLst>
                                          <p:attrName>style.visibility</p:attrName>
                                        </p:attrNameLst>
                                      </p:cBhvr>
                                      <p:to>
                                        <p:strVal val="visible"/>
                                      </p:to>
                                    </p:set>
                                    <p:animEffect transition="in" filter="fade">
                                      <p:cBhvr>
                                        <p:cTn id="145" dur="400"/>
                                        <p:tgtEl>
                                          <p:spTgt spid="84"/>
                                        </p:tgtEl>
                                      </p:cBhvr>
                                    </p:animEffect>
                                  </p:childTnLst>
                                </p:cTn>
                              </p:par>
                              <p:par>
                                <p:cTn id="146" presetID="10" presetClass="entr" presetSubtype="0" fill="hold" nodeType="withEffect">
                                  <p:stCondLst>
                                    <p:cond delay="1830"/>
                                  </p:stCondLst>
                                  <p:childTnLst>
                                    <p:set>
                                      <p:cBhvr>
                                        <p:cTn id="147" dur="1" fill="hold">
                                          <p:stCondLst>
                                            <p:cond delay="0"/>
                                          </p:stCondLst>
                                        </p:cTn>
                                        <p:tgtEl>
                                          <p:spTgt spid="85"/>
                                        </p:tgtEl>
                                        <p:attrNameLst>
                                          <p:attrName>style.visibility</p:attrName>
                                        </p:attrNameLst>
                                      </p:cBhvr>
                                      <p:to>
                                        <p:strVal val="visible"/>
                                      </p:to>
                                    </p:set>
                                    <p:animEffect transition="in" filter="fade">
                                      <p:cBhvr>
                                        <p:cTn id="148" dur="400"/>
                                        <p:tgtEl>
                                          <p:spTgt spid="85"/>
                                        </p:tgtEl>
                                      </p:cBhvr>
                                    </p:animEffect>
                                  </p:childTnLst>
                                </p:cTn>
                              </p:par>
                              <p:par>
                                <p:cTn id="149" presetID="10" presetClass="entr" presetSubtype="0" fill="hold" nodeType="withEffect">
                                  <p:stCondLst>
                                    <p:cond delay="1830"/>
                                  </p:stCondLst>
                                  <p:childTnLst>
                                    <p:set>
                                      <p:cBhvr>
                                        <p:cTn id="150" dur="1" fill="hold">
                                          <p:stCondLst>
                                            <p:cond delay="0"/>
                                          </p:stCondLst>
                                        </p:cTn>
                                        <p:tgtEl>
                                          <p:spTgt spid="86"/>
                                        </p:tgtEl>
                                        <p:attrNameLst>
                                          <p:attrName>style.visibility</p:attrName>
                                        </p:attrNameLst>
                                      </p:cBhvr>
                                      <p:to>
                                        <p:strVal val="visible"/>
                                      </p:to>
                                    </p:set>
                                    <p:animEffect transition="in" filter="fade">
                                      <p:cBhvr>
                                        <p:cTn id="151" dur="400"/>
                                        <p:tgtEl>
                                          <p:spTgt spid="86"/>
                                        </p:tgtEl>
                                      </p:cBhvr>
                                    </p:animEffect>
                                  </p:childTnLst>
                                </p:cTn>
                              </p:par>
                              <p:par>
                                <p:cTn id="152" presetID="10" presetClass="entr" presetSubtype="0" fill="hold" nodeType="withEffect">
                                  <p:stCondLst>
                                    <p:cond delay="1830"/>
                                  </p:stCondLst>
                                  <p:childTnLst>
                                    <p:set>
                                      <p:cBhvr>
                                        <p:cTn id="153" dur="1" fill="hold">
                                          <p:stCondLst>
                                            <p:cond delay="0"/>
                                          </p:stCondLst>
                                        </p:cTn>
                                        <p:tgtEl>
                                          <p:spTgt spid="87"/>
                                        </p:tgtEl>
                                        <p:attrNameLst>
                                          <p:attrName>style.visibility</p:attrName>
                                        </p:attrNameLst>
                                      </p:cBhvr>
                                      <p:to>
                                        <p:strVal val="visible"/>
                                      </p:to>
                                    </p:set>
                                    <p:animEffect transition="in" filter="fade">
                                      <p:cBhvr>
                                        <p:cTn id="154" dur="400"/>
                                        <p:tgtEl>
                                          <p:spTgt spid="87"/>
                                        </p:tgtEl>
                                      </p:cBhvr>
                                    </p:animEffect>
                                  </p:childTnLst>
                                </p:cTn>
                              </p:par>
                              <p:par>
                                <p:cTn id="155" presetID="10" presetClass="entr" presetSubtype="0" fill="hold" nodeType="withEffect">
                                  <p:stCondLst>
                                    <p:cond delay="2400"/>
                                  </p:stCondLst>
                                  <p:childTnLst>
                                    <p:set>
                                      <p:cBhvr>
                                        <p:cTn id="156" dur="1" fill="hold">
                                          <p:stCondLst>
                                            <p:cond delay="0"/>
                                          </p:stCondLst>
                                        </p:cTn>
                                        <p:tgtEl>
                                          <p:spTgt spid="88"/>
                                        </p:tgtEl>
                                        <p:attrNameLst>
                                          <p:attrName>style.visibility</p:attrName>
                                        </p:attrNameLst>
                                      </p:cBhvr>
                                      <p:to>
                                        <p:strVal val="visible"/>
                                      </p:to>
                                    </p:set>
                                    <p:animEffect transition="in" filter="fade">
                                      <p:cBhvr>
                                        <p:cTn id="157" dur="400"/>
                                        <p:tgtEl>
                                          <p:spTgt spid="88"/>
                                        </p:tgtEl>
                                      </p:cBhvr>
                                    </p:animEffect>
                                  </p:childTnLst>
                                </p:cTn>
                              </p:par>
                              <p:par>
                                <p:cTn id="158" presetID="10" presetClass="entr" presetSubtype="0" fill="hold" nodeType="withEffect">
                                  <p:stCondLst>
                                    <p:cond delay="2400"/>
                                  </p:stCondLst>
                                  <p:childTnLst>
                                    <p:set>
                                      <p:cBhvr>
                                        <p:cTn id="159" dur="1" fill="hold">
                                          <p:stCondLst>
                                            <p:cond delay="0"/>
                                          </p:stCondLst>
                                        </p:cTn>
                                        <p:tgtEl>
                                          <p:spTgt spid="89"/>
                                        </p:tgtEl>
                                        <p:attrNameLst>
                                          <p:attrName>style.visibility</p:attrName>
                                        </p:attrNameLst>
                                      </p:cBhvr>
                                      <p:to>
                                        <p:strVal val="visible"/>
                                      </p:to>
                                    </p:set>
                                    <p:animEffect transition="in" filter="fade">
                                      <p:cBhvr>
                                        <p:cTn id="160" dur="400"/>
                                        <p:tgtEl>
                                          <p:spTgt spid="89"/>
                                        </p:tgtEl>
                                      </p:cBhvr>
                                    </p:animEffect>
                                  </p:childTnLst>
                                </p:cTn>
                              </p:par>
                              <p:par>
                                <p:cTn id="161" presetID="10" presetClass="entr" presetSubtype="0" fill="hold" nodeType="withEffect">
                                  <p:stCondLst>
                                    <p:cond delay="2400"/>
                                  </p:stCondLst>
                                  <p:childTnLst>
                                    <p:set>
                                      <p:cBhvr>
                                        <p:cTn id="162" dur="1" fill="hold">
                                          <p:stCondLst>
                                            <p:cond delay="0"/>
                                          </p:stCondLst>
                                        </p:cTn>
                                        <p:tgtEl>
                                          <p:spTgt spid="90"/>
                                        </p:tgtEl>
                                        <p:attrNameLst>
                                          <p:attrName>style.visibility</p:attrName>
                                        </p:attrNameLst>
                                      </p:cBhvr>
                                      <p:to>
                                        <p:strVal val="visible"/>
                                      </p:to>
                                    </p:set>
                                    <p:animEffect transition="in" filter="fade">
                                      <p:cBhvr>
                                        <p:cTn id="163" dur="400"/>
                                        <p:tgtEl>
                                          <p:spTgt spid="90"/>
                                        </p:tgtEl>
                                      </p:cBhvr>
                                    </p:animEffect>
                                  </p:childTnLst>
                                </p:cTn>
                              </p:par>
                              <p:par>
                                <p:cTn id="164" presetID="10" presetClass="entr" presetSubtype="0" fill="hold" nodeType="withEffect">
                                  <p:stCondLst>
                                    <p:cond delay="2400"/>
                                  </p:stCondLst>
                                  <p:childTnLst>
                                    <p:set>
                                      <p:cBhvr>
                                        <p:cTn id="165" dur="1" fill="hold">
                                          <p:stCondLst>
                                            <p:cond delay="0"/>
                                          </p:stCondLst>
                                        </p:cTn>
                                        <p:tgtEl>
                                          <p:spTgt spid="91"/>
                                        </p:tgtEl>
                                        <p:attrNameLst>
                                          <p:attrName>style.visibility</p:attrName>
                                        </p:attrNameLst>
                                      </p:cBhvr>
                                      <p:to>
                                        <p:strVal val="visible"/>
                                      </p:to>
                                    </p:set>
                                    <p:animEffect transition="in" filter="fade">
                                      <p:cBhvr>
                                        <p:cTn id="166" dur="4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1"/>
          <p:cNvSpPr/>
          <p:nvPr/>
        </p:nvSpPr>
        <p:spPr>
          <a:xfrm>
            <a:off x="274320" y="228600"/>
            <a:ext cx="11643055" cy="5897880"/>
          </a:xfrm>
          <a:prstGeom prst="roundRect">
            <a:avLst>
              <a:gd name="adj" fmla="val 3876"/>
            </a:avLst>
          </a:prstGeom>
          <a:solidFill>
            <a:srgbClr val="000000"/>
          </a:solidFill>
          <a:ln w="28575">
            <a:solidFill>
              <a:srgbClr val="2121DE"/>
            </a:solidFill>
            <a:prstDash val="solid"/>
          </a:ln>
        </p:spPr>
      </p:sp>
      <p:sp>
        <p:nvSpPr>
          <p:cNvPr id="3" name="o2"/>
          <p:cNvSpPr/>
          <p:nvPr/>
        </p:nvSpPr>
        <p:spPr>
          <a:xfrm>
            <a:off x="342900" y="297180"/>
            <a:ext cx="11505895" cy="5760720"/>
          </a:xfrm>
          <a:prstGeom prst="roundRect">
            <a:avLst>
              <a:gd name="adj" fmla="val 2778"/>
            </a:avLst>
          </a:prstGeom>
          <a:ln w="12700">
            <a:solidFill>
              <a:srgbClr val="2121DE"/>
            </a:solidFill>
            <a:prstDash val="solid"/>
          </a:ln>
        </p:spPr>
      </p:sp>
      <p:sp>
        <p:nvSpPr>
          <p:cNvPr id="4" name="o3"/>
          <p:cNvSpPr/>
          <p:nvPr/>
        </p:nvSpPr>
        <p:spPr>
          <a:xfrm>
            <a:off x="868680" y="822960"/>
            <a:ext cx="1554480" cy="457200"/>
          </a:xfrm>
          <a:prstGeom prst="roundRect">
            <a:avLst>
              <a:gd name="adj" fmla="val 24000"/>
            </a:avLst>
          </a:prstGeom>
          <a:solidFill>
            <a:srgbClr val="000000"/>
          </a:solidFill>
          <a:ln w="28575">
            <a:solidFill>
              <a:srgbClr val="2121DE"/>
            </a:solidFill>
            <a:prstDash val="solid"/>
          </a:ln>
        </p:spPr>
      </p:sp>
      <p:sp>
        <p:nvSpPr>
          <p:cNvPr id="5" name="o4"/>
          <p:cNvSpPr/>
          <p:nvPr/>
        </p:nvSpPr>
        <p:spPr>
          <a:xfrm>
            <a:off x="937260" y="891540"/>
            <a:ext cx="1417320" cy="320040"/>
          </a:xfrm>
          <a:prstGeom prst="roundRect">
            <a:avLst>
              <a:gd name="adj" fmla="val 12857"/>
            </a:avLst>
          </a:prstGeom>
          <a:ln w="12700">
            <a:solidFill>
              <a:srgbClr val="2121DE"/>
            </a:solidFill>
            <a:prstDash val="solid"/>
          </a:ln>
        </p:spPr>
      </p:sp>
      <p:sp>
        <p:nvSpPr>
          <p:cNvPr id="6" name="o5"/>
          <p:cNvSpPr/>
          <p:nvPr/>
        </p:nvSpPr>
        <p:spPr>
          <a:xfrm>
            <a:off x="9768535" y="822960"/>
            <a:ext cx="1554480" cy="457200"/>
          </a:xfrm>
          <a:prstGeom prst="roundRect">
            <a:avLst>
              <a:gd name="adj" fmla="val 24000"/>
            </a:avLst>
          </a:prstGeom>
          <a:solidFill>
            <a:srgbClr val="000000"/>
          </a:solidFill>
          <a:ln w="28575">
            <a:solidFill>
              <a:srgbClr val="2121DE"/>
            </a:solidFill>
            <a:prstDash val="solid"/>
          </a:ln>
        </p:spPr>
      </p:sp>
      <p:sp>
        <p:nvSpPr>
          <p:cNvPr id="7" name="o6"/>
          <p:cNvSpPr/>
          <p:nvPr/>
        </p:nvSpPr>
        <p:spPr>
          <a:xfrm>
            <a:off x="9837115" y="891540"/>
            <a:ext cx="1417320" cy="320040"/>
          </a:xfrm>
          <a:prstGeom prst="roundRect">
            <a:avLst>
              <a:gd name="adj" fmla="val 12857"/>
            </a:avLst>
          </a:prstGeom>
          <a:ln w="12700">
            <a:solidFill>
              <a:srgbClr val="2121DE"/>
            </a:solidFill>
            <a:prstDash val="solid"/>
          </a:ln>
        </p:spPr>
      </p:sp>
      <p:sp>
        <p:nvSpPr>
          <p:cNvPr id="8" name="o7"/>
          <p:cNvSpPr/>
          <p:nvPr/>
        </p:nvSpPr>
        <p:spPr>
          <a:xfrm>
            <a:off x="868680" y="5074920"/>
            <a:ext cx="1554480" cy="457200"/>
          </a:xfrm>
          <a:prstGeom prst="roundRect">
            <a:avLst>
              <a:gd name="adj" fmla="val 24000"/>
            </a:avLst>
          </a:prstGeom>
          <a:solidFill>
            <a:srgbClr val="000000"/>
          </a:solidFill>
          <a:ln w="28575">
            <a:solidFill>
              <a:srgbClr val="2121DE"/>
            </a:solidFill>
            <a:prstDash val="solid"/>
          </a:ln>
        </p:spPr>
      </p:sp>
      <p:sp>
        <p:nvSpPr>
          <p:cNvPr id="9" name="o8"/>
          <p:cNvSpPr/>
          <p:nvPr/>
        </p:nvSpPr>
        <p:spPr>
          <a:xfrm>
            <a:off x="937260" y="5143500"/>
            <a:ext cx="1417320" cy="320040"/>
          </a:xfrm>
          <a:prstGeom prst="roundRect">
            <a:avLst>
              <a:gd name="adj" fmla="val 12857"/>
            </a:avLst>
          </a:prstGeom>
          <a:ln w="12700">
            <a:solidFill>
              <a:srgbClr val="2121DE"/>
            </a:solidFill>
            <a:prstDash val="solid"/>
          </a:ln>
        </p:spPr>
      </p:sp>
      <p:sp>
        <p:nvSpPr>
          <p:cNvPr id="10" name="o9"/>
          <p:cNvSpPr/>
          <p:nvPr/>
        </p:nvSpPr>
        <p:spPr>
          <a:xfrm>
            <a:off x="9768535" y="5074920"/>
            <a:ext cx="1554480" cy="457200"/>
          </a:xfrm>
          <a:prstGeom prst="roundRect">
            <a:avLst>
              <a:gd name="adj" fmla="val 24000"/>
            </a:avLst>
          </a:prstGeom>
          <a:solidFill>
            <a:srgbClr val="000000"/>
          </a:solidFill>
          <a:ln w="28575">
            <a:solidFill>
              <a:srgbClr val="2121DE"/>
            </a:solidFill>
            <a:prstDash val="solid"/>
          </a:ln>
        </p:spPr>
      </p:sp>
      <p:sp>
        <p:nvSpPr>
          <p:cNvPr id="11" name="o10"/>
          <p:cNvSpPr/>
          <p:nvPr/>
        </p:nvSpPr>
        <p:spPr>
          <a:xfrm>
            <a:off x="9837115" y="5143500"/>
            <a:ext cx="1417320" cy="320040"/>
          </a:xfrm>
          <a:prstGeom prst="roundRect">
            <a:avLst>
              <a:gd name="adj" fmla="val 12857"/>
            </a:avLst>
          </a:prstGeom>
          <a:ln w="12700">
            <a:solidFill>
              <a:srgbClr val="2121DE"/>
            </a:solidFill>
            <a:prstDash val="solid"/>
          </a:ln>
        </p:spPr>
      </p:sp>
      <p:pic>
        <p:nvPicPr>
          <p:cNvPr id="12" name="o11" descr="orange">    </p:cNvPr>
          <p:cNvPicPr>
            <a:picLocks noChangeAspect="1"/>
          </p:cNvPicPr>
          <p:nvPr/>
        </p:nvPicPr>
        <p:blipFill>
          <a:blip r:embed="rId1"/>
          <a:stretch>
            <a:fillRect/>
          </a:stretch>
        </p:blipFill>
        <p:spPr>
          <a:xfrm>
            <a:off x="5684368" y="777240"/>
            <a:ext cx="822960" cy="822960"/>
          </a:xfrm>
          <a:prstGeom prst="rect">
            <a:avLst/>
          </a:prstGeom>
        </p:spPr>
      </p:pic>
      <p:pic>
        <p:nvPicPr>
          <p:cNvPr id="13" name="o12" descr="LEVEL 3">    </p:cNvPr>
          <p:cNvPicPr>
            <a:picLocks noChangeAspect="1"/>
          </p:cNvPicPr>
          <p:nvPr/>
        </p:nvPicPr>
        <p:blipFill>
          <a:blip r:embed="rId2"/>
          <a:stretch>
            <a:fillRect/>
          </a:stretch>
        </p:blipFill>
        <p:spPr>
          <a:xfrm>
            <a:off x="5262601" y="1828800"/>
            <a:ext cx="1666494" cy="237744"/>
          </a:xfrm>
          <a:prstGeom prst="rect">
            <a:avLst/>
          </a:prstGeom>
        </p:spPr>
      </p:pic>
      <p:pic>
        <p:nvPicPr>
          <p:cNvPr id="14" name="o13" descr="NETTOYAGE">    </p:cNvPr>
          <p:cNvPicPr>
            <a:picLocks noChangeAspect="1"/>
          </p:cNvPicPr>
          <p:nvPr/>
        </p:nvPicPr>
        <p:blipFill>
          <a:blip r:embed="rId3"/>
          <a:stretch>
            <a:fillRect/>
          </a:stretch>
        </p:blipFill>
        <p:spPr>
          <a:xfrm>
            <a:off x="3791560" y="2331720"/>
            <a:ext cx="4608576" cy="512064"/>
          </a:xfrm>
          <a:prstGeom prst="rect">
            <a:avLst/>
          </a:prstGeom>
        </p:spPr>
      </p:pic>
      <p:sp>
        <p:nvSpPr>
          <p:cNvPr id="15" name="o14"/>
          <p:cNvSpPr txBox="1"/>
          <p:nvPr/>
        </p:nvSpPr>
        <p:spPr>
          <a:xfrm>
            <a:off x="1371600" y="3108960"/>
            <a:ext cx="9448495" cy="411480"/>
          </a:xfrm>
          <a:prstGeom prst="rect">
            <a:avLst/>
          </a:prstGeom>
          <a:noFill/>
          <a:ln/>
        </p:spPr>
        <p:txBody>
          <a:bodyPr wrap="square" lIns="0" tIns="0" rIns="0" bIns="0" rtlCol="0" anchor="t"/>
          <a:lstStyle/>
          <a:p>
            <a:pPr algn="ctr" indent="0" marL="0">
              <a:buNone/>
            </a:pPr>
            <a:r>
              <a:rPr lang="en-US" sz="2000" dirty="0">
                <a:solidFill>
                  <a:srgbClr val="C4C4E4"/>
                </a:solidFill>
                <a:latin typeface="Arial" pitchFamily="34" charset="0"/>
                <a:ea typeface="Arial" pitchFamily="34" charset="-122"/>
                <a:cs typeface="Arial" pitchFamily="34" charset="-120"/>
              </a:rPr>
              <a:t>4 fantômes cachés dans les données</a:t>
            </a:r>
            <a:endParaRPr lang="en-US" sz="2000" dirty="0"/>
          </a:p>
        </p:txBody>
      </p:sp>
      <p:sp>
        <p:nvSpPr>
          <p:cNvPr id="16" name="o15"/>
          <p:cNvSpPr/>
          <p:nvPr/>
        </p:nvSpPr>
        <p:spPr>
          <a:xfrm>
            <a:off x="3707892" y="4119372"/>
            <a:ext cx="82296" cy="82296"/>
          </a:xfrm>
          <a:prstGeom prst="rect">
            <a:avLst/>
          </a:prstGeom>
          <a:solidFill>
            <a:srgbClr val="FFB8AE"/>
          </a:solidFill>
          <a:ln/>
        </p:spPr>
      </p:sp>
      <p:sp>
        <p:nvSpPr>
          <p:cNvPr id="17" name="o16"/>
          <p:cNvSpPr/>
          <p:nvPr/>
        </p:nvSpPr>
        <p:spPr>
          <a:xfrm>
            <a:off x="4073652" y="4119372"/>
            <a:ext cx="82296" cy="82296"/>
          </a:xfrm>
          <a:prstGeom prst="rect">
            <a:avLst/>
          </a:prstGeom>
          <a:solidFill>
            <a:srgbClr val="FFB8AE"/>
          </a:solidFill>
          <a:ln/>
        </p:spPr>
      </p:sp>
      <p:sp>
        <p:nvSpPr>
          <p:cNvPr id="18" name="o17"/>
          <p:cNvSpPr/>
          <p:nvPr/>
        </p:nvSpPr>
        <p:spPr>
          <a:xfrm>
            <a:off x="4439412" y="4119372"/>
            <a:ext cx="82296" cy="82296"/>
          </a:xfrm>
          <a:prstGeom prst="rect">
            <a:avLst/>
          </a:prstGeom>
          <a:solidFill>
            <a:srgbClr val="FFB8AE"/>
          </a:solidFill>
          <a:ln/>
        </p:spPr>
      </p:sp>
      <p:sp>
        <p:nvSpPr>
          <p:cNvPr id="19" name="o18"/>
          <p:cNvSpPr/>
          <p:nvPr/>
        </p:nvSpPr>
        <p:spPr>
          <a:xfrm>
            <a:off x="4805172" y="4119372"/>
            <a:ext cx="82296" cy="82296"/>
          </a:xfrm>
          <a:prstGeom prst="rect">
            <a:avLst/>
          </a:prstGeom>
          <a:solidFill>
            <a:srgbClr val="FFB8AE"/>
          </a:solidFill>
          <a:ln/>
        </p:spPr>
      </p:sp>
      <p:sp>
        <p:nvSpPr>
          <p:cNvPr id="20" name="o19"/>
          <p:cNvSpPr/>
          <p:nvPr/>
        </p:nvSpPr>
        <p:spPr>
          <a:xfrm>
            <a:off x="5170932" y="4119372"/>
            <a:ext cx="82296" cy="82296"/>
          </a:xfrm>
          <a:prstGeom prst="rect">
            <a:avLst/>
          </a:prstGeom>
          <a:solidFill>
            <a:srgbClr val="FFB8AE"/>
          </a:solidFill>
          <a:ln/>
        </p:spPr>
      </p:sp>
      <p:sp>
        <p:nvSpPr>
          <p:cNvPr id="21" name="o20"/>
          <p:cNvSpPr/>
          <p:nvPr/>
        </p:nvSpPr>
        <p:spPr>
          <a:xfrm>
            <a:off x="5536692" y="4119372"/>
            <a:ext cx="82296" cy="82296"/>
          </a:xfrm>
          <a:prstGeom prst="rect">
            <a:avLst/>
          </a:prstGeom>
          <a:solidFill>
            <a:srgbClr val="FFB8AE"/>
          </a:solidFill>
          <a:ln/>
        </p:spPr>
      </p:sp>
      <p:sp>
        <p:nvSpPr>
          <p:cNvPr id="22" name="o21"/>
          <p:cNvSpPr/>
          <p:nvPr/>
        </p:nvSpPr>
        <p:spPr>
          <a:xfrm>
            <a:off x="5902452" y="4119372"/>
            <a:ext cx="82296" cy="82296"/>
          </a:xfrm>
          <a:prstGeom prst="rect">
            <a:avLst/>
          </a:prstGeom>
          <a:solidFill>
            <a:srgbClr val="FFB8AE"/>
          </a:solidFill>
          <a:ln/>
        </p:spPr>
      </p:sp>
      <p:sp>
        <p:nvSpPr>
          <p:cNvPr id="23" name="o22"/>
          <p:cNvSpPr/>
          <p:nvPr/>
        </p:nvSpPr>
        <p:spPr>
          <a:xfrm>
            <a:off x="6268212" y="4119372"/>
            <a:ext cx="82296" cy="82296"/>
          </a:xfrm>
          <a:prstGeom prst="rect">
            <a:avLst/>
          </a:prstGeom>
          <a:solidFill>
            <a:srgbClr val="FFB8AE"/>
          </a:solidFill>
          <a:ln/>
        </p:spPr>
      </p:sp>
      <p:sp>
        <p:nvSpPr>
          <p:cNvPr id="24" name="o23"/>
          <p:cNvSpPr/>
          <p:nvPr/>
        </p:nvSpPr>
        <p:spPr>
          <a:xfrm>
            <a:off x="6633972" y="4119372"/>
            <a:ext cx="82296" cy="82296"/>
          </a:xfrm>
          <a:prstGeom prst="rect">
            <a:avLst/>
          </a:prstGeom>
          <a:solidFill>
            <a:srgbClr val="FFB8AE"/>
          </a:solidFill>
          <a:ln/>
        </p:spPr>
      </p:sp>
      <p:sp>
        <p:nvSpPr>
          <p:cNvPr id="25" name="o24"/>
          <p:cNvSpPr/>
          <p:nvPr/>
        </p:nvSpPr>
        <p:spPr>
          <a:xfrm>
            <a:off x="6999732" y="4119372"/>
            <a:ext cx="82296" cy="82296"/>
          </a:xfrm>
          <a:prstGeom prst="rect">
            <a:avLst/>
          </a:prstGeom>
          <a:solidFill>
            <a:srgbClr val="FFB8AE"/>
          </a:solidFill>
          <a:ln/>
        </p:spPr>
      </p:sp>
      <p:sp>
        <p:nvSpPr>
          <p:cNvPr id="26" name="o25"/>
          <p:cNvSpPr/>
          <p:nvPr/>
        </p:nvSpPr>
        <p:spPr>
          <a:xfrm>
            <a:off x="7365492" y="4119372"/>
            <a:ext cx="82296" cy="82296"/>
          </a:xfrm>
          <a:prstGeom prst="rect">
            <a:avLst/>
          </a:prstGeom>
          <a:solidFill>
            <a:srgbClr val="FFB8AE"/>
          </a:solidFill>
          <a:ln/>
        </p:spPr>
      </p:sp>
      <p:sp>
        <p:nvSpPr>
          <p:cNvPr id="27" name="o26"/>
          <p:cNvSpPr/>
          <p:nvPr/>
        </p:nvSpPr>
        <p:spPr>
          <a:xfrm>
            <a:off x="7731252" y="4119372"/>
            <a:ext cx="82296" cy="82296"/>
          </a:xfrm>
          <a:prstGeom prst="rect">
            <a:avLst/>
          </a:prstGeom>
          <a:solidFill>
            <a:srgbClr val="FFB8AE"/>
          </a:solidFill>
          <a:ln/>
        </p:spPr>
      </p:sp>
      <p:sp>
        <p:nvSpPr>
          <p:cNvPr id="28" name="o27"/>
          <p:cNvSpPr/>
          <p:nvPr/>
        </p:nvSpPr>
        <p:spPr>
          <a:xfrm>
            <a:off x="8097012" y="4119372"/>
            <a:ext cx="82296" cy="82296"/>
          </a:xfrm>
          <a:prstGeom prst="rect">
            <a:avLst/>
          </a:prstGeom>
          <a:solidFill>
            <a:srgbClr val="FFB8AE"/>
          </a:solidFill>
          <a:ln/>
        </p:spPr>
      </p:sp>
      <p:sp>
        <p:nvSpPr>
          <p:cNvPr id="29" name="o28"/>
          <p:cNvSpPr/>
          <p:nvPr/>
        </p:nvSpPr>
        <p:spPr>
          <a:xfrm>
            <a:off x="8462772" y="4119372"/>
            <a:ext cx="82296" cy="82296"/>
          </a:xfrm>
          <a:prstGeom prst="rect">
            <a:avLst/>
          </a:prstGeom>
          <a:solidFill>
            <a:srgbClr val="FFB8AE"/>
          </a:solidFill>
          <a:ln/>
        </p:spPr>
      </p:sp>
      <p:sp>
        <p:nvSpPr>
          <p:cNvPr id="30" name="o29"/>
          <p:cNvSpPr/>
          <p:nvPr/>
        </p:nvSpPr>
        <p:spPr>
          <a:xfrm>
            <a:off x="8828532" y="4119372"/>
            <a:ext cx="82296" cy="82296"/>
          </a:xfrm>
          <a:prstGeom prst="rect">
            <a:avLst/>
          </a:prstGeom>
          <a:solidFill>
            <a:srgbClr val="FFB8AE"/>
          </a:solidFill>
          <a:ln/>
        </p:spPr>
      </p:sp>
      <p:sp>
        <p:nvSpPr>
          <p:cNvPr id="31" name="o30"/>
          <p:cNvSpPr/>
          <p:nvPr/>
        </p:nvSpPr>
        <p:spPr>
          <a:xfrm>
            <a:off x="9194292" y="4119372"/>
            <a:ext cx="82296" cy="82296"/>
          </a:xfrm>
          <a:prstGeom prst="rect">
            <a:avLst/>
          </a:prstGeom>
          <a:solidFill>
            <a:srgbClr val="FFB8AE"/>
          </a:solidFill>
          <a:ln/>
        </p:spPr>
      </p:sp>
      <p:sp>
        <p:nvSpPr>
          <p:cNvPr id="32" name="o31"/>
          <p:cNvSpPr/>
          <p:nvPr/>
        </p:nvSpPr>
        <p:spPr>
          <a:xfrm>
            <a:off x="9560052" y="4119372"/>
            <a:ext cx="82296" cy="82296"/>
          </a:xfrm>
          <a:prstGeom prst="rect">
            <a:avLst/>
          </a:prstGeom>
          <a:solidFill>
            <a:srgbClr val="FFB8AE"/>
          </a:solidFill>
          <a:ln/>
        </p:spPr>
      </p:sp>
      <p:sp>
        <p:nvSpPr>
          <p:cNvPr id="33" name="o32"/>
          <p:cNvSpPr/>
          <p:nvPr/>
        </p:nvSpPr>
        <p:spPr>
          <a:xfrm>
            <a:off x="9925812" y="4119372"/>
            <a:ext cx="82296" cy="82296"/>
          </a:xfrm>
          <a:prstGeom prst="rect">
            <a:avLst/>
          </a:prstGeom>
          <a:solidFill>
            <a:srgbClr val="FFB8AE"/>
          </a:solidFill>
          <a:ln/>
        </p:spPr>
      </p:sp>
      <p:pic>
        <p:nvPicPr>
          <p:cNvPr id="34" name="o33" descr="Pac-Man">    </p:cNvPr>
          <p:cNvPicPr>
            <a:picLocks noChangeAspect="1"/>
          </p:cNvPicPr>
          <p:nvPr/>
        </p:nvPicPr>
        <p:blipFill>
          <a:blip r:embed="rId4"/>
          <a:stretch>
            <a:fillRect/>
          </a:stretch>
        </p:blipFill>
        <p:spPr>
          <a:xfrm>
            <a:off x="2990088" y="3950208"/>
            <a:ext cx="420624" cy="420624"/>
          </a:xfrm>
          <a:prstGeom prst="rect">
            <a:avLst/>
          </a:prstGeom>
        </p:spPr>
      </p:pic>
      <p:pic>
        <p:nvPicPr>
          <p:cNvPr id="35" name="o34" descr="fantôme">    </p:cNvPr>
          <p:cNvPicPr>
            <a:picLocks noChangeAspect="1"/>
          </p:cNvPicPr>
          <p:nvPr/>
        </p:nvPicPr>
        <p:blipFill>
          <a:blip r:embed="rId5"/>
          <a:stretch>
            <a:fillRect/>
          </a:stretch>
        </p:blipFill>
        <p:spPr>
          <a:xfrm>
            <a:off x="2350008" y="3950208"/>
            <a:ext cx="420624" cy="420624"/>
          </a:xfrm>
          <a:prstGeom prst="rect">
            <a:avLst/>
          </a:prstGeom>
        </p:spPr>
      </p:pic>
      <p:pic>
        <p:nvPicPr>
          <p:cNvPr id="36" name="o35" descr="fantôme">    </p:cNvPr>
          <p:cNvPicPr>
            <a:picLocks noChangeAspect="1"/>
          </p:cNvPicPr>
          <p:nvPr/>
        </p:nvPicPr>
        <p:blipFill>
          <a:blip r:embed="rId6"/>
          <a:stretch>
            <a:fillRect/>
          </a:stretch>
        </p:blipFill>
        <p:spPr>
          <a:xfrm>
            <a:off x="1801368" y="3950208"/>
            <a:ext cx="420624" cy="420624"/>
          </a:xfrm>
          <a:prstGeom prst="rect">
            <a:avLst/>
          </a:prstGeom>
        </p:spPr>
      </p:pic>
      <p:pic>
        <p:nvPicPr>
          <p:cNvPr id="37" name="o36" descr="fantôme">    </p:cNvPr>
          <p:cNvPicPr>
            <a:picLocks noChangeAspect="1"/>
          </p:cNvPicPr>
          <p:nvPr/>
        </p:nvPicPr>
        <p:blipFill>
          <a:blip r:embed="rId7"/>
          <a:stretch>
            <a:fillRect/>
          </a:stretch>
        </p:blipFill>
        <p:spPr>
          <a:xfrm>
            <a:off x="1252728" y="3950208"/>
            <a:ext cx="420624" cy="420624"/>
          </a:xfrm>
          <a:prstGeom prst="rect">
            <a:avLst/>
          </a:prstGeom>
        </p:spPr>
      </p:pic>
      <p:pic>
        <p:nvPicPr>
          <p:cNvPr id="38" name="o37" descr="fantôme">    </p:cNvPr>
          <p:cNvPicPr>
            <a:picLocks noChangeAspect="1"/>
          </p:cNvPicPr>
          <p:nvPr/>
        </p:nvPicPr>
        <p:blipFill>
          <a:blip r:embed="rId8"/>
          <a:stretch>
            <a:fillRect/>
          </a:stretch>
        </p:blipFill>
        <p:spPr>
          <a:xfrm>
            <a:off x="704088" y="3950208"/>
            <a:ext cx="420624" cy="420624"/>
          </a:xfrm>
          <a:prstGeom prst="rect">
            <a:avLst/>
          </a:prstGeom>
        </p:spPr>
      </p:pic>
      <p:pic>
        <p:nvPicPr>
          <p:cNvPr id="39" name="o38" descr="READY!">    </p:cNvPr>
          <p:cNvPicPr>
            <a:picLocks noChangeAspect="1"/>
          </p:cNvPicPr>
          <p:nvPr/>
        </p:nvPicPr>
        <p:blipFill>
          <a:blip r:embed="rId9"/>
          <a:stretch>
            <a:fillRect/>
          </a:stretch>
        </p:blipFill>
        <p:spPr>
          <a:xfrm>
            <a:off x="5492344" y="4617720"/>
            <a:ext cx="1207008" cy="201168"/>
          </a:xfrm>
          <a:prstGeom prst="rect">
            <a:avLst/>
          </a:prstGeom>
        </p:spPr>
      </p:pic>
      <p:sp>
        <p:nvSpPr>
          <p:cNvPr id="40" name="o39"/>
          <p:cNvSpPr/>
          <p:nvPr/>
        </p:nvSpPr>
        <p:spPr>
          <a:xfrm>
            <a:off x="4494276" y="6414516"/>
            <a:ext cx="64008" cy="64008"/>
          </a:xfrm>
          <a:prstGeom prst="rect">
            <a:avLst/>
          </a:prstGeom>
          <a:solidFill>
            <a:srgbClr val="FFB8AE"/>
          </a:solidFill>
          <a:ln/>
        </p:spPr>
      </p:sp>
      <p:sp>
        <p:nvSpPr>
          <p:cNvPr id="41" name="o40"/>
          <p:cNvSpPr/>
          <p:nvPr/>
        </p:nvSpPr>
        <p:spPr>
          <a:xfrm>
            <a:off x="4722876" y="6414516"/>
            <a:ext cx="64008" cy="64008"/>
          </a:xfrm>
          <a:prstGeom prst="rect">
            <a:avLst/>
          </a:prstGeom>
          <a:solidFill>
            <a:srgbClr val="FFB8AE"/>
          </a:solidFill>
          <a:ln/>
        </p:spPr>
      </p:sp>
      <p:sp>
        <p:nvSpPr>
          <p:cNvPr id="42" name="o41"/>
          <p:cNvSpPr/>
          <p:nvPr/>
        </p:nvSpPr>
        <p:spPr>
          <a:xfrm>
            <a:off x="4951476" y="6414516"/>
            <a:ext cx="64008" cy="64008"/>
          </a:xfrm>
          <a:prstGeom prst="rect">
            <a:avLst/>
          </a:prstGeom>
          <a:solidFill>
            <a:srgbClr val="FFB8AE"/>
          </a:solidFill>
          <a:ln/>
        </p:spPr>
      </p:sp>
      <p:sp>
        <p:nvSpPr>
          <p:cNvPr id="43" name="o42"/>
          <p:cNvSpPr/>
          <p:nvPr/>
        </p:nvSpPr>
        <p:spPr>
          <a:xfrm>
            <a:off x="5180076" y="6414516"/>
            <a:ext cx="64008" cy="64008"/>
          </a:xfrm>
          <a:prstGeom prst="rect">
            <a:avLst/>
          </a:prstGeom>
          <a:solidFill>
            <a:srgbClr val="FFB8AE"/>
          </a:solidFill>
          <a:ln/>
        </p:spPr>
      </p:sp>
      <p:sp>
        <p:nvSpPr>
          <p:cNvPr id="44" name="o43"/>
          <p:cNvSpPr/>
          <p:nvPr/>
        </p:nvSpPr>
        <p:spPr>
          <a:xfrm>
            <a:off x="5408676" y="6414516"/>
            <a:ext cx="64008" cy="64008"/>
          </a:xfrm>
          <a:prstGeom prst="rect">
            <a:avLst/>
          </a:prstGeom>
          <a:solidFill>
            <a:srgbClr val="FFB8AE"/>
          </a:solidFill>
          <a:ln/>
        </p:spPr>
      </p:sp>
      <p:sp>
        <p:nvSpPr>
          <p:cNvPr id="45" name="o44"/>
          <p:cNvSpPr/>
          <p:nvPr/>
        </p:nvSpPr>
        <p:spPr>
          <a:xfrm>
            <a:off x="5637276" y="6414516"/>
            <a:ext cx="64008" cy="64008"/>
          </a:xfrm>
          <a:prstGeom prst="rect">
            <a:avLst/>
          </a:prstGeom>
          <a:solidFill>
            <a:srgbClr val="FFB8AE"/>
          </a:solidFill>
          <a:ln/>
        </p:spPr>
      </p:sp>
      <p:sp>
        <p:nvSpPr>
          <p:cNvPr id="46" name="o45"/>
          <p:cNvSpPr/>
          <p:nvPr/>
        </p:nvSpPr>
        <p:spPr>
          <a:xfrm>
            <a:off x="5865876" y="6414516"/>
            <a:ext cx="64008" cy="64008"/>
          </a:xfrm>
          <a:prstGeom prst="rect">
            <a:avLst/>
          </a:prstGeom>
          <a:solidFill>
            <a:srgbClr val="FFB8AE"/>
          </a:solidFill>
          <a:ln/>
        </p:spPr>
      </p:sp>
      <p:sp>
        <p:nvSpPr>
          <p:cNvPr id="47" name="o46"/>
          <p:cNvSpPr/>
          <p:nvPr/>
        </p:nvSpPr>
        <p:spPr>
          <a:xfrm>
            <a:off x="6094476" y="6414516"/>
            <a:ext cx="64008" cy="64008"/>
          </a:xfrm>
          <a:prstGeom prst="rect">
            <a:avLst/>
          </a:prstGeom>
          <a:solidFill>
            <a:srgbClr val="FFB8AE"/>
          </a:solidFill>
          <a:ln/>
        </p:spPr>
      </p:sp>
      <p:sp>
        <p:nvSpPr>
          <p:cNvPr id="48" name="o47"/>
          <p:cNvSpPr/>
          <p:nvPr/>
        </p:nvSpPr>
        <p:spPr>
          <a:xfrm>
            <a:off x="6323076" y="6414516"/>
            <a:ext cx="64008" cy="64008"/>
          </a:xfrm>
          <a:prstGeom prst="rect">
            <a:avLst/>
          </a:prstGeom>
          <a:solidFill>
            <a:srgbClr val="FFB8AE"/>
          </a:solidFill>
          <a:ln/>
        </p:spPr>
      </p:sp>
      <p:sp>
        <p:nvSpPr>
          <p:cNvPr id="49" name="o48"/>
          <p:cNvSpPr/>
          <p:nvPr/>
        </p:nvSpPr>
        <p:spPr>
          <a:xfrm>
            <a:off x="6551676" y="6414516"/>
            <a:ext cx="64008" cy="64008"/>
          </a:xfrm>
          <a:prstGeom prst="rect">
            <a:avLst/>
          </a:prstGeom>
          <a:solidFill>
            <a:srgbClr val="FFB8AE"/>
          </a:solidFill>
          <a:ln/>
        </p:spPr>
      </p:sp>
      <p:sp>
        <p:nvSpPr>
          <p:cNvPr id="50" name="o49"/>
          <p:cNvSpPr/>
          <p:nvPr/>
        </p:nvSpPr>
        <p:spPr>
          <a:xfrm>
            <a:off x="6780276" y="6414516"/>
            <a:ext cx="64008" cy="64008"/>
          </a:xfrm>
          <a:prstGeom prst="rect">
            <a:avLst/>
          </a:prstGeom>
          <a:solidFill>
            <a:srgbClr val="FFB8AE"/>
          </a:solidFill>
          <a:ln/>
        </p:spPr>
      </p:sp>
      <p:sp>
        <p:nvSpPr>
          <p:cNvPr id="51" name="o50"/>
          <p:cNvSpPr/>
          <p:nvPr/>
        </p:nvSpPr>
        <p:spPr>
          <a:xfrm>
            <a:off x="7008876" y="6414516"/>
            <a:ext cx="64008" cy="64008"/>
          </a:xfrm>
          <a:prstGeom prst="rect">
            <a:avLst/>
          </a:prstGeom>
          <a:solidFill>
            <a:srgbClr val="FFB8AE"/>
          </a:solidFill>
          <a:ln/>
        </p:spPr>
      </p:sp>
      <p:sp>
        <p:nvSpPr>
          <p:cNvPr id="52" name="o51"/>
          <p:cNvSpPr/>
          <p:nvPr/>
        </p:nvSpPr>
        <p:spPr>
          <a:xfrm>
            <a:off x="7237476" y="6414516"/>
            <a:ext cx="64008" cy="64008"/>
          </a:xfrm>
          <a:prstGeom prst="rect">
            <a:avLst/>
          </a:prstGeom>
          <a:solidFill>
            <a:srgbClr val="FFB8AE"/>
          </a:solidFill>
          <a:ln/>
        </p:spPr>
      </p:sp>
      <p:sp>
        <p:nvSpPr>
          <p:cNvPr id="53" name="o52"/>
          <p:cNvSpPr/>
          <p:nvPr/>
        </p:nvSpPr>
        <p:spPr>
          <a:xfrm>
            <a:off x="7466076" y="6414516"/>
            <a:ext cx="64008" cy="64008"/>
          </a:xfrm>
          <a:prstGeom prst="rect">
            <a:avLst/>
          </a:prstGeom>
          <a:solidFill>
            <a:srgbClr val="FFB8AE"/>
          </a:solidFill>
          <a:ln/>
        </p:spPr>
      </p:sp>
      <p:sp>
        <p:nvSpPr>
          <p:cNvPr id="54" name="o53"/>
          <p:cNvSpPr/>
          <p:nvPr/>
        </p:nvSpPr>
        <p:spPr>
          <a:xfrm>
            <a:off x="7694676" y="6414516"/>
            <a:ext cx="64008" cy="64008"/>
          </a:xfrm>
          <a:prstGeom prst="rect">
            <a:avLst/>
          </a:prstGeom>
          <a:solidFill>
            <a:srgbClr val="FFB8AE"/>
          </a:solidFill>
          <a:ln/>
        </p:spPr>
      </p:sp>
      <p:sp>
        <p:nvSpPr>
          <p:cNvPr id="55" name="o54"/>
          <p:cNvSpPr/>
          <p:nvPr/>
        </p:nvSpPr>
        <p:spPr>
          <a:xfrm>
            <a:off x="7923276" y="6414516"/>
            <a:ext cx="64008" cy="64008"/>
          </a:xfrm>
          <a:prstGeom prst="rect">
            <a:avLst/>
          </a:prstGeom>
          <a:solidFill>
            <a:srgbClr val="FFB8AE"/>
          </a:solidFill>
          <a:ln/>
        </p:spPr>
      </p:sp>
      <p:sp>
        <p:nvSpPr>
          <p:cNvPr id="56" name="o55"/>
          <p:cNvSpPr/>
          <p:nvPr/>
        </p:nvSpPr>
        <p:spPr>
          <a:xfrm>
            <a:off x="8151876" y="6414516"/>
            <a:ext cx="64008" cy="64008"/>
          </a:xfrm>
          <a:prstGeom prst="rect">
            <a:avLst/>
          </a:prstGeom>
          <a:solidFill>
            <a:srgbClr val="FFB8AE"/>
          </a:solidFill>
          <a:ln/>
        </p:spPr>
      </p:sp>
      <p:sp>
        <p:nvSpPr>
          <p:cNvPr id="57" name="o56"/>
          <p:cNvSpPr/>
          <p:nvPr/>
        </p:nvSpPr>
        <p:spPr>
          <a:xfrm>
            <a:off x="8380476" y="6414516"/>
            <a:ext cx="64008" cy="64008"/>
          </a:xfrm>
          <a:prstGeom prst="rect">
            <a:avLst/>
          </a:prstGeom>
          <a:solidFill>
            <a:srgbClr val="FFB8AE"/>
          </a:solidFill>
          <a:ln/>
        </p:spPr>
      </p:sp>
      <p:sp>
        <p:nvSpPr>
          <p:cNvPr id="58" name="o57"/>
          <p:cNvSpPr/>
          <p:nvPr/>
        </p:nvSpPr>
        <p:spPr>
          <a:xfrm>
            <a:off x="8609076" y="6414516"/>
            <a:ext cx="64008" cy="64008"/>
          </a:xfrm>
          <a:prstGeom prst="rect">
            <a:avLst/>
          </a:prstGeom>
          <a:solidFill>
            <a:srgbClr val="FFB8AE"/>
          </a:solidFill>
          <a:ln/>
        </p:spPr>
      </p:sp>
      <p:sp>
        <p:nvSpPr>
          <p:cNvPr id="59" name="o58"/>
          <p:cNvSpPr/>
          <p:nvPr/>
        </p:nvSpPr>
        <p:spPr>
          <a:xfrm>
            <a:off x="8837676" y="6414516"/>
            <a:ext cx="64008" cy="64008"/>
          </a:xfrm>
          <a:prstGeom prst="rect">
            <a:avLst/>
          </a:prstGeom>
          <a:solidFill>
            <a:srgbClr val="FFB8AE"/>
          </a:solidFill>
          <a:ln/>
        </p:spPr>
      </p:sp>
      <p:sp>
        <p:nvSpPr>
          <p:cNvPr id="60" name="o59"/>
          <p:cNvSpPr/>
          <p:nvPr/>
        </p:nvSpPr>
        <p:spPr>
          <a:xfrm>
            <a:off x="9066276" y="6414516"/>
            <a:ext cx="64008" cy="64008"/>
          </a:xfrm>
          <a:prstGeom prst="rect">
            <a:avLst/>
          </a:prstGeom>
          <a:solidFill>
            <a:srgbClr val="FFB8AE"/>
          </a:solidFill>
          <a:ln/>
        </p:spPr>
      </p:sp>
      <p:sp>
        <p:nvSpPr>
          <p:cNvPr id="61" name="o60"/>
          <p:cNvSpPr/>
          <p:nvPr/>
        </p:nvSpPr>
        <p:spPr>
          <a:xfrm>
            <a:off x="9294876" y="6414516"/>
            <a:ext cx="64008" cy="64008"/>
          </a:xfrm>
          <a:prstGeom prst="rect">
            <a:avLst/>
          </a:prstGeom>
          <a:solidFill>
            <a:srgbClr val="FFB8AE"/>
          </a:solidFill>
          <a:ln/>
        </p:spPr>
      </p:sp>
      <p:sp>
        <p:nvSpPr>
          <p:cNvPr id="62" name="o61"/>
          <p:cNvSpPr/>
          <p:nvPr/>
        </p:nvSpPr>
        <p:spPr>
          <a:xfrm>
            <a:off x="9523476" y="6414516"/>
            <a:ext cx="64008" cy="64008"/>
          </a:xfrm>
          <a:prstGeom prst="rect">
            <a:avLst/>
          </a:prstGeom>
          <a:solidFill>
            <a:srgbClr val="FFB8AE"/>
          </a:solidFill>
          <a:ln/>
        </p:spPr>
      </p:sp>
      <p:sp>
        <p:nvSpPr>
          <p:cNvPr id="63" name="o62"/>
          <p:cNvSpPr/>
          <p:nvPr/>
        </p:nvSpPr>
        <p:spPr>
          <a:xfrm>
            <a:off x="9752076" y="6414516"/>
            <a:ext cx="64008" cy="64008"/>
          </a:xfrm>
          <a:prstGeom prst="rect">
            <a:avLst/>
          </a:prstGeom>
          <a:solidFill>
            <a:srgbClr val="FFB8AE"/>
          </a:solidFill>
          <a:ln/>
        </p:spPr>
      </p:sp>
      <p:sp>
        <p:nvSpPr>
          <p:cNvPr id="64" name="o63"/>
          <p:cNvSpPr/>
          <p:nvPr/>
        </p:nvSpPr>
        <p:spPr>
          <a:xfrm>
            <a:off x="9980676" y="6414516"/>
            <a:ext cx="64008" cy="64008"/>
          </a:xfrm>
          <a:prstGeom prst="rect">
            <a:avLst/>
          </a:prstGeom>
          <a:solidFill>
            <a:srgbClr val="FFB8AE"/>
          </a:solidFill>
          <a:ln/>
        </p:spPr>
      </p:sp>
      <p:sp>
        <p:nvSpPr>
          <p:cNvPr id="65" name="o64"/>
          <p:cNvSpPr/>
          <p:nvPr/>
        </p:nvSpPr>
        <p:spPr>
          <a:xfrm>
            <a:off x="10209276" y="6414516"/>
            <a:ext cx="64008" cy="64008"/>
          </a:xfrm>
          <a:prstGeom prst="rect">
            <a:avLst/>
          </a:prstGeom>
          <a:solidFill>
            <a:srgbClr val="FFB8AE"/>
          </a:solidFill>
          <a:ln/>
        </p:spPr>
      </p:sp>
      <p:sp>
        <p:nvSpPr>
          <p:cNvPr id="66" name="o65"/>
          <p:cNvSpPr/>
          <p:nvPr/>
        </p:nvSpPr>
        <p:spPr>
          <a:xfrm>
            <a:off x="10437876" y="6414516"/>
            <a:ext cx="64008" cy="64008"/>
          </a:xfrm>
          <a:prstGeom prst="rect">
            <a:avLst/>
          </a:prstGeom>
          <a:solidFill>
            <a:srgbClr val="FFB8AE"/>
          </a:solidFill>
          <a:ln/>
        </p:spPr>
      </p:sp>
      <p:sp>
        <p:nvSpPr>
          <p:cNvPr id="67" name="o66"/>
          <p:cNvSpPr/>
          <p:nvPr/>
        </p:nvSpPr>
        <p:spPr>
          <a:xfrm>
            <a:off x="10666476" y="6414516"/>
            <a:ext cx="64008" cy="64008"/>
          </a:xfrm>
          <a:prstGeom prst="rect">
            <a:avLst/>
          </a:prstGeom>
          <a:solidFill>
            <a:srgbClr val="FFB8AE"/>
          </a:solidFill>
          <a:ln/>
        </p:spPr>
      </p:sp>
      <p:sp>
        <p:nvSpPr>
          <p:cNvPr id="68" name="o67"/>
          <p:cNvSpPr/>
          <p:nvPr/>
        </p:nvSpPr>
        <p:spPr>
          <a:xfrm>
            <a:off x="10895076" y="6414516"/>
            <a:ext cx="64008" cy="64008"/>
          </a:xfrm>
          <a:prstGeom prst="rect">
            <a:avLst/>
          </a:prstGeom>
          <a:solidFill>
            <a:srgbClr val="FFB8AE"/>
          </a:solidFill>
          <a:ln/>
        </p:spPr>
      </p:sp>
      <p:sp>
        <p:nvSpPr>
          <p:cNvPr id="69" name="o68"/>
          <p:cNvSpPr/>
          <p:nvPr/>
        </p:nvSpPr>
        <p:spPr>
          <a:xfrm>
            <a:off x="11123676" y="6414516"/>
            <a:ext cx="64008" cy="64008"/>
          </a:xfrm>
          <a:prstGeom prst="rect">
            <a:avLst/>
          </a:prstGeom>
          <a:solidFill>
            <a:srgbClr val="FFB8AE"/>
          </a:solidFill>
          <a:ln/>
        </p:spPr>
      </p:sp>
      <p:pic>
        <p:nvPicPr>
          <p:cNvPr id="70" name="o69" descr="super pac-gomme">    </p:cNvPr>
          <p:cNvPicPr>
            <a:picLocks noChangeAspect="1"/>
          </p:cNvPicPr>
          <p:nvPr/>
        </p:nvPicPr>
        <p:blipFill>
          <a:blip r:embed="rId10"/>
          <a:stretch>
            <a:fillRect/>
          </a:stretch>
        </p:blipFill>
        <p:spPr>
          <a:xfrm>
            <a:off x="11448288" y="6355080"/>
            <a:ext cx="182880" cy="182880"/>
          </a:xfrm>
          <a:prstGeom prst="rect">
            <a:avLst/>
          </a:prstGeom>
        </p:spPr>
      </p:pic>
      <p:pic>
        <p:nvPicPr>
          <p:cNvPr id="71" name="o70" descr="Pac-Man : progression">    </p:cNvPr>
          <p:cNvPicPr>
            <a:picLocks noChangeAspect="1"/>
          </p:cNvPicPr>
          <p:nvPr/>
        </p:nvPicPr>
        <p:blipFill>
          <a:blip r:embed="rId11"/>
          <a:stretch>
            <a:fillRect/>
          </a:stretch>
        </p:blipFill>
        <p:spPr>
          <a:xfrm>
            <a:off x="4172712" y="6291072"/>
            <a:ext cx="310896" cy="310896"/>
          </a:xfrm>
          <a:prstGeom prst="rect">
            <a:avLst/>
          </a:prstGeom>
        </p:spPr>
      </p:pic>
      <p:pic>
        <p:nvPicPr>
          <p:cNvPr id="72" name="o71" descr="fantôme">    </p:cNvPr>
          <p:cNvPicPr>
            <a:picLocks noChangeAspect="1"/>
          </p:cNvPicPr>
          <p:nvPr/>
        </p:nvPicPr>
        <p:blipFill>
          <a:blip r:embed="rId12"/>
          <a:stretch>
            <a:fillRect/>
          </a:stretch>
        </p:blipFill>
        <p:spPr>
          <a:xfrm>
            <a:off x="3605784" y="6291072"/>
            <a:ext cx="310896" cy="310896"/>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2" fill="hold">
                            <p:stCondLst>
                              <p:cond delay="0"/>
                            </p:stCondLst>
                            <p:childTnLst>
                              <p:par>
                                <p:cTn id="4" presetID="1" presetClass="exit" presetSubtype="0" fill="hold" nodeType="withEffect">
                                  <p:stCondLst>
                                    <p:cond delay="1054"/>
                                  </p:stCondLst>
                                  <p:childTnLst>
                                    <p:set>
                                      <p:cBhvr>
                                        <p:cTn id="5" dur="1" fill="hold">
                                          <p:stCondLst>
                                            <p:cond delay="0"/>
                                          </p:stCondLst>
                                        </p:cTn>
                                        <p:tgtEl>
                                          <p:spTgt spid="16"/>
                                        </p:tgtEl>
                                        <p:attrNameLst>
                                          <p:attrName>style.visibility</p:attrName>
                                        </p:attrNameLst>
                                      </p:cBhvr>
                                      <p:to>
                                        <p:strVal val="hidden"/>
                                      </p:to>
                                    </p:set>
                                  </p:childTnLst>
                                </p:cTn>
                              </p:par>
                              <p:par>
                                <p:cTn id="6" presetID="1" presetClass="exit" presetSubtype="0" fill="hold" nodeType="withEffect">
                                  <p:stCondLst>
                                    <p:cond delay="1191"/>
                                  </p:stCondLst>
                                  <p:childTnLst>
                                    <p:set>
                                      <p:cBhvr>
                                        <p:cTn id="7" dur="1" fill="hold">
                                          <p:stCondLst>
                                            <p:cond delay="0"/>
                                          </p:stCondLst>
                                        </p:cTn>
                                        <p:tgtEl>
                                          <p:spTgt spid="17"/>
                                        </p:tgtEl>
                                        <p:attrNameLst>
                                          <p:attrName>style.visibility</p:attrName>
                                        </p:attrNameLst>
                                      </p:cBhvr>
                                      <p:to>
                                        <p:strVal val="hidden"/>
                                      </p:to>
                                    </p:set>
                                  </p:childTnLst>
                                </p:cTn>
                              </p:par>
                              <p:par>
                                <p:cTn id="8" presetID="1" presetClass="exit" presetSubtype="0" fill="hold" nodeType="withEffect">
                                  <p:stCondLst>
                                    <p:cond delay="1328"/>
                                  </p:stCondLst>
                                  <p:childTnLst>
                                    <p:set>
                                      <p:cBhvr>
                                        <p:cTn id="9" dur="1" fill="hold">
                                          <p:stCondLst>
                                            <p:cond delay="0"/>
                                          </p:stCondLst>
                                        </p:cTn>
                                        <p:tgtEl>
                                          <p:spTgt spid="18"/>
                                        </p:tgtEl>
                                        <p:attrNameLst>
                                          <p:attrName>style.visibility</p:attrName>
                                        </p:attrNameLst>
                                      </p:cBhvr>
                                      <p:to>
                                        <p:strVal val="hidden"/>
                                      </p:to>
                                    </p:set>
                                  </p:childTnLst>
                                </p:cTn>
                              </p:par>
                              <p:par>
                                <p:cTn id="10" presetID="1" presetClass="exit" presetSubtype="0" fill="hold" nodeType="withEffect">
                                  <p:stCondLst>
                                    <p:cond delay="1464"/>
                                  </p:stCondLst>
                                  <p:childTnLst>
                                    <p:set>
                                      <p:cBhvr>
                                        <p:cTn id="11" dur="1" fill="hold">
                                          <p:stCondLst>
                                            <p:cond delay="0"/>
                                          </p:stCondLst>
                                        </p:cTn>
                                        <p:tgtEl>
                                          <p:spTgt spid="19"/>
                                        </p:tgtEl>
                                        <p:attrNameLst>
                                          <p:attrName>style.visibility</p:attrName>
                                        </p:attrNameLst>
                                      </p:cBhvr>
                                      <p:to>
                                        <p:strVal val="hidden"/>
                                      </p:to>
                                    </p:set>
                                  </p:childTnLst>
                                </p:cTn>
                              </p:par>
                              <p:par>
                                <p:cTn id="12" presetID="1" presetClass="exit" presetSubtype="0" fill="hold" nodeType="withEffect">
                                  <p:stCondLst>
                                    <p:cond delay="1601"/>
                                  </p:stCondLst>
                                  <p:childTnLst>
                                    <p:set>
                                      <p:cBhvr>
                                        <p:cTn id="13" dur="1" fill="hold">
                                          <p:stCondLst>
                                            <p:cond delay="0"/>
                                          </p:stCondLst>
                                        </p:cTn>
                                        <p:tgtEl>
                                          <p:spTgt spid="20"/>
                                        </p:tgtEl>
                                        <p:attrNameLst>
                                          <p:attrName>style.visibility</p:attrName>
                                        </p:attrNameLst>
                                      </p:cBhvr>
                                      <p:to>
                                        <p:strVal val="hidden"/>
                                      </p:to>
                                    </p:set>
                                  </p:childTnLst>
                                </p:cTn>
                              </p:par>
                              <p:par>
                                <p:cTn id="14" presetID="1" presetClass="exit" presetSubtype="0" fill="hold" nodeType="withEffect">
                                  <p:stCondLst>
                                    <p:cond delay="1738"/>
                                  </p:stCondLst>
                                  <p:childTnLst>
                                    <p:set>
                                      <p:cBhvr>
                                        <p:cTn id="15" dur="1" fill="hold">
                                          <p:stCondLst>
                                            <p:cond delay="0"/>
                                          </p:stCondLst>
                                        </p:cTn>
                                        <p:tgtEl>
                                          <p:spTgt spid="21"/>
                                        </p:tgtEl>
                                        <p:attrNameLst>
                                          <p:attrName>style.visibility</p:attrName>
                                        </p:attrNameLst>
                                      </p:cBhvr>
                                      <p:to>
                                        <p:strVal val="hidden"/>
                                      </p:to>
                                    </p:set>
                                  </p:childTnLst>
                                </p:cTn>
                              </p:par>
                              <p:par>
                                <p:cTn id="16" presetID="1" presetClass="exit" presetSubtype="0" fill="hold" nodeType="withEffect">
                                  <p:stCondLst>
                                    <p:cond delay="1875"/>
                                  </p:stCondLst>
                                  <p:childTnLst>
                                    <p:set>
                                      <p:cBhvr>
                                        <p:cTn id="17" dur="1" fill="hold">
                                          <p:stCondLst>
                                            <p:cond delay="0"/>
                                          </p:stCondLst>
                                        </p:cTn>
                                        <p:tgtEl>
                                          <p:spTgt spid="22"/>
                                        </p:tgtEl>
                                        <p:attrNameLst>
                                          <p:attrName>style.visibility</p:attrName>
                                        </p:attrNameLst>
                                      </p:cBhvr>
                                      <p:to>
                                        <p:strVal val="hidden"/>
                                      </p:to>
                                    </p:set>
                                  </p:childTnLst>
                                </p:cTn>
                              </p:par>
                              <p:par>
                                <p:cTn id="18" presetID="1" presetClass="exit" presetSubtype="0" fill="hold" nodeType="withEffect">
                                  <p:stCondLst>
                                    <p:cond delay="2012"/>
                                  </p:stCondLst>
                                  <p:childTnLst>
                                    <p:set>
                                      <p:cBhvr>
                                        <p:cTn id="19" dur="1" fill="hold">
                                          <p:stCondLst>
                                            <p:cond delay="0"/>
                                          </p:stCondLst>
                                        </p:cTn>
                                        <p:tgtEl>
                                          <p:spTgt spid="23"/>
                                        </p:tgtEl>
                                        <p:attrNameLst>
                                          <p:attrName>style.visibility</p:attrName>
                                        </p:attrNameLst>
                                      </p:cBhvr>
                                      <p:to>
                                        <p:strVal val="hidden"/>
                                      </p:to>
                                    </p:set>
                                  </p:childTnLst>
                                </p:cTn>
                              </p:par>
                              <p:par>
                                <p:cTn id="20" presetID="1" presetClass="exit" presetSubtype="0" fill="hold" nodeType="withEffect">
                                  <p:stCondLst>
                                    <p:cond delay="2149"/>
                                  </p:stCondLst>
                                  <p:childTnLst>
                                    <p:set>
                                      <p:cBhvr>
                                        <p:cTn id="21" dur="1" fill="hold">
                                          <p:stCondLst>
                                            <p:cond delay="0"/>
                                          </p:stCondLst>
                                        </p:cTn>
                                        <p:tgtEl>
                                          <p:spTgt spid="24"/>
                                        </p:tgtEl>
                                        <p:attrNameLst>
                                          <p:attrName>style.visibility</p:attrName>
                                        </p:attrNameLst>
                                      </p:cBhvr>
                                      <p:to>
                                        <p:strVal val="hidden"/>
                                      </p:to>
                                    </p:set>
                                  </p:childTnLst>
                                </p:cTn>
                              </p:par>
                              <p:par>
                                <p:cTn id="22" presetID="1" presetClass="exit" presetSubtype="0" fill="hold" nodeType="withEffect">
                                  <p:stCondLst>
                                    <p:cond delay="2286"/>
                                  </p:stCondLst>
                                  <p:childTnLst>
                                    <p:set>
                                      <p:cBhvr>
                                        <p:cTn id="23" dur="1" fill="hold">
                                          <p:stCondLst>
                                            <p:cond delay="0"/>
                                          </p:stCondLst>
                                        </p:cTn>
                                        <p:tgtEl>
                                          <p:spTgt spid="25"/>
                                        </p:tgtEl>
                                        <p:attrNameLst>
                                          <p:attrName>style.visibility</p:attrName>
                                        </p:attrNameLst>
                                      </p:cBhvr>
                                      <p:to>
                                        <p:strVal val="hidden"/>
                                      </p:to>
                                    </p:set>
                                  </p:childTnLst>
                                </p:cTn>
                              </p:par>
                              <p:par>
                                <p:cTn id="24" presetID="1" presetClass="exit" presetSubtype="0" fill="hold" nodeType="withEffect">
                                  <p:stCondLst>
                                    <p:cond delay="2422"/>
                                  </p:stCondLst>
                                  <p:childTnLst>
                                    <p:set>
                                      <p:cBhvr>
                                        <p:cTn id="25" dur="1" fill="hold">
                                          <p:stCondLst>
                                            <p:cond delay="0"/>
                                          </p:stCondLst>
                                        </p:cTn>
                                        <p:tgtEl>
                                          <p:spTgt spid="26"/>
                                        </p:tgtEl>
                                        <p:attrNameLst>
                                          <p:attrName>style.visibility</p:attrName>
                                        </p:attrNameLst>
                                      </p:cBhvr>
                                      <p:to>
                                        <p:strVal val="hidden"/>
                                      </p:to>
                                    </p:set>
                                  </p:childTnLst>
                                </p:cTn>
                              </p:par>
                              <p:par>
                                <p:cTn id="26" presetID="1" presetClass="exit" presetSubtype="0" fill="hold" nodeType="withEffect">
                                  <p:stCondLst>
                                    <p:cond delay="2559"/>
                                  </p:stCondLst>
                                  <p:childTnLst>
                                    <p:set>
                                      <p:cBhvr>
                                        <p:cTn id="27" dur="1" fill="hold">
                                          <p:stCondLst>
                                            <p:cond delay="0"/>
                                          </p:stCondLst>
                                        </p:cTn>
                                        <p:tgtEl>
                                          <p:spTgt spid="27"/>
                                        </p:tgtEl>
                                        <p:attrNameLst>
                                          <p:attrName>style.visibility</p:attrName>
                                        </p:attrNameLst>
                                      </p:cBhvr>
                                      <p:to>
                                        <p:strVal val="hidden"/>
                                      </p:to>
                                    </p:set>
                                  </p:childTnLst>
                                </p:cTn>
                              </p:par>
                              <p:par>
                                <p:cTn id="28" presetID="1" presetClass="exit" presetSubtype="0" fill="hold" nodeType="withEffect">
                                  <p:stCondLst>
                                    <p:cond delay="2696"/>
                                  </p:stCondLst>
                                  <p:childTnLst>
                                    <p:set>
                                      <p:cBhvr>
                                        <p:cTn id="29" dur="1" fill="hold">
                                          <p:stCondLst>
                                            <p:cond delay="0"/>
                                          </p:stCondLst>
                                        </p:cTn>
                                        <p:tgtEl>
                                          <p:spTgt spid="28"/>
                                        </p:tgtEl>
                                        <p:attrNameLst>
                                          <p:attrName>style.visibility</p:attrName>
                                        </p:attrNameLst>
                                      </p:cBhvr>
                                      <p:to>
                                        <p:strVal val="hidden"/>
                                      </p:to>
                                    </p:set>
                                  </p:childTnLst>
                                </p:cTn>
                              </p:par>
                              <p:par>
                                <p:cTn id="30" presetID="1" presetClass="exit" presetSubtype="0" fill="hold" nodeType="withEffect">
                                  <p:stCondLst>
                                    <p:cond delay="2833"/>
                                  </p:stCondLst>
                                  <p:childTnLst>
                                    <p:set>
                                      <p:cBhvr>
                                        <p:cTn id="31" dur="1" fill="hold">
                                          <p:stCondLst>
                                            <p:cond delay="0"/>
                                          </p:stCondLst>
                                        </p:cTn>
                                        <p:tgtEl>
                                          <p:spTgt spid="29"/>
                                        </p:tgtEl>
                                        <p:attrNameLst>
                                          <p:attrName>style.visibility</p:attrName>
                                        </p:attrNameLst>
                                      </p:cBhvr>
                                      <p:to>
                                        <p:strVal val="hidden"/>
                                      </p:to>
                                    </p:set>
                                  </p:childTnLst>
                                </p:cTn>
                              </p:par>
                              <p:par>
                                <p:cTn id="32" presetID="1" presetClass="exit" presetSubtype="0" fill="hold" nodeType="withEffect">
                                  <p:stCondLst>
                                    <p:cond delay="2970"/>
                                  </p:stCondLst>
                                  <p:childTnLst>
                                    <p:set>
                                      <p:cBhvr>
                                        <p:cTn id="33" dur="1" fill="hold">
                                          <p:stCondLst>
                                            <p:cond delay="0"/>
                                          </p:stCondLst>
                                        </p:cTn>
                                        <p:tgtEl>
                                          <p:spTgt spid="30"/>
                                        </p:tgtEl>
                                        <p:attrNameLst>
                                          <p:attrName>style.visibility</p:attrName>
                                        </p:attrNameLst>
                                      </p:cBhvr>
                                      <p:to>
                                        <p:strVal val="hidden"/>
                                      </p:to>
                                    </p:set>
                                  </p:childTnLst>
                                </p:cTn>
                              </p:par>
                              <p:par>
                                <p:cTn id="34" presetID="1" presetClass="exit" presetSubtype="0" fill="hold" nodeType="withEffect">
                                  <p:stCondLst>
                                    <p:cond delay="3107"/>
                                  </p:stCondLst>
                                  <p:childTnLst>
                                    <p:set>
                                      <p:cBhvr>
                                        <p:cTn id="35" dur="1" fill="hold">
                                          <p:stCondLst>
                                            <p:cond delay="0"/>
                                          </p:stCondLst>
                                        </p:cTn>
                                        <p:tgtEl>
                                          <p:spTgt spid="31"/>
                                        </p:tgtEl>
                                        <p:attrNameLst>
                                          <p:attrName>style.visibility</p:attrName>
                                        </p:attrNameLst>
                                      </p:cBhvr>
                                      <p:to>
                                        <p:strVal val="hidden"/>
                                      </p:to>
                                    </p:set>
                                  </p:childTnLst>
                                </p:cTn>
                              </p:par>
                              <p:par>
                                <p:cTn id="36" presetID="1" presetClass="exit" presetSubtype="0" fill="hold" nodeType="withEffect">
                                  <p:stCondLst>
                                    <p:cond delay="3243"/>
                                  </p:stCondLst>
                                  <p:childTnLst>
                                    <p:set>
                                      <p:cBhvr>
                                        <p:cTn id="37" dur="1" fill="hold">
                                          <p:stCondLst>
                                            <p:cond delay="0"/>
                                          </p:stCondLst>
                                        </p:cTn>
                                        <p:tgtEl>
                                          <p:spTgt spid="32"/>
                                        </p:tgtEl>
                                        <p:attrNameLst>
                                          <p:attrName>style.visibility</p:attrName>
                                        </p:attrNameLst>
                                      </p:cBhvr>
                                      <p:to>
                                        <p:strVal val="hidden"/>
                                      </p:to>
                                    </p:set>
                                  </p:childTnLst>
                                </p:cTn>
                              </p:par>
                              <p:par>
                                <p:cTn id="38" presetID="1" presetClass="exit" presetSubtype="0" fill="hold" nodeType="withEffect">
                                  <p:stCondLst>
                                    <p:cond delay="3380"/>
                                  </p:stCondLst>
                                  <p:childTnLst>
                                    <p:set>
                                      <p:cBhvr>
                                        <p:cTn id="39" dur="1" fill="hold">
                                          <p:stCondLst>
                                            <p:cond delay="0"/>
                                          </p:stCondLst>
                                        </p:cTn>
                                        <p:tgtEl>
                                          <p:spTgt spid="33"/>
                                        </p:tgtEl>
                                        <p:attrNameLst>
                                          <p:attrName>style.visibility</p:attrName>
                                        </p:attrNameLst>
                                      </p:cBhvr>
                                      <p:to>
                                        <p:strVal val="hidden"/>
                                      </p:to>
                                    </p:set>
                                  </p:childTnLst>
                                </p:cTn>
                              </p:par>
                              <p:par>
                                <p:cTn id="40" presetID="0" presetClass="path" presetSubtype="0" fill="hold" nodeType="withEffect">
                                  <p:stCondLst>
                                    <p:cond delay="900"/>
                                  </p:stCondLst>
                                  <p:childTnLst>
                                    <p:animMotion origin="layout" path="M 0 0 L 0.57001 0 E" pathEditMode="relative" ptsTypes="">
                                      <p:cBhvr>
                                        <p:cTn id="41" dur="2600" fill="hold"/>
                                        <p:tgtEl>
                                          <p:spTgt spid="34"/>
                                        </p:tgtEl>
                                        <p:attrNameLst>
                                          <p:attrName>ppt_x</p:attrName>
                                          <p:attrName>ppt_y</p:attrName>
                                        </p:attrNameLst>
                                      </p:cBhvr>
                                    </p:animMotion>
                                  </p:childTnLst>
                                </p:cTn>
                              </p:par>
                              <p:par>
                                <p:cTn id="42" presetID="0" presetClass="path" presetSubtype="0" fill="hold" nodeType="withEffect">
                                  <p:stCondLst>
                                    <p:cond delay="900"/>
                                  </p:stCondLst>
                                  <p:childTnLst>
                                    <p:animMotion origin="layout" path="M 0 0 L 0.57001 0 E" pathEditMode="relative" ptsTypes="">
                                      <p:cBhvr>
                                        <p:cTn id="43" dur="2600" fill="hold"/>
                                        <p:tgtEl>
                                          <p:spTgt spid="35"/>
                                        </p:tgtEl>
                                        <p:attrNameLst>
                                          <p:attrName>ppt_x</p:attrName>
                                          <p:attrName>ppt_y</p:attrName>
                                        </p:attrNameLst>
                                      </p:cBhvr>
                                    </p:animMotion>
                                  </p:childTnLst>
                                </p:cTn>
                              </p:par>
                              <p:par>
                                <p:cTn id="44" presetID="0" presetClass="path" presetSubtype="0" fill="hold" nodeType="withEffect">
                                  <p:stCondLst>
                                    <p:cond delay="900"/>
                                  </p:stCondLst>
                                  <p:childTnLst>
                                    <p:animMotion origin="layout" path="M 0 0 L 0.57001 0 E" pathEditMode="relative" ptsTypes="">
                                      <p:cBhvr>
                                        <p:cTn id="45" dur="2600" fill="hold"/>
                                        <p:tgtEl>
                                          <p:spTgt spid="36"/>
                                        </p:tgtEl>
                                        <p:attrNameLst>
                                          <p:attrName>ppt_x</p:attrName>
                                          <p:attrName>ppt_y</p:attrName>
                                        </p:attrNameLst>
                                      </p:cBhvr>
                                    </p:animMotion>
                                  </p:childTnLst>
                                </p:cTn>
                              </p:par>
                              <p:par>
                                <p:cTn id="46" presetID="0" presetClass="path" presetSubtype="0" fill="hold" nodeType="withEffect">
                                  <p:stCondLst>
                                    <p:cond delay="900"/>
                                  </p:stCondLst>
                                  <p:childTnLst>
                                    <p:animMotion origin="layout" path="M 0 0 L 0.57001 0 E" pathEditMode="relative" ptsTypes="">
                                      <p:cBhvr>
                                        <p:cTn id="47" dur="2600" fill="hold"/>
                                        <p:tgtEl>
                                          <p:spTgt spid="37"/>
                                        </p:tgtEl>
                                        <p:attrNameLst>
                                          <p:attrName>ppt_x</p:attrName>
                                          <p:attrName>ppt_y</p:attrName>
                                        </p:attrNameLst>
                                      </p:cBhvr>
                                    </p:animMotion>
                                  </p:childTnLst>
                                </p:cTn>
                              </p:par>
                              <p:par>
                                <p:cTn id="48" presetID="0" presetClass="path" presetSubtype="0" fill="hold" nodeType="withEffect">
                                  <p:stCondLst>
                                    <p:cond delay="900"/>
                                  </p:stCondLst>
                                  <p:childTnLst>
                                    <p:animMotion origin="layout" path="M 0 0 L 0.57001 0 E" pathEditMode="relative" ptsTypes="">
                                      <p:cBhvr>
                                        <p:cTn id="49" dur="2600" fill="hold"/>
                                        <p:tgtEl>
                                          <p:spTgt spid="38"/>
                                        </p:tgtEl>
                                        <p:attrNameLst>
                                          <p:attrName>ppt_x</p:attrName>
                                          <p:attrName>ppt_y</p:attrName>
                                        </p:attrNameLst>
                                      </p:cBhvr>
                                    </p:animMotion>
                                  </p:childTnLst>
                                </p:cTn>
                              </p:par>
                              <p:par>
                                <p:cTn id="50" presetID="1" presetClass="exit" presetSubtype="0" fill="hold" nodeType="withEffect">
                                  <p:stCondLst>
                                    <p:cond delay="900"/>
                                  </p:stCondLst>
                                  <p:childTnLst>
                                    <p:set>
                                      <p:cBhvr>
                                        <p:cTn id="51" dur="1" fill="hold">
                                          <p:stCondLst>
                                            <p:cond delay="0"/>
                                          </p:stCondLst>
                                        </p:cTn>
                                        <p:tgtEl>
                                          <p:spTgt spid="39"/>
                                        </p:tgtEl>
                                        <p:attrNameLst>
                                          <p:attrName>style.visibility</p:attrName>
                                        </p:attrNameLst>
                                      </p:cBhvr>
                                      <p:to>
                                        <p:strVal val="hidden"/>
                                      </p:to>
                                    </p:set>
                                  </p:childTnLst>
                                </p:cTn>
                              </p:par>
                              <p:par>
                                <p:cTn id="52" presetID="1" presetClass="exit" presetSubtype="0" fill="hold" nodeType="withEffect">
                                  <p:stCondLst>
                                    <p:cond delay="115"/>
                                  </p:stCondLst>
                                  <p:childTnLst>
                                    <p:set>
                                      <p:cBhvr>
                                        <p:cTn id="53" dur="1" fill="hold">
                                          <p:stCondLst>
                                            <p:cond delay="0"/>
                                          </p:stCondLst>
                                        </p:cTn>
                                        <p:tgtEl>
                                          <p:spTgt spid="40"/>
                                        </p:tgtEl>
                                        <p:attrNameLst>
                                          <p:attrName>style.visibility</p:attrName>
                                        </p:attrNameLst>
                                      </p:cBhvr>
                                      <p:to>
                                        <p:strVal val="hidden"/>
                                      </p:to>
                                    </p:set>
                                  </p:childTnLst>
                                </p:cTn>
                              </p:par>
                              <p:par>
                                <p:cTn id="54" presetID="1" presetClass="exit" presetSubtype="0" fill="hold" nodeType="withEffect">
                                  <p:stCondLst>
                                    <p:cond delay="412"/>
                                  </p:stCondLst>
                                  <p:childTnLst>
                                    <p:set>
                                      <p:cBhvr>
                                        <p:cTn id="55" dur="1" fill="hold">
                                          <p:stCondLst>
                                            <p:cond delay="0"/>
                                          </p:stCondLst>
                                        </p:cTn>
                                        <p:tgtEl>
                                          <p:spTgt spid="41"/>
                                        </p:tgtEl>
                                        <p:attrNameLst>
                                          <p:attrName>style.visibility</p:attrName>
                                        </p:attrNameLst>
                                      </p:cBhvr>
                                      <p:to>
                                        <p:strVal val="hidden"/>
                                      </p:to>
                                    </p:set>
                                  </p:childTnLst>
                                </p:cTn>
                              </p:par>
                              <p:par>
                                <p:cTn id="56" presetID="1" presetClass="exit" presetSubtype="0" fill="hold" nodeType="withEffect">
                                  <p:stCondLst>
                                    <p:cond delay="710"/>
                                  </p:stCondLst>
                                  <p:childTnLst>
                                    <p:set>
                                      <p:cBhvr>
                                        <p:cTn id="57" dur="1" fill="hold">
                                          <p:stCondLst>
                                            <p:cond delay="0"/>
                                          </p:stCondLst>
                                        </p:cTn>
                                        <p:tgtEl>
                                          <p:spTgt spid="42"/>
                                        </p:tgtEl>
                                        <p:attrNameLst>
                                          <p:attrName>style.visibility</p:attrName>
                                        </p:attrNameLst>
                                      </p:cBhvr>
                                      <p:to>
                                        <p:strVal val="hidden"/>
                                      </p:to>
                                    </p:set>
                                  </p:childTnLst>
                                </p:cTn>
                              </p:par>
                              <p:par>
                                <p:cTn id="58" presetID="0" presetClass="path" presetSubtype="0" fill="hold" nodeType="withEffect">
                                  <p:stCondLst>
                                    <p:cond delay="0"/>
                                  </p:stCondLst>
                                  <p:childTnLst>
                                    <p:animMotion origin="layout" path="M 0 0 L 0.05675 0 E" pathEditMode="relative" ptsTypes="">
                                      <p:cBhvr>
                                        <p:cTn id="59" dur="900" fill="hold"/>
                                        <p:tgtEl>
                                          <p:spTgt spid="71"/>
                                        </p:tgtEl>
                                        <p:attrNameLst>
                                          <p:attrName>ppt_x</p:attrName>
                                          <p:attrName>ppt_y</p:attrName>
                                        </p:attrNameLst>
                                      </p:cBhvr>
                                    </p:animMotion>
                                  </p:childTnLst>
                                </p:cTn>
                              </p:par>
                              <p:par>
                                <p:cTn id="60" presetID="0" presetClass="path" presetSubtype="0" fill="hold" nodeType="withEffect">
                                  <p:stCondLst>
                                    <p:cond delay="0"/>
                                  </p:stCondLst>
                                  <p:childTnLst>
                                    <p:animMotion origin="layout" path="M 0 0 L 0.05675 0 E" pathEditMode="relative" ptsTypes="">
                                      <p:cBhvr>
                                        <p:cTn id="61" dur="900" fill="hold"/>
                                        <p:tgtEl>
                                          <p:spTgt spid="7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o1" descr="LEVEL 3 → NETTOYAGE">    </p:cNvPr>
          <p:cNvPicPr>
            <a:picLocks noChangeAspect="1"/>
          </p:cNvPicPr>
          <p:nvPr/>
        </p:nvPicPr>
        <p:blipFill>
          <a:blip r:embed="rId1"/>
          <a:stretch>
            <a:fillRect/>
          </a:stretch>
        </p:blipFill>
        <p:spPr>
          <a:xfrm>
            <a:off x="548640" y="411480"/>
            <a:ext cx="2779776" cy="146304"/>
          </a:xfrm>
          <a:prstGeom prst="rect">
            <a:avLst/>
          </a:prstGeom>
        </p:spPr>
      </p:pic>
      <p:pic>
        <p:nvPicPr>
          <p:cNvPr id="3" name="o2" descr="4 fantômes cachés dans les données">    </p:cNvPr>
          <p:cNvPicPr>
            <a:picLocks noChangeAspect="1"/>
          </p:cNvPicPr>
          <p:nvPr/>
        </p:nvPicPr>
        <p:blipFill>
          <a:blip r:embed="rId2"/>
          <a:stretch>
            <a:fillRect/>
          </a:stretch>
        </p:blipFill>
        <p:spPr>
          <a:xfrm>
            <a:off x="548640" y="777240"/>
            <a:ext cx="9326880" cy="274320"/>
          </a:xfrm>
          <a:prstGeom prst="rect">
            <a:avLst/>
          </a:prstGeom>
        </p:spPr>
      </p:pic>
      <p:pic>
        <p:nvPicPr>
          <p:cNvPr id="4" name="o3" descr="orange">    </p:cNvPr>
          <p:cNvPicPr>
            <a:picLocks noChangeAspect="1"/>
          </p:cNvPicPr>
          <p:nvPr/>
        </p:nvPicPr>
        <p:blipFill>
          <a:blip r:embed="rId3"/>
          <a:stretch>
            <a:fillRect/>
          </a:stretch>
        </p:blipFill>
        <p:spPr>
          <a:xfrm>
            <a:off x="11073384" y="365760"/>
            <a:ext cx="566928" cy="566928"/>
          </a:xfrm>
          <a:prstGeom prst="rect">
            <a:avLst/>
          </a:prstGeom>
        </p:spPr>
      </p:pic>
      <p:sp>
        <p:nvSpPr>
          <p:cNvPr id="5" name="o4"/>
          <p:cNvSpPr/>
          <p:nvPr/>
        </p:nvSpPr>
        <p:spPr>
          <a:xfrm>
            <a:off x="5180076" y="6414516"/>
            <a:ext cx="64008" cy="64008"/>
          </a:xfrm>
          <a:prstGeom prst="rect">
            <a:avLst/>
          </a:prstGeom>
          <a:solidFill>
            <a:srgbClr val="FFB8AE"/>
          </a:solidFill>
          <a:ln/>
        </p:spPr>
      </p:sp>
      <p:sp>
        <p:nvSpPr>
          <p:cNvPr id="6" name="o5"/>
          <p:cNvSpPr/>
          <p:nvPr/>
        </p:nvSpPr>
        <p:spPr>
          <a:xfrm>
            <a:off x="5408676" y="6414516"/>
            <a:ext cx="64008" cy="64008"/>
          </a:xfrm>
          <a:prstGeom prst="rect">
            <a:avLst/>
          </a:prstGeom>
          <a:solidFill>
            <a:srgbClr val="FFB8AE"/>
          </a:solidFill>
          <a:ln/>
        </p:spPr>
      </p:sp>
      <p:sp>
        <p:nvSpPr>
          <p:cNvPr id="7" name="o6"/>
          <p:cNvSpPr/>
          <p:nvPr/>
        </p:nvSpPr>
        <p:spPr>
          <a:xfrm>
            <a:off x="5637276" y="6414516"/>
            <a:ext cx="64008" cy="64008"/>
          </a:xfrm>
          <a:prstGeom prst="rect">
            <a:avLst/>
          </a:prstGeom>
          <a:solidFill>
            <a:srgbClr val="FFB8AE"/>
          </a:solidFill>
          <a:ln/>
        </p:spPr>
      </p:sp>
      <p:sp>
        <p:nvSpPr>
          <p:cNvPr id="8" name="o7"/>
          <p:cNvSpPr/>
          <p:nvPr/>
        </p:nvSpPr>
        <p:spPr>
          <a:xfrm>
            <a:off x="5865876" y="6414516"/>
            <a:ext cx="64008" cy="64008"/>
          </a:xfrm>
          <a:prstGeom prst="rect">
            <a:avLst/>
          </a:prstGeom>
          <a:solidFill>
            <a:srgbClr val="FFB8AE"/>
          </a:solidFill>
          <a:ln/>
        </p:spPr>
      </p:sp>
      <p:sp>
        <p:nvSpPr>
          <p:cNvPr id="9" name="o8"/>
          <p:cNvSpPr/>
          <p:nvPr/>
        </p:nvSpPr>
        <p:spPr>
          <a:xfrm>
            <a:off x="6094476" y="6414516"/>
            <a:ext cx="64008" cy="64008"/>
          </a:xfrm>
          <a:prstGeom prst="rect">
            <a:avLst/>
          </a:prstGeom>
          <a:solidFill>
            <a:srgbClr val="FFB8AE"/>
          </a:solidFill>
          <a:ln/>
        </p:spPr>
      </p:sp>
      <p:sp>
        <p:nvSpPr>
          <p:cNvPr id="10" name="o9"/>
          <p:cNvSpPr/>
          <p:nvPr/>
        </p:nvSpPr>
        <p:spPr>
          <a:xfrm>
            <a:off x="6323076" y="6414516"/>
            <a:ext cx="64008" cy="64008"/>
          </a:xfrm>
          <a:prstGeom prst="rect">
            <a:avLst/>
          </a:prstGeom>
          <a:solidFill>
            <a:srgbClr val="FFB8AE"/>
          </a:solidFill>
          <a:ln/>
        </p:spPr>
      </p:sp>
      <p:sp>
        <p:nvSpPr>
          <p:cNvPr id="11" name="o10"/>
          <p:cNvSpPr/>
          <p:nvPr/>
        </p:nvSpPr>
        <p:spPr>
          <a:xfrm>
            <a:off x="6551676" y="6414516"/>
            <a:ext cx="64008" cy="64008"/>
          </a:xfrm>
          <a:prstGeom prst="rect">
            <a:avLst/>
          </a:prstGeom>
          <a:solidFill>
            <a:srgbClr val="FFB8AE"/>
          </a:solidFill>
          <a:ln/>
        </p:spPr>
      </p:sp>
      <p:sp>
        <p:nvSpPr>
          <p:cNvPr id="12" name="o11"/>
          <p:cNvSpPr/>
          <p:nvPr/>
        </p:nvSpPr>
        <p:spPr>
          <a:xfrm>
            <a:off x="6780276" y="6414516"/>
            <a:ext cx="64008" cy="64008"/>
          </a:xfrm>
          <a:prstGeom prst="rect">
            <a:avLst/>
          </a:prstGeom>
          <a:solidFill>
            <a:srgbClr val="FFB8AE"/>
          </a:solidFill>
          <a:ln/>
        </p:spPr>
      </p:sp>
      <p:sp>
        <p:nvSpPr>
          <p:cNvPr id="13" name="o12"/>
          <p:cNvSpPr/>
          <p:nvPr/>
        </p:nvSpPr>
        <p:spPr>
          <a:xfrm>
            <a:off x="7008876" y="6414516"/>
            <a:ext cx="64008" cy="64008"/>
          </a:xfrm>
          <a:prstGeom prst="rect">
            <a:avLst/>
          </a:prstGeom>
          <a:solidFill>
            <a:srgbClr val="FFB8AE"/>
          </a:solidFill>
          <a:ln/>
        </p:spPr>
      </p:sp>
      <p:sp>
        <p:nvSpPr>
          <p:cNvPr id="14" name="o13"/>
          <p:cNvSpPr/>
          <p:nvPr/>
        </p:nvSpPr>
        <p:spPr>
          <a:xfrm>
            <a:off x="7237476" y="6414516"/>
            <a:ext cx="64008" cy="64008"/>
          </a:xfrm>
          <a:prstGeom prst="rect">
            <a:avLst/>
          </a:prstGeom>
          <a:solidFill>
            <a:srgbClr val="FFB8AE"/>
          </a:solidFill>
          <a:ln/>
        </p:spPr>
      </p:sp>
      <p:sp>
        <p:nvSpPr>
          <p:cNvPr id="15" name="o14"/>
          <p:cNvSpPr/>
          <p:nvPr/>
        </p:nvSpPr>
        <p:spPr>
          <a:xfrm>
            <a:off x="7466076" y="6414516"/>
            <a:ext cx="64008" cy="64008"/>
          </a:xfrm>
          <a:prstGeom prst="rect">
            <a:avLst/>
          </a:prstGeom>
          <a:solidFill>
            <a:srgbClr val="FFB8AE"/>
          </a:solidFill>
          <a:ln/>
        </p:spPr>
      </p:sp>
      <p:sp>
        <p:nvSpPr>
          <p:cNvPr id="16" name="o15"/>
          <p:cNvSpPr/>
          <p:nvPr/>
        </p:nvSpPr>
        <p:spPr>
          <a:xfrm>
            <a:off x="7694676" y="6414516"/>
            <a:ext cx="64008" cy="64008"/>
          </a:xfrm>
          <a:prstGeom prst="rect">
            <a:avLst/>
          </a:prstGeom>
          <a:solidFill>
            <a:srgbClr val="FFB8AE"/>
          </a:solidFill>
          <a:ln/>
        </p:spPr>
      </p:sp>
      <p:sp>
        <p:nvSpPr>
          <p:cNvPr id="17" name="o16"/>
          <p:cNvSpPr/>
          <p:nvPr/>
        </p:nvSpPr>
        <p:spPr>
          <a:xfrm>
            <a:off x="7923276" y="6414516"/>
            <a:ext cx="64008" cy="64008"/>
          </a:xfrm>
          <a:prstGeom prst="rect">
            <a:avLst/>
          </a:prstGeom>
          <a:solidFill>
            <a:srgbClr val="FFB8AE"/>
          </a:solidFill>
          <a:ln/>
        </p:spPr>
      </p:sp>
      <p:sp>
        <p:nvSpPr>
          <p:cNvPr id="18" name="o17"/>
          <p:cNvSpPr/>
          <p:nvPr/>
        </p:nvSpPr>
        <p:spPr>
          <a:xfrm>
            <a:off x="8151876" y="6414516"/>
            <a:ext cx="64008" cy="64008"/>
          </a:xfrm>
          <a:prstGeom prst="rect">
            <a:avLst/>
          </a:prstGeom>
          <a:solidFill>
            <a:srgbClr val="FFB8AE"/>
          </a:solidFill>
          <a:ln/>
        </p:spPr>
      </p:sp>
      <p:sp>
        <p:nvSpPr>
          <p:cNvPr id="19" name="o18"/>
          <p:cNvSpPr/>
          <p:nvPr/>
        </p:nvSpPr>
        <p:spPr>
          <a:xfrm>
            <a:off x="8380476" y="6414516"/>
            <a:ext cx="64008" cy="64008"/>
          </a:xfrm>
          <a:prstGeom prst="rect">
            <a:avLst/>
          </a:prstGeom>
          <a:solidFill>
            <a:srgbClr val="FFB8AE"/>
          </a:solidFill>
          <a:ln/>
        </p:spPr>
      </p:sp>
      <p:sp>
        <p:nvSpPr>
          <p:cNvPr id="20" name="o19"/>
          <p:cNvSpPr/>
          <p:nvPr/>
        </p:nvSpPr>
        <p:spPr>
          <a:xfrm>
            <a:off x="8609076" y="6414516"/>
            <a:ext cx="64008" cy="64008"/>
          </a:xfrm>
          <a:prstGeom prst="rect">
            <a:avLst/>
          </a:prstGeom>
          <a:solidFill>
            <a:srgbClr val="FFB8AE"/>
          </a:solidFill>
          <a:ln/>
        </p:spPr>
      </p:sp>
      <p:sp>
        <p:nvSpPr>
          <p:cNvPr id="21" name="o20"/>
          <p:cNvSpPr/>
          <p:nvPr/>
        </p:nvSpPr>
        <p:spPr>
          <a:xfrm>
            <a:off x="8837676" y="6414516"/>
            <a:ext cx="64008" cy="64008"/>
          </a:xfrm>
          <a:prstGeom prst="rect">
            <a:avLst/>
          </a:prstGeom>
          <a:solidFill>
            <a:srgbClr val="FFB8AE"/>
          </a:solidFill>
          <a:ln/>
        </p:spPr>
      </p:sp>
      <p:sp>
        <p:nvSpPr>
          <p:cNvPr id="22" name="o21"/>
          <p:cNvSpPr/>
          <p:nvPr/>
        </p:nvSpPr>
        <p:spPr>
          <a:xfrm>
            <a:off x="9066276" y="6414516"/>
            <a:ext cx="64008" cy="64008"/>
          </a:xfrm>
          <a:prstGeom prst="rect">
            <a:avLst/>
          </a:prstGeom>
          <a:solidFill>
            <a:srgbClr val="FFB8AE"/>
          </a:solidFill>
          <a:ln/>
        </p:spPr>
      </p:sp>
      <p:sp>
        <p:nvSpPr>
          <p:cNvPr id="23" name="o22"/>
          <p:cNvSpPr/>
          <p:nvPr/>
        </p:nvSpPr>
        <p:spPr>
          <a:xfrm>
            <a:off x="9294876" y="6414516"/>
            <a:ext cx="64008" cy="64008"/>
          </a:xfrm>
          <a:prstGeom prst="rect">
            <a:avLst/>
          </a:prstGeom>
          <a:solidFill>
            <a:srgbClr val="FFB8AE"/>
          </a:solidFill>
          <a:ln/>
        </p:spPr>
      </p:sp>
      <p:sp>
        <p:nvSpPr>
          <p:cNvPr id="24" name="o23"/>
          <p:cNvSpPr/>
          <p:nvPr/>
        </p:nvSpPr>
        <p:spPr>
          <a:xfrm>
            <a:off x="9523476" y="6414516"/>
            <a:ext cx="64008" cy="64008"/>
          </a:xfrm>
          <a:prstGeom prst="rect">
            <a:avLst/>
          </a:prstGeom>
          <a:solidFill>
            <a:srgbClr val="FFB8AE"/>
          </a:solidFill>
          <a:ln/>
        </p:spPr>
      </p:sp>
      <p:sp>
        <p:nvSpPr>
          <p:cNvPr id="25" name="o24"/>
          <p:cNvSpPr/>
          <p:nvPr/>
        </p:nvSpPr>
        <p:spPr>
          <a:xfrm>
            <a:off x="9752076" y="6414516"/>
            <a:ext cx="64008" cy="64008"/>
          </a:xfrm>
          <a:prstGeom prst="rect">
            <a:avLst/>
          </a:prstGeom>
          <a:solidFill>
            <a:srgbClr val="FFB8AE"/>
          </a:solidFill>
          <a:ln/>
        </p:spPr>
      </p:sp>
      <p:sp>
        <p:nvSpPr>
          <p:cNvPr id="26" name="o25"/>
          <p:cNvSpPr/>
          <p:nvPr/>
        </p:nvSpPr>
        <p:spPr>
          <a:xfrm>
            <a:off x="9980676" y="6414516"/>
            <a:ext cx="64008" cy="64008"/>
          </a:xfrm>
          <a:prstGeom prst="rect">
            <a:avLst/>
          </a:prstGeom>
          <a:solidFill>
            <a:srgbClr val="FFB8AE"/>
          </a:solidFill>
          <a:ln/>
        </p:spPr>
      </p:sp>
      <p:sp>
        <p:nvSpPr>
          <p:cNvPr id="27" name="o26"/>
          <p:cNvSpPr/>
          <p:nvPr/>
        </p:nvSpPr>
        <p:spPr>
          <a:xfrm>
            <a:off x="10209276" y="6414516"/>
            <a:ext cx="64008" cy="64008"/>
          </a:xfrm>
          <a:prstGeom prst="rect">
            <a:avLst/>
          </a:prstGeom>
          <a:solidFill>
            <a:srgbClr val="FFB8AE"/>
          </a:solidFill>
          <a:ln/>
        </p:spPr>
      </p:sp>
      <p:sp>
        <p:nvSpPr>
          <p:cNvPr id="28" name="o27"/>
          <p:cNvSpPr/>
          <p:nvPr/>
        </p:nvSpPr>
        <p:spPr>
          <a:xfrm>
            <a:off x="10437876" y="6414516"/>
            <a:ext cx="64008" cy="64008"/>
          </a:xfrm>
          <a:prstGeom prst="rect">
            <a:avLst/>
          </a:prstGeom>
          <a:solidFill>
            <a:srgbClr val="FFB8AE"/>
          </a:solidFill>
          <a:ln/>
        </p:spPr>
      </p:sp>
      <p:sp>
        <p:nvSpPr>
          <p:cNvPr id="29" name="o28"/>
          <p:cNvSpPr/>
          <p:nvPr/>
        </p:nvSpPr>
        <p:spPr>
          <a:xfrm>
            <a:off x="10666476" y="6414516"/>
            <a:ext cx="64008" cy="64008"/>
          </a:xfrm>
          <a:prstGeom prst="rect">
            <a:avLst/>
          </a:prstGeom>
          <a:solidFill>
            <a:srgbClr val="FFB8AE"/>
          </a:solidFill>
          <a:ln/>
        </p:spPr>
      </p:sp>
      <p:sp>
        <p:nvSpPr>
          <p:cNvPr id="30" name="o29"/>
          <p:cNvSpPr/>
          <p:nvPr/>
        </p:nvSpPr>
        <p:spPr>
          <a:xfrm>
            <a:off x="10895076" y="6414516"/>
            <a:ext cx="64008" cy="64008"/>
          </a:xfrm>
          <a:prstGeom prst="rect">
            <a:avLst/>
          </a:prstGeom>
          <a:solidFill>
            <a:srgbClr val="FFB8AE"/>
          </a:solidFill>
          <a:ln/>
        </p:spPr>
      </p:sp>
      <p:sp>
        <p:nvSpPr>
          <p:cNvPr id="31" name="o30"/>
          <p:cNvSpPr/>
          <p:nvPr/>
        </p:nvSpPr>
        <p:spPr>
          <a:xfrm>
            <a:off x="11123676" y="6414516"/>
            <a:ext cx="64008" cy="64008"/>
          </a:xfrm>
          <a:prstGeom prst="rect">
            <a:avLst/>
          </a:prstGeom>
          <a:solidFill>
            <a:srgbClr val="FFB8AE"/>
          </a:solidFill>
          <a:ln/>
        </p:spPr>
      </p:sp>
      <p:pic>
        <p:nvPicPr>
          <p:cNvPr id="32" name="o31" descr="super pac-gomme">    </p:cNvPr>
          <p:cNvPicPr>
            <a:picLocks noChangeAspect="1"/>
          </p:cNvPicPr>
          <p:nvPr/>
        </p:nvPicPr>
        <p:blipFill>
          <a:blip r:embed="rId4"/>
          <a:stretch>
            <a:fillRect/>
          </a:stretch>
        </p:blipFill>
        <p:spPr>
          <a:xfrm>
            <a:off x="11448288" y="6355080"/>
            <a:ext cx="182880" cy="182880"/>
          </a:xfrm>
          <a:prstGeom prst="rect">
            <a:avLst/>
          </a:prstGeom>
        </p:spPr>
      </p:pic>
      <p:pic>
        <p:nvPicPr>
          <p:cNvPr id="33" name="o32" descr="Pac-Man : progression">    </p:cNvPr>
          <p:cNvPicPr>
            <a:picLocks noChangeAspect="1"/>
          </p:cNvPicPr>
          <p:nvPr/>
        </p:nvPicPr>
        <p:blipFill>
          <a:blip r:embed="rId5"/>
          <a:stretch>
            <a:fillRect/>
          </a:stretch>
        </p:blipFill>
        <p:spPr>
          <a:xfrm>
            <a:off x="4864608" y="6291072"/>
            <a:ext cx="310896" cy="310896"/>
          </a:xfrm>
          <a:prstGeom prst="rect">
            <a:avLst/>
          </a:prstGeom>
        </p:spPr>
      </p:pic>
      <p:pic>
        <p:nvPicPr>
          <p:cNvPr id="34" name="o33" descr="fantôme">    </p:cNvPr>
          <p:cNvPicPr>
            <a:picLocks noChangeAspect="1"/>
          </p:cNvPicPr>
          <p:nvPr/>
        </p:nvPicPr>
        <p:blipFill>
          <a:blip r:embed="rId6"/>
          <a:stretch>
            <a:fillRect/>
          </a:stretch>
        </p:blipFill>
        <p:spPr>
          <a:xfrm>
            <a:off x="4297680" y="6291072"/>
            <a:ext cx="310896" cy="310896"/>
          </a:xfrm>
          <a:prstGeom prst="rect">
            <a:avLst/>
          </a:prstGeom>
        </p:spPr>
      </p:pic>
      <p:sp>
        <p:nvSpPr>
          <p:cNvPr id="35" name="o34"/>
          <p:cNvSpPr/>
          <p:nvPr/>
        </p:nvSpPr>
        <p:spPr>
          <a:xfrm>
            <a:off x="548640" y="1645920"/>
            <a:ext cx="3337560" cy="1920240"/>
          </a:xfrm>
          <a:prstGeom prst="roundRect">
            <a:avLst>
              <a:gd name="adj" fmla="val 6667"/>
            </a:avLst>
          </a:prstGeom>
          <a:solidFill>
            <a:srgbClr val="000000"/>
          </a:solidFill>
          <a:ln w="28575">
            <a:solidFill>
              <a:srgbClr val="2121DE"/>
            </a:solidFill>
            <a:prstDash val="solid"/>
          </a:ln>
        </p:spPr>
      </p:sp>
      <p:sp>
        <p:nvSpPr>
          <p:cNvPr id="36" name="o35"/>
          <p:cNvSpPr/>
          <p:nvPr/>
        </p:nvSpPr>
        <p:spPr>
          <a:xfrm>
            <a:off x="617220" y="1714500"/>
            <a:ext cx="3200400" cy="1783080"/>
          </a:xfrm>
          <a:prstGeom prst="roundRect">
            <a:avLst>
              <a:gd name="adj" fmla="val 3333"/>
            </a:avLst>
          </a:prstGeom>
          <a:ln w="12700">
            <a:solidFill>
              <a:srgbClr val="2121DE"/>
            </a:solidFill>
            <a:prstDash val="solid"/>
          </a:ln>
        </p:spPr>
      </p:sp>
      <p:pic>
        <p:nvPicPr>
          <p:cNvPr id="37" name="o36" descr="fantôme">    </p:cNvPr>
          <p:cNvPicPr>
            <a:picLocks noChangeAspect="1"/>
          </p:cNvPicPr>
          <p:nvPr/>
        </p:nvPicPr>
        <p:blipFill>
          <a:blip r:embed="rId7"/>
          <a:stretch>
            <a:fillRect/>
          </a:stretch>
        </p:blipFill>
        <p:spPr>
          <a:xfrm>
            <a:off x="804672" y="1901952"/>
            <a:ext cx="548640" cy="548640"/>
          </a:xfrm>
          <a:prstGeom prst="rect">
            <a:avLst/>
          </a:prstGeom>
        </p:spPr>
      </p:pic>
      <p:pic>
        <p:nvPicPr>
          <p:cNvPr id="38" name="o37" descr="fantôme mangé">    </p:cNvPr>
          <p:cNvPicPr>
            <a:picLocks noChangeAspect="1"/>
          </p:cNvPicPr>
          <p:nvPr/>
        </p:nvPicPr>
        <p:blipFill>
          <a:blip r:embed="rId8"/>
          <a:stretch>
            <a:fillRect/>
          </a:stretch>
        </p:blipFill>
        <p:spPr>
          <a:xfrm>
            <a:off x="804672" y="1901952"/>
            <a:ext cx="548640" cy="548640"/>
          </a:xfrm>
          <a:prstGeom prst="rect">
            <a:avLst/>
          </a:prstGeom>
        </p:spPr>
      </p:pic>
      <p:pic>
        <p:nvPicPr>
          <p:cNvPr id="39" name="o38" descr="271">    </p:cNvPr>
          <p:cNvPicPr>
            <a:picLocks noChangeAspect="1"/>
          </p:cNvPicPr>
          <p:nvPr/>
        </p:nvPicPr>
        <p:blipFill>
          <a:blip r:embed="rId9"/>
          <a:stretch>
            <a:fillRect/>
          </a:stretch>
        </p:blipFill>
        <p:spPr>
          <a:xfrm>
            <a:off x="1554480" y="1920240"/>
            <a:ext cx="822960" cy="274320"/>
          </a:xfrm>
          <a:prstGeom prst="rect">
            <a:avLst/>
          </a:prstGeom>
        </p:spPr>
      </p:pic>
      <p:sp>
        <p:nvSpPr>
          <p:cNvPr id="40" name="o39"/>
          <p:cNvSpPr txBox="1"/>
          <p:nvPr/>
        </p:nvSpPr>
        <p:spPr>
          <a:xfrm>
            <a:off x="1554480" y="2267712"/>
            <a:ext cx="224028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années manquantes</a:t>
            </a:r>
            <a:endParaRPr lang="en-US" sz="1400" dirty="0"/>
          </a:p>
        </p:txBody>
      </p:sp>
      <p:sp>
        <p:nvSpPr>
          <p:cNvPr id="41" name="o40"/>
          <p:cNvSpPr txBox="1"/>
          <p:nvPr/>
        </p:nvSpPr>
        <p:spPr>
          <a:xfrm>
            <a:off x="804672" y="2697480"/>
            <a:ext cx="2880360" cy="713232"/>
          </a:xfrm>
          <a:prstGeom prst="rect">
            <a:avLst/>
          </a:prstGeom>
          <a:noFill/>
          <a:ln/>
        </p:spPr>
        <p:txBody>
          <a:bodyPr wrap="square" lIns="0" tIns="0" rIns="0" bIns="0" rtlCol="0" anchor="t"/>
          <a:lstStyle/>
          <a:p>
            <a:pPr indent="0" marL="0">
              <a:buNone/>
            </a:pPr>
            <a:r>
              <a:rPr lang="en-US" sz="1400" dirty="0">
                <a:solidFill>
                  <a:srgbClr val="C4C4E4"/>
                </a:solidFill>
                <a:latin typeface="Arial" pitchFamily="34" charset="0"/>
                <a:ea typeface="Arial" pitchFamily="34" charset="-122"/>
                <a:cs typeface="Arial" pitchFamily="34" charset="-120"/>
              </a:rPr>
              <a:t>118 retrouvées grâce à une fiche jumelle, 153 supprimées</a:t>
            </a:r>
            <a:endParaRPr lang="en-US" sz="1400" dirty="0"/>
          </a:p>
        </p:txBody>
      </p:sp>
      <p:sp>
        <p:nvSpPr>
          <p:cNvPr id="42" name="o41"/>
          <p:cNvSpPr/>
          <p:nvPr/>
        </p:nvSpPr>
        <p:spPr>
          <a:xfrm>
            <a:off x="4114800" y="1645920"/>
            <a:ext cx="3337560" cy="1920240"/>
          </a:xfrm>
          <a:prstGeom prst="roundRect">
            <a:avLst>
              <a:gd name="adj" fmla="val 6667"/>
            </a:avLst>
          </a:prstGeom>
          <a:solidFill>
            <a:srgbClr val="000000"/>
          </a:solidFill>
          <a:ln w="28575">
            <a:solidFill>
              <a:srgbClr val="2121DE"/>
            </a:solidFill>
            <a:prstDash val="solid"/>
          </a:ln>
        </p:spPr>
      </p:sp>
      <p:sp>
        <p:nvSpPr>
          <p:cNvPr id="43" name="o42"/>
          <p:cNvSpPr/>
          <p:nvPr/>
        </p:nvSpPr>
        <p:spPr>
          <a:xfrm>
            <a:off x="4183380" y="1714500"/>
            <a:ext cx="3200400" cy="1783080"/>
          </a:xfrm>
          <a:prstGeom prst="roundRect">
            <a:avLst>
              <a:gd name="adj" fmla="val 3333"/>
            </a:avLst>
          </a:prstGeom>
          <a:ln w="12700">
            <a:solidFill>
              <a:srgbClr val="2121DE"/>
            </a:solidFill>
            <a:prstDash val="solid"/>
          </a:ln>
        </p:spPr>
      </p:sp>
      <p:pic>
        <p:nvPicPr>
          <p:cNvPr id="44" name="o43" descr="fantôme">    </p:cNvPr>
          <p:cNvPicPr>
            <a:picLocks noChangeAspect="1"/>
          </p:cNvPicPr>
          <p:nvPr/>
        </p:nvPicPr>
        <p:blipFill>
          <a:blip r:embed="rId10"/>
          <a:stretch>
            <a:fillRect/>
          </a:stretch>
        </p:blipFill>
        <p:spPr>
          <a:xfrm>
            <a:off x="4370832" y="1901952"/>
            <a:ext cx="548640" cy="548640"/>
          </a:xfrm>
          <a:prstGeom prst="rect">
            <a:avLst/>
          </a:prstGeom>
        </p:spPr>
      </p:pic>
      <p:pic>
        <p:nvPicPr>
          <p:cNvPr id="45" name="o44" descr="fantôme mangé">    </p:cNvPr>
          <p:cNvPicPr>
            <a:picLocks noChangeAspect="1"/>
          </p:cNvPicPr>
          <p:nvPr/>
        </p:nvPicPr>
        <p:blipFill>
          <a:blip r:embed="rId11"/>
          <a:stretch>
            <a:fillRect/>
          </a:stretch>
        </p:blipFill>
        <p:spPr>
          <a:xfrm>
            <a:off x="4370832" y="1901952"/>
            <a:ext cx="548640" cy="548640"/>
          </a:xfrm>
          <a:prstGeom prst="rect">
            <a:avLst/>
          </a:prstGeom>
        </p:spPr>
      </p:pic>
      <p:pic>
        <p:nvPicPr>
          <p:cNvPr id="46" name="o45" descr="149">    </p:cNvPr>
          <p:cNvPicPr>
            <a:picLocks noChangeAspect="1"/>
          </p:cNvPicPr>
          <p:nvPr/>
        </p:nvPicPr>
        <p:blipFill>
          <a:blip r:embed="rId12"/>
          <a:stretch>
            <a:fillRect/>
          </a:stretch>
        </p:blipFill>
        <p:spPr>
          <a:xfrm>
            <a:off x="5120640" y="1920240"/>
            <a:ext cx="822960" cy="274320"/>
          </a:xfrm>
          <a:prstGeom prst="rect">
            <a:avLst/>
          </a:prstGeom>
        </p:spPr>
      </p:pic>
      <p:sp>
        <p:nvSpPr>
          <p:cNvPr id="47" name="o46"/>
          <p:cNvSpPr txBox="1"/>
          <p:nvPr/>
        </p:nvSpPr>
        <p:spPr>
          <a:xfrm>
            <a:off x="5120640" y="2267712"/>
            <a:ext cx="224028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fiches « (JP sales) »</a:t>
            </a:r>
            <a:endParaRPr lang="en-US" sz="1400" dirty="0"/>
          </a:p>
        </p:txBody>
      </p:sp>
      <p:sp>
        <p:nvSpPr>
          <p:cNvPr id="48" name="o47"/>
          <p:cNvSpPr txBox="1"/>
          <p:nvPr/>
        </p:nvSpPr>
        <p:spPr>
          <a:xfrm>
            <a:off x="4370832" y="2697480"/>
            <a:ext cx="2880360" cy="713232"/>
          </a:xfrm>
          <a:prstGeom prst="rect">
            <a:avLst/>
          </a:prstGeom>
          <a:noFill/>
          <a:ln/>
        </p:spPr>
        <p:txBody>
          <a:bodyPr wrap="square" lIns="0" tIns="0" rIns="0" bIns="0" rtlCol="0" anchor="t"/>
          <a:lstStyle/>
          <a:p>
            <a:pPr indent="0" marL="0">
              <a:buNone/>
            </a:pPr>
            <a:r>
              <a:rPr lang="en-US" sz="1400" dirty="0">
                <a:solidFill>
                  <a:srgbClr val="C4C4E4"/>
                </a:solidFill>
                <a:latin typeface="Arial" pitchFamily="34" charset="0"/>
                <a:ea typeface="Arial" pitchFamily="34" charset="-122"/>
                <a:cs typeface="Arial" pitchFamily="34" charset="-120"/>
              </a:rPr>
              <a:t>fusionnées : maximum par région, sans double comptage</a:t>
            </a:r>
            <a:endParaRPr lang="en-US" sz="1400" dirty="0"/>
          </a:p>
        </p:txBody>
      </p:sp>
      <p:sp>
        <p:nvSpPr>
          <p:cNvPr id="49" name="o48"/>
          <p:cNvSpPr/>
          <p:nvPr/>
        </p:nvSpPr>
        <p:spPr>
          <a:xfrm>
            <a:off x="548640" y="3794760"/>
            <a:ext cx="3337560" cy="1920240"/>
          </a:xfrm>
          <a:prstGeom prst="roundRect">
            <a:avLst>
              <a:gd name="adj" fmla="val 6667"/>
            </a:avLst>
          </a:prstGeom>
          <a:solidFill>
            <a:srgbClr val="000000"/>
          </a:solidFill>
          <a:ln w="28575">
            <a:solidFill>
              <a:srgbClr val="2121DE"/>
            </a:solidFill>
            <a:prstDash val="solid"/>
          </a:ln>
        </p:spPr>
      </p:sp>
      <p:sp>
        <p:nvSpPr>
          <p:cNvPr id="50" name="o49"/>
          <p:cNvSpPr/>
          <p:nvPr/>
        </p:nvSpPr>
        <p:spPr>
          <a:xfrm>
            <a:off x="617220" y="3863340"/>
            <a:ext cx="3200400" cy="1783080"/>
          </a:xfrm>
          <a:prstGeom prst="roundRect">
            <a:avLst>
              <a:gd name="adj" fmla="val 3333"/>
            </a:avLst>
          </a:prstGeom>
          <a:ln w="12700">
            <a:solidFill>
              <a:srgbClr val="2121DE"/>
            </a:solidFill>
            <a:prstDash val="solid"/>
          </a:ln>
        </p:spPr>
      </p:sp>
      <p:pic>
        <p:nvPicPr>
          <p:cNvPr id="51" name="o50" descr="fantôme">    </p:cNvPr>
          <p:cNvPicPr>
            <a:picLocks noChangeAspect="1"/>
          </p:cNvPicPr>
          <p:nvPr/>
        </p:nvPicPr>
        <p:blipFill>
          <a:blip r:embed="rId13"/>
          <a:stretch>
            <a:fillRect/>
          </a:stretch>
        </p:blipFill>
        <p:spPr>
          <a:xfrm>
            <a:off x="804672" y="4050792"/>
            <a:ext cx="548640" cy="548640"/>
          </a:xfrm>
          <a:prstGeom prst="rect">
            <a:avLst/>
          </a:prstGeom>
        </p:spPr>
      </p:pic>
      <p:pic>
        <p:nvPicPr>
          <p:cNvPr id="52" name="o51" descr="fantôme mangé">    </p:cNvPr>
          <p:cNvPicPr>
            <a:picLocks noChangeAspect="1"/>
          </p:cNvPicPr>
          <p:nvPr/>
        </p:nvPicPr>
        <p:blipFill>
          <a:blip r:embed="rId14"/>
          <a:stretch>
            <a:fillRect/>
          </a:stretch>
        </p:blipFill>
        <p:spPr>
          <a:xfrm>
            <a:off x="804672" y="4050792"/>
            <a:ext cx="548640" cy="548640"/>
          </a:xfrm>
          <a:prstGeom prst="rect">
            <a:avLst/>
          </a:prstGeom>
        </p:spPr>
      </p:pic>
      <p:pic>
        <p:nvPicPr>
          <p:cNvPr id="53" name="o52" descr="10">    </p:cNvPr>
          <p:cNvPicPr>
            <a:picLocks noChangeAspect="1"/>
          </p:cNvPicPr>
          <p:nvPr/>
        </p:nvPicPr>
        <p:blipFill>
          <a:blip r:embed="rId15"/>
          <a:stretch>
            <a:fillRect/>
          </a:stretch>
        </p:blipFill>
        <p:spPr>
          <a:xfrm>
            <a:off x="1554480" y="4069080"/>
            <a:ext cx="548640" cy="274320"/>
          </a:xfrm>
          <a:prstGeom prst="rect">
            <a:avLst/>
          </a:prstGeom>
        </p:spPr>
      </p:pic>
      <p:sp>
        <p:nvSpPr>
          <p:cNvPr id="54" name="o53"/>
          <p:cNvSpPr txBox="1"/>
          <p:nvPr/>
        </p:nvSpPr>
        <p:spPr>
          <a:xfrm>
            <a:off x="1554480" y="4416552"/>
            <a:ext cx="224028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dates impossibles</a:t>
            </a:r>
            <a:endParaRPr lang="en-US" sz="1400" dirty="0"/>
          </a:p>
        </p:txBody>
      </p:sp>
      <p:sp>
        <p:nvSpPr>
          <p:cNvPr id="55" name="o54"/>
          <p:cNvSpPr txBox="1"/>
          <p:nvPr/>
        </p:nvSpPr>
        <p:spPr>
          <a:xfrm>
            <a:off x="804672" y="4846320"/>
            <a:ext cx="2880360" cy="713232"/>
          </a:xfrm>
          <a:prstGeom prst="rect">
            <a:avLst/>
          </a:prstGeom>
          <a:noFill/>
          <a:ln/>
        </p:spPr>
        <p:txBody>
          <a:bodyPr wrap="square" lIns="0" tIns="0" rIns="0" bIns="0" rtlCol="0" anchor="t"/>
          <a:lstStyle/>
          <a:p>
            <a:pPr indent="0" marL="0">
              <a:buNone/>
            </a:pPr>
            <a:r>
              <a:rPr lang="en-US" sz="1400" dirty="0">
                <a:solidFill>
                  <a:srgbClr val="C4C4E4"/>
                </a:solidFill>
                <a:latin typeface="Arial" pitchFamily="34" charset="0"/>
                <a:ea typeface="Arial" pitchFamily="34" charset="-122"/>
                <a:cs typeface="Arial" pitchFamily="34" charset="-120"/>
              </a:rPr>
              <a:t>ex. un jeu DS daté de 1985 : 5 corrigées, 5 supprimées</a:t>
            </a:r>
            <a:endParaRPr lang="en-US" sz="1400" dirty="0"/>
          </a:p>
        </p:txBody>
      </p:sp>
      <p:sp>
        <p:nvSpPr>
          <p:cNvPr id="56" name="o55"/>
          <p:cNvSpPr/>
          <p:nvPr/>
        </p:nvSpPr>
        <p:spPr>
          <a:xfrm>
            <a:off x="4114800" y="3794760"/>
            <a:ext cx="3337560" cy="1920240"/>
          </a:xfrm>
          <a:prstGeom prst="roundRect">
            <a:avLst>
              <a:gd name="adj" fmla="val 6667"/>
            </a:avLst>
          </a:prstGeom>
          <a:solidFill>
            <a:srgbClr val="000000"/>
          </a:solidFill>
          <a:ln w="28575">
            <a:solidFill>
              <a:srgbClr val="2121DE"/>
            </a:solidFill>
            <a:prstDash val="solid"/>
          </a:ln>
        </p:spPr>
      </p:sp>
      <p:sp>
        <p:nvSpPr>
          <p:cNvPr id="57" name="o56"/>
          <p:cNvSpPr/>
          <p:nvPr/>
        </p:nvSpPr>
        <p:spPr>
          <a:xfrm>
            <a:off x="4183380" y="3863340"/>
            <a:ext cx="3200400" cy="1783080"/>
          </a:xfrm>
          <a:prstGeom prst="roundRect">
            <a:avLst>
              <a:gd name="adj" fmla="val 3333"/>
            </a:avLst>
          </a:prstGeom>
          <a:ln w="12700">
            <a:solidFill>
              <a:srgbClr val="2121DE"/>
            </a:solidFill>
            <a:prstDash val="solid"/>
          </a:ln>
        </p:spPr>
      </p:sp>
      <p:pic>
        <p:nvPicPr>
          <p:cNvPr id="58" name="o57" descr="fantôme">    </p:cNvPr>
          <p:cNvPicPr>
            <a:picLocks noChangeAspect="1"/>
          </p:cNvPicPr>
          <p:nvPr/>
        </p:nvPicPr>
        <p:blipFill>
          <a:blip r:embed="rId16"/>
          <a:stretch>
            <a:fillRect/>
          </a:stretch>
        </p:blipFill>
        <p:spPr>
          <a:xfrm>
            <a:off x="4370832" y="4050792"/>
            <a:ext cx="548640" cy="548640"/>
          </a:xfrm>
          <a:prstGeom prst="rect">
            <a:avLst/>
          </a:prstGeom>
        </p:spPr>
      </p:pic>
      <p:pic>
        <p:nvPicPr>
          <p:cNvPr id="59" name="o58" descr="fantôme mangé">    </p:cNvPr>
          <p:cNvPicPr>
            <a:picLocks noChangeAspect="1"/>
          </p:cNvPicPr>
          <p:nvPr/>
        </p:nvPicPr>
        <p:blipFill>
          <a:blip r:embed="rId17"/>
          <a:stretch>
            <a:fillRect/>
          </a:stretch>
        </p:blipFill>
        <p:spPr>
          <a:xfrm>
            <a:off x="4370832" y="4050792"/>
            <a:ext cx="548640" cy="548640"/>
          </a:xfrm>
          <a:prstGeom prst="rect">
            <a:avLst/>
          </a:prstGeom>
        </p:spPr>
      </p:pic>
      <p:pic>
        <p:nvPicPr>
          <p:cNvPr id="60" name="o59" descr="261">    </p:cNvPr>
          <p:cNvPicPr>
            <a:picLocks noChangeAspect="1"/>
          </p:cNvPicPr>
          <p:nvPr/>
        </p:nvPicPr>
        <p:blipFill>
          <a:blip r:embed="rId18"/>
          <a:stretch>
            <a:fillRect/>
          </a:stretch>
        </p:blipFill>
        <p:spPr>
          <a:xfrm>
            <a:off x="5120640" y="4069080"/>
            <a:ext cx="822960" cy="274320"/>
          </a:xfrm>
          <a:prstGeom prst="rect">
            <a:avLst/>
          </a:prstGeom>
        </p:spPr>
      </p:pic>
      <p:sp>
        <p:nvSpPr>
          <p:cNvPr id="61" name="o60"/>
          <p:cNvSpPr txBox="1"/>
          <p:nvPr/>
        </p:nvSpPr>
        <p:spPr>
          <a:xfrm>
            <a:off x="5120640" y="4416552"/>
            <a:ext cx="2240280" cy="292608"/>
          </a:xfrm>
          <a:prstGeom prst="rect">
            <a:avLst/>
          </a:prstGeom>
          <a:noFill/>
          <a:ln/>
        </p:spPr>
        <p:txBody>
          <a:bodyPr wrap="square" lIns="0" tIns="0" rIns="0" bIns="0" rtlCol="0" anchor="t"/>
          <a:lstStyle/>
          <a:p>
            <a:pPr indent="0" marL="0">
              <a:buNone/>
            </a:pPr>
            <a:r>
              <a:rPr lang="en-US" sz="1400" b="1" dirty="0">
                <a:solidFill>
                  <a:srgbClr val="FFFFFF"/>
                </a:solidFill>
                <a:latin typeface="Arial" pitchFamily="34" charset="0"/>
                <a:ea typeface="Arial" pitchFamily="34" charset="-122"/>
                <a:cs typeface="Arial" pitchFamily="34" charset="-120"/>
              </a:rPr>
              <a:t>éditeurs inconnus</a:t>
            </a:r>
            <a:endParaRPr lang="en-US" sz="1400" dirty="0"/>
          </a:p>
        </p:txBody>
      </p:sp>
      <p:sp>
        <p:nvSpPr>
          <p:cNvPr id="62" name="o61"/>
          <p:cNvSpPr txBox="1"/>
          <p:nvPr/>
        </p:nvSpPr>
        <p:spPr>
          <a:xfrm>
            <a:off x="4370832" y="4846320"/>
            <a:ext cx="2880360" cy="713232"/>
          </a:xfrm>
          <a:prstGeom prst="rect">
            <a:avLst/>
          </a:prstGeom>
          <a:noFill/>
          <a:ln/>
        </p:spPr>
        <p:txBody>
          <a:bodyPr wrap="square" lIns="0" tIns="0" rIns="0" bIns="0" rtlCol="0" anchor="t"/>
          <a:lstStyle/>
          <a:p>
            <a:pPr indent="0" marL="0">
              <a:buNone/>
            </a:pPr>
            <a:r>
              <a:rPr lang="en-US" sz="1400" dirty="0">
                <a:solidFill>
                  <a:srgbClr val="C4C4E4"/>
                </a:solidFill>
                <a:latin typeface="Arial" pitchFamily="34" charset="0"/>
                <a:ea typeface="Arial" pitchFamily="34" charset="-122"/>
                <a:cs typeface="Arial" pitchFamily="34" charset="-120"/>
              </a:rPr>
              <a:t>58 vides + 203 « Unknown », regroupés en une seule catégorie</a:t>
            </a:r>
            <a:endParaRPr lang="en-US" sz="1400" dirty="0"/>
          </a:p>
        </p:txBody>
      </p:sp>
      <p:pic>
        <p:nvPicPr>
          <p:cNvPr id="63" name="o62" descr="Pac-Man">    </p:cNvPr>
          <p:cNvPicPr>
            <a:picLocks noChangeAspect="1"/>
          </p:cNvPicPr>
          <p:nvPr/>
        </p:nvPicPr>
        <p:blipFill>
          <a:blip r:embed="rId19"/>
          <a:stretch>
            <a:fillRect/>
          </a:stretch>
        </p:blipFill>
        <p:spPr>
          <a:xfrm>
            <a:off x="9089136" y="1691640"/>
            <a:ext cx="1280160" cy="1280160"/>
          </a:xfrm>
          <a:prstGeom prst="rect">
            <a:avLst/>
          </a:prstGeom>
        </p:spPr>
      </p:pic>
      <p:pic>
        <p:nvPicPr>
          <p:cNvPr id="64" name="o63" descr="99,3%">    </p:cNvPr>
          <p:cNvPicPr>
            <a:picLocks noChangeAspect="1"/>
          </p:cNvPicPr>
          <p:nvPr/>
        </p:nvPicPr>
        <p:blipFill>
          <a:blip r:embed="rId20"/>
          <a:stretch>
            <a:fillRect/>
          </a:stretch>
        </p:blipFill>
        <p:spPr>
          <a:xfrm>
            <a:off x="8723376" y="3246120"/>
            <a:ext cx="2011680" cy="402336"/>
          </a:xfrm>
          <a:prstGeom prst="rect">
            <a:avLst/>
          </a:prstGeom>
        </p:spPr>
      </p:pic>
      <p:sp>
        <p:nvSpPr>
          <p:cNvPr id="65" name="o64"/>
          <p:cNvSpPr txBox="1"/>
          <p:nvPr/>
        </p:nvSpPr>
        <p:spPr>
          <a:xfrm>
            <a:off x="7818120" y="3794760"/>
            <a:ext cx="3822192" cy="320040"/>
          </a:xfrm>
          <a:prstGeom prst="rect">
            <a:avLst/>
          </a:prstGeom>
          <a:noFill/>
          <a:ln/>
        </p:spPr>
        <p:txBody>
          <a:bodyPr wrap="square" lIns="0" tIns="0" rIns="0" bIns="0" rtlCol="0" anchor="t"/>
          <a:lstStyle/>
          <a:p>
            <a:pPr algn="ctr" indent="0" marL="0">
              <a:buNone/>
            </a:pPr>
            <a:r>
              <a:rPr lang="en-US" sz="1500" dirty="0">
                <a:solidFill>
                  <a:srgbClr val="C4C4E4"/>
                </a:solidFill>
                <a:latin typeface="Arial" pitchFamily="34" charset="0"/>
                <a:ea typeface="Arial" pitchFamily="34" charset="-122"/>
                <a:cs typeface="Arial" pitchFamily="34" charset="-120"/>
              </a:rPr>
              <a:t>des ventes conservées</a:t>
            </a:r>
            <a:endParaRPr lang="en-US" sz="1500" dirty="0"/>
          </a:p>
        </p:txBody>
      </p:sp>
      <p:sp>
        <p:nvSpPr>
          <p:cNvPr id="66" name="o65"/>
          <p:cNvSpPr txBox="1"/>
          <p:nvPr/>
        </p:nvSpPr>
        <p:spPr>
          <a:xfrm>
            <a:off x="7818120" y="4297680"/>
            <a:ext cx="3822192"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Arial" pitchFamily="34" charset="0"/>
                <a:ea typeface="Arial" pitchFamily="34" charset="-122"/>
                <a:cs typeface="Arial" pitchFamily="34" charset="-120"/>
              </a:rPr>
              <a:t>16 598 → 16 326 jeux</a:t>
            </a:r>
            <a:endParaRPr lang="en-US" sz="1800" dirty="0"/>
          </a:p>
        </p:txBody>
      </p:sp>
      <p:sp>
        <p:nvSpPr>
          <p:cNvPr id="67" name="o66"/>
          <p:cNvSpPr txBox="1"/>
          <p:nvPr/>
        </p:nvSpPr>
        <p:spPr>
          <a:xfrm>
            <a:off x="7818120" y="4663440"/>
            <a:ext cx="3822192" cy="274320"/>
          </a:xfrm>
          <a:prstGeom prst="rect">
            <a:avLst/>
          </a:prstGeom>
          <a:noFill/>
          <a:ln/>
        </p:spPr>
        <p:txBody>
          <a:bodyPr wrap="square" lIns="0" tIns="0" rIns="0" bIns="0" rtlCol="0" anchor="t"/>
          <a:lstStyle/>
          <a:p>
            <a:pPr algn="ctr" indent="0" marL="0">
              <a:buNone/>
            </a:pPr>
            <a:r>
              <a:rPr lang="en-US" sz="1200" dirty="0">
                <a:solidFill>
                  <a:srgbClr val="C4C4E4"/>
                </a:solidFill>
                <a:latin typeface="Arial" pitchFamily="34" charset="0"/>
                <a:ea typeface="Arial" pitchFamily="34" charset="-122"/>
                <a:cs typeface="Arial" pitchFamily="34" charset="-120"/>
              </a:rPr>
              <a:t>11 239 titres uniques · 114 fiches fusionnées</a:t>
            </a:r>
            <a:endParaRPr lang="en-US" sz="1200" dirty="0"/>
          </a:p>
        </p:txBody>
      </p:sp>
      <p:sp>
        <p:nvSpPr>
          <p:cNvPr id="68" name="o67"/>
          <p:cNvSpPr txBox="1"/>
          <p:nvPr/>
        </p:nvSpPr>
        <p:spPr>
          <a:xfrm>
            <a:off x="7818120" y="5257800"/>
            <a:ext cx="3822192" cy="274320"/>
          </a:xfrm>
          <a:prstGeom prst="rect">
            <a:avLst/>
          </a:prstGeom>
          <a:noFill/>
          <a:ln/>
        </p:spPr>
        <p:txBody>
          <a:bodyPr wrap="square" lIns="0" tIns="0" rIns="0" bIns="0" rtlCol="0" anchor="t"/>
          <a:lstStyle/>
          <a:p>
            <a:pPr algn="ctr" indent="0" marL="0">
              <a:buNone/>
            </a:pPr>
            <a:r>
              <a:rPr lang="en-US" sz="1300" i="1" dirty="0">
                <a:solidFill>
                  <a:srgbClr val="7C7CAA"/>
                </a:solidFill>
                <a:latin typeface="Arial" pitchFamily="34" charset="0"/>
                <a:ea typeface="Arial" pitchFamily="34" charset="-122"/>
                <a:cs typeface="Arial" pitchFamily="34" charset="-120"/>
              </a:rPr>
              <a:t>Chaque bug corrigé = un fantôme mangé</a:t>
            </a:r>
            <a:endParaRPr lang="en-US" sz="13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20" fill="hold">
                            <p:stCondLst>
                              <p:cond delay="0"/>
                            </p:stCondLst>
                            <p:childTnLst>
                              <p:par>
                                <p:cTn id="4" presetID="1" presetClass="exit" presetSubtype="0" fill="hold" nodeType="withEffect">
                                  <p:stCondLst>
                                    <p:cond delay="107"/>
                                  </p:stCondLst>
                                  <p:childTnLst>
                                    <p:set>
                                      <p:cBhvr>
                                        <p:cTn id="5" dur="1" fill="hold">
                                          <p:stCondLst>
                                            <p:cond delay="0"/>
                                          </p:stCondLst>
                                        </p:cTn>
                                        <p:tgtEl>
                                          <p:spTgt spid="5"/>
                                        </p:tgtEl>
                                        <p:attrNameLst>
                                          <p:attrName>style.visibility</p:attrName>
                                        </p:attrNameLst>
                                      </p:cBhvr>
                                      <p:to>
                                        <p:strVal val="hidden"/>
                                      </p:to>
                                    </p:set>
                                  </p:childTnLst>
                                </p:cTn>
                              </p:par>
                              <p:par>
                                <p:cTn id="6" presetID="1" presetClass="exit" presetSubtype="0" fill="hold" nodeType="withEffect">
                                  <p:stCondLst>
                                    <p:cond delay="404"/>
                                  </p:stCondLst>
                                  <p:childTnLst>
                                    <p:set>
                                      <p:cBhvr>
                                        <p:cTn id="7" dur="1" fill="hold">
                                          <p:stCondLst>
                                            <p:cond delay="0"/>
                                          </p:stCondLst>
                                        </p:cTn>
                                        <p:tgtEl>
                                          <p:spTgt spid="6"/>
                                        </p:tgtEl>
                                        <p:attrNameLst>
                                          <p:attrName>style.visibility</p:attrName>
                                        </p:attrNameLst>
                                      </p:cBhvr>
                                      <p:to>
                                        <p:strVal val="hidden"/>
                                      </p:to>
                                    </p:set>
                                  </p:childTnLst>
                                </p:cTn>
                              </p:par>
                              <p:par>
                                <p:cTn id="8" presetID="1" presetClass="exit" presetSubtype="0" fill="hold" nodeType="withEffect">
                                  <p:stCondLst>
                                    <p:cond delay="702"/>
                                  </p:stCondLst>
                                  <p:childTnLst>
                                    <p:set>
                                      <p:cBhvr>
                                        <p:cTn id="9" dur="1" fill="hold">
                                          <p:stCondLst>
                                            <p:cond delay="0"/>
                                          </p:stCondLst>
                                        </p:cTn>
                                        <p:tgtEl>
                                          <p:spTgt spid="7"/>
                                        </p:tgtEl>
                                        <p:attrNameLst>
                                          <p:attrName>style.visibility</p:attrName>
                                        </p:attrNameLst>
                                      </p:cBhvr>
                                      <p:to>
                                        <p:strVal val="hidden"/>
                                      </p:to>
                                    </p:set>
                                  </p:childTnLst>
                                </p:cTn>
                              </p:par>
                              <p:par>
                                <p:cTn id="10" presetID="0" presetClass="path" presetSubtype="0" fill="hold" nodeType="withEffect">
                                  <p:stCondLst>
                                    <p:cond delay="0"/>
                                  </p:stCondLst>
                                  <p:childTnLst>
                                    <p:animMotion origin="layout" path="M 0 0 L 0.05675 0 E" pathEditMode="relative" ptsTypes="">
                                      <p:cBhvr>
                                        <p:cTn id="11" dur="900" fill="hold"/>
                                        <p:tgtEl>
                                          <p:spTgt spid="33"/>
                                        </p:tgtEl>
                                        <p:attrNameLst>
                                          <p:attrName>ppt_x</p:attrName>
                                          <p:attrName>ppt_y</p:attrName>
                                        </p:attrNameLst>
                                      </p:cBhvr>
                                    </p:animMotion>
                                  </p:childTnLst>
                                </p:cTn>
                              </p:par>
                              <p:par>
                                <p:cTn id="12" presetID="0" presetClass="path" presetSubtype="0" fill="hold" nodeType="withEffect">
                                  <p:stCondLst>
                                    <p:cond delay="0"/>
                                  </p:stCondLst>
                                  <p:childTnLst>
                                    <p:animMotion origin="layout" path="M 0 0 L 0.05675 0 E" pathEditMode="relative" ptsTypes="">
                                      <p:cBhvr>
                                        <p:cTn id="13" dur="900" fill="hold"/>
                                        <p:tgtEl>
                                          <p:spTgt spid="34"/>
                                        </p:tgtEl>
                                        <p:attrNameLst>
                                          <p:attrName>ppt_x</p:attrName>
                                          <p:attrName>ppt_y</p:attrName>
                                        </p:attrNameLst>
                                      </p:cBhvr>
                                    </p:animMotion>
                                  </p:childTnLst>
                                </p:cTn>
                              </p:par>
                              <p:par>
                                <p:cTn id="14" presetID="10" presetClass="entr" presetSubtype="0" fill="hold" nodeType="withEffect">
                                  <p:stCondLst>
                                    <p:cond delay="15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400"/>
                                        <p:tgtEl>
                                          <p:spTgt spid="35"/>
                                        </p:tgtEl>
                                      </p:cBhvr>
                                    </p:animEffect>
                                  </p:childTnLst>
                                </p:cTn>
                              </p:par>
                              <p:par>
                                <p:cTn id="17" presetID="10" presetClass="entr" presetSubtype="0" fill="hold" nodeType="withEffect">
                                  <p:stCondLst>
                                    <p:cond delay="15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400"/>
                                        <p:tgtEl>
                                          <p:spTgt spid="36"/>
                                        </p:tgtEl>
                                      </p:cBhvr>
                                    </p:animEffect>
                                  </p:childTnLst>
                                </p:cTn>
                              </p:par>
                              <p:par>
                                <p:cTn id="20" presetID="10" presetClass="entr" presetSubtype="0" fill="hold" nodeType="withEffect">
                                  <p:stCondLst>
                                    <p:cond delay="150"/>
                                  </p:stCondLst>
                                  <p:childTnLst>
                                    <p:set>
                                      <p:cBhvr>
                                        <p:cTn id="21" dur="1" fill="hold">
                                          <p:stCondLst>
                                            <p:cond delay="0"/>
                                          </p:stCondLst>
                                        </p:cTn>
                                        <p:tgtEl>
                                          <p:spTgt spid="37"/>
                                        </p:tgtEl>
                                        <p:attrNameLst>
                                          <p:attrName>style.visibility</p:attrName>
                                        </p:attrNameLst>
                                      </p:cBhvr>
                                      <p:to>
                                        <p:strVal val="visible"/>
                                      </p:to>
                                    </p:set>
                                    <p:animEffect transition="in" filter="fade">
                                      <p:cBhvr>
                                        <p:cTn id="22" dur="400"/>
                                        <p:tgtEl>
                                          <p:spTgt spid="37"/>
                                        </p:tgtEl>
                                      </p:cBhvr>
                                    </p:animEffect>
                                  </p:childTnLst>
                                </p:cTn>
                              </p:par>
                              <p:par>
                                <p:cTn id="23" presetID="1" presetClass="exit" presetSubtype="0" fill="hold" nodeType="withEffect">
                                  <p:stCondLst>
                                    <p:cond delay="1600"/>
                                  </p:stCondLst>
                                  <p:childTnLst>
                                    <p:set>
                                      <p:cBhvr>
                                        <p:cTn id="24" dur="1" fill="hold">
                                          <p:stCondLst>
                                            <p:cond delay="0"/>
                                          </p:stCondLst>
                                        </p:cTn>
                                        <p:tgtEl>
                                          <p:spTgt spid="37"/>
                                        </p:tgtEl>
                                        <p:attrNameLst>
                                          <p:attrName>style.visibility</p:attrName>
                                        </p:attrNameLst>
                                      </p:cBhvr>
                                      <p:to>
                                        <p:strVal val="hidden"/>
                                      </p:to>
                                    </p:set>
                                  </p:childTnLst>
                                </p:cTn>
                              </p:par>
                              <p:par>
                                <p:cTn id="25" presetID="1" presetClass="entr" presetSubtype="0" fill="hold" nodeType="withEffect">
                                  <p:stCondLst>
                                    <p:cond delay="1600"/>
                                  </p:stCondLst>
                                  <p:childTnLst>
                                    <p:set>
                                      <p:cBhvr>
                                        <p:cTn id="26" dur="1" fill="hold">
                                          <p:stCondLst>
                                            <p:cond delay="0"/>
                                          </p:stCondLst>
                                        </p:cTn>
                                        <p:tgtEl>
                                          <p:spTgt spid="38"/>
                                        </p:tgtEl>
                                        <p:attrNameLst>
                                          <p:attrName>style.visibility</p:attrName>
                                        </p:attrNameLst>
                                      </p:cBhvr>
                                      <p:to>
                                        <p:strVal val="visible"/>
                                      </p:to>
                                    </p:set>
                                  </p:childTnLst>
                                </p:cTn>
                              </p:par>
                              <p:par>
                                <p:cTn id="27" presetID="10" presetClass="entr" presetSubtype="0" fill="hold" nodeType="withEffect">
                                  <p:stCondLst>
                                    <p:cond delay="150"/>
                                  </p:stCondLst>
                                  <p:childTnLst>
                                    <p:set>
                                      <p:cBhvr>
                                        <p:cTn id="28" dur="1" fill="hold">
                                          <p:stCondLst>
                                            <p:cond delay="0"/>
                                          </p:stCondLst>
                                        </p:cTn>
                                        <p:tgtEl>
                                          <p:spTgt spid="39"/>
                                        </p:tgtEl>
                                        <p:attrNameLst>
                                          <p:attrName>style.visibility</p:attrName>
                                        </p:attrNameLst>
                                      </p:cBhvr>
                                      <p:to>
                                        <p:strVal val="visible"/>
                                      </p:to>
                                    </p:set>
                                    <p:animEffect transition="in" filter="fade">
                                      <p:cBhvr>
                                        <p:cTn id="29" dur="400"/>
                                        <p:tgtEl>
                                          <p:spTgt spid="39"/>
                                        </p:tgtEl>
                                      </p:cBhvr>
                                    </p:animEffect>
                                  </p:childTnLst>
                                </p:cTn>
                              </p:par>
                              <p:par>
                                <p:cTn id="30" presetID="10" presetClass="entr" presetSubtype="0" fill="hold" nodeType="withEffect">
                                  <p:stCondLst>
                                    <p:cond delay="150"/>
                                  </p:stCondLst>
                                  <p:childTnLst>
                                    <p:set>
                                      <p:cBhvr>
                                        <p:cTn id="31" dur="1" fill="hold">
                                          <p:stCondLst>
                                            <p:cond delay="0"/>
                                          </p:stCondLst>
                                        </p:cTn>
                                        <p:tgtEl>
                                          <p:spTgt spid="40"/>
                                        </p:tgtEl>
                                        <p:attrNameLst>
                                          <p:attrName>style.visibility</p:attrName>
                                        </p:attrNameLst>
                                      </p:cBhvr>
                                      <p:to>
                                        <p:strVal val="visible"/>
                                      </p:to>
                                    </p:set>
                                    <p:animEffect transition="in" filter="fade">
                                      <p:cBhvr>
                                        <p:cTn id="32" dur="400"/>
                                        <p:tgtEl>
                                          <p:spTgt spid="40"/>
                                        </p:tgtEl>
                                      </p:cBhvr>
                                    </p:animEffect>
                                  </p:childTnLst>
                                </p:cTn>
                              </p:par>
                              <p:par>
                                <p:cTn id="33" presetID="10" presetClass="entr" presetSubtype="0" fill="hold" nodeType="withEffect">
                                  <p:stCondLst>
                                    <p:cond delay="150"/>
                                  </p:stCondLst>
                                  <p:childTnLst>
                                    <p:set>
                                      <p:cBhvr>
                                        <p:cTn id="34" dur="1" fill="hold">
                                          <p:stCondLst>
                                            <p:cond delay="0"/>
                                          </p:stCondLst>
                                        </p:cTn>
                                        <p:tgtEl>
                                          <p:spTgt spid="41"/>
                                        </p:tgtEl>
                                        <p:attrNameLst>
                                          <p:attrName>style.visibility</p:attrName>
                                        </p:attrNameLst>
                                      </p:cBhvr>
                                      <p:to>
                                        <p:strVal val="visible"/>
                                      </p:to>
                                    </p:set>
                                    <p:animEffect transition="in" filter="fade">
                                      <p:cBhvr>
                                        <p:cTn id="35" dur="400"/>
                                        <p:tgtEl>
                                          <p:spTgt spid="41"/>
                                        </p:tgtEl>
                                      </p:cBhvr>
                                    </p:animEffect>
                                  </p:childTnLst>
                                </p:cTn>
                              </p:par>
                              <p:par>
                                <p:cTn id="36" presetID="10" presetClass="entr" presetSubtype="0" fill="hold" nodeType="withEffect">
                                  <p:stCondLst>
                                    <p:cond delay="330"/>
                                  </p:stCondLst>
                                  <p:childTnLst>
                                    <p:set>
                                      <p:cBhvr>
                                        <p:cTn id="37" dur="1" fill="hold">
                                          <p:stCondLst>
                                            <p:cond delay="0"/>
                                          </p:stCondLst>
                                        </p:cTn>
                                        <p:tgtEl>
                                          <p:spTgt spid="42"/>
                                        </p:tgtEl>
                                        <p:attrNameLst>
                                          <p:attrName>style.visibility</p:attrName>
                                        </p:attrNameLst>
                                      </p:cBhvr>
                                      <p:to>
                                        <p:strVal val="visible"/>
                                      </p:to>
                                    </p:set>
                                    <p:animEffect transition="in" filter="fade">
                                      <p:cBhvr>
                                        <p:cTn id="38" dur="400"/>
                                        <p:tgtEl>
                                          <p:spTgt spid="42"/>
                                        </p:tgtEl>
                                      </p:cBhvr>
                                    </p:animEffect>
                                  </p:childTnLst>
                                </p:cTn>
                              </p:par>
                              <p:par>
                                <p:cTn id="39" presetID="10" presetClass="entr" presetSubtype="0" fill="hold" nodeType="withEffect">
                                  <p:stCondLst>
                                    <p:cond delay="330"/>
                                  </p:stCondLst>
                                  <p:childTnLst>
                                    <p:set>
                                      <p:cBhvr>
                                        <p:cTn id="40" dur="1" fill="hold">
                                          <p:stCondLst>
                                            <p:cond delay="0"/>
                                          </p:stCondLst>
                                        </p:cTn>
                                        <p:tgtEl>
                                          <p:spTgt spid="43"/>
                                        </p:tgtEl>
                                        <p:attrNameLst>
                                          <p:attrName>style.visibility</p:attrName>
                                        </p:attrNameLst>
                                      </p:cBhvr>
                                      <p:to>
                                        <p:strVal val="visible"/>
                                      </p:to>
                                    </p:set>
                                    <p:animEffect transition="in" filter="fade">
                                      <p:cBhvr>
                                        <p:cTn id="41" dur="400"/>
                                        <p:tgtEl>
                                          <p:spTgt spid="43"/>
                                        </p:tgtEl>
                                      </p:cBhvr>
                                    </p:animEffect>
                                  </p:childTnLst>
                                </p:cTn>
                              </p:par>
                              <p:par>
                                <p:cTn id="42" presetID="10" presetClass="entr" presetSubtype="0" fill="hold" nodeType="withEffect">
                                  <p:stCondLst>
                                    <p:cond delay="330"/>
                                  </p:stCondLst>
                                  <p:childTnLst>
                                    <p:set>
                                      <p:cBhvr>
                                        <p:cTn id="43" dur="1" fill="hold">
                                          <p:stCondLst>
                                            <p:cond delay="0"/>
                                          </p:stCondLst>
                                        </p:cTn>
                                        <p:tgtEl>
                                          <p:spTgt spid="44"/>
                                        </p:tgtEl>
                                        <p:attrNameLst>
                                          <p:attrName>style.visibility</p:attrName>
                                        </p:attrNameLst>
                                      </p:cBhvr>
                                      <p:to>
                                        <p:strVal val="visible"/>
                                      </p:to>
                                    </p:set>
                                    <p:animEffect transition="in" filter="fade">
                                      <p:cBhvr>
                                        <p:cTn id="44" dur="400"/>
                                        <p:tgtEl>
                                          <p:spTgt spid="44"/>
                                        </p:tgtEl>
                                      </p:cBhvr>
                                    </p:animEffect>
                                  </p:childTnLst>
                                </p:cTn>
                              </p:par>
                              <p:par>
                                <p:cTn id="45" presetID="1" presetClass="exit" presetSubtype="0" fill="hold" nodeType="withEffect">
                                  <p:stCondLst>
                                    <p:cond delay="1950"/>
                                  </p:stCondLst>
                                  <p:childTnLst>
                                    <p:set>
                                      <p:cBhvr>
                                        <p:cTn id="46" dur="1" fill="hold">
                                          <p:stCondLst>
                                            <p:cond delay="0"/>
                                          </p:stCondLst>
                                        </p:cTn>
                                        <p:tgtEl>
                                          <p:spTgt spid="44"/>
                                        </p:tgtEl>
                                        <p:attrNameLst>
                                          <p:attrName>style.visibility</p:attrName>
                                        </p:attrNameLst>
                                      </p:cBhvr>
                                      <p:to>
                                        <p:strVal val="hidden"/>
                                      </p:to>
                                    </p:set>
                                  </p:childTnLst>
                                </p:cTn>
                              </p:par>
                              <p:par>
                                <p:cTn id="47" presetID="1" presetClass="entr" presetSubtype="0" fill="hold" nodeType="withEffect">
                                  <p:stCondLst>
                                    <p:cond delay="1950"/>
                                  </p:stCondLst>
                                  <p:childTnLst>
                                    <p:set>
                                      <p:cBhvr>
                                        <p:cTn id="48" dur="1" fill="hold">
                                          <p:stCondLst>
                                            <p:cond delay="0"/>
                                          </p:stCondLst>
                                        </p:cTn>
                                        <p:tgtEl>
                                          <p:spTgt spid="45"/>
                                        </p:tgtEl>
                                        <p:attrNameLst>
                                          <p:attrName>style.visibility</p:attrName>
                                        </p:attrNameLst>
                                      </p:cBhvr>
                                      <p:to>
                                        <p:strVal val="visible"/>
                                      </p:to>
                                    </p:set>
                                  </p:childTnLst>
                                </p:cTn>
                              </p:par>
                              <p:par>
                                <p:cTn id="49" presetID="10" presetClass="entr" presetSubtype="0" fill="hold" nodeType="withEffect">
                                  <p:stCondLst>
                                    <p:cond delay="330"/>
                                  </p:stCondLst>
                                  <p:childTnLst>
                                    <p:set>
                                      <p:cBhvr>
                                        <p:cTn id="50" dur="1" fill="hold">
                                          <p:stCondLst>
                                            <p:cond delay="0"/>
                                          </p:stCondLst>
                                        </p:cTn>
                                        <p:tgtEl>
                                          <p:spTgt spid="46"/>
                                        </p:tgtEl>
                                        <p:attrNameLst>
                                          <p:attrName>style.visibility</p:attrName>
                                        </p:attrNameLst>
                                      </p:cBhvr>
                                      <p:to>
                                        <p:strVal val="visible"/>
                                      </p:to>
                                    </p:set>
                                    <p:animEffect transition="in" filter="fade">
                                      <p:cBhvr>
                                        <p:cTn id="51" dur="400"/>
                                        <p:tgtEl>
                                          <p:spTgt spid="46"/>
                                        </p:tgtEl>
                                      </p:cBhvr>
                                    </p:animEffect>
                                  </p:childTnLst>
                                </p:cTn>
                              </p:par>
                              <p:par>
                                <p:cTn id="52" presetID="10" presetClass="entr" presetSubtype="0" fill="hold" nodeType="withEffect">
                                  <p:stCondLst>
                                    <p:cond delay="330"/>
                                  </p:stCondLst>
                                  <p:childTnLst>
                                    <p:set>
                                      <p:cBhvr>
                                        <p:cTn id="53" dur="1" fill="hold">
                                          <p:stCondLst>
                                            <p:cond delay="0"/>
                                          </p:stCondLst>
                                        </p:cTn>
                                        <p:tgtEl>
                                          <p:spTgt spid="47"/>
                                        </p:tgtEl>
                                        <p:attrNameLst>
                                          <p:attrName>style.visibility</p:attrName>
                                        </p:attrNameLst>
                                      </p:cBhvr>
                                      <p:to>
                                        <p:strVal val="visible"/>
                                      </p:to>
                                    </p:set>
                                    <p:animEffect transition="in" filter="fade">
                                      <p:cBhvr>
                                        <p:cTn id="54" dur="400"/>
                                        <p:tgtEl>
                                          <p:spTgt spid="47"/>
                                        </p:tgtEl>
                                      </p:cBhvr>
                                    </p:animEffect>
                                  </p:childTnLst>
                                </p:cTn>
                              </p:par>
                              <p:par>
                                <p:cTn id="55" presetID="10" presetClass="entr" presetSubtype="0" fill="hold" nodeType="withEffect">
                                  <p:stCondLst>
                                    <p:cond delay="330"/>
                                  </p:stCondLst>
                                  <p:childTnLst>
                                    <p:set>
                                      <p:cBhvr>
                                        <p:cTn id="56" dur="1" fill="hold">
                                          <p:stCondLst>
                                            <p:cond delay="0"/>
                                          </p:stCondLst>
                                        </p:cTn>
                                        <p:tgtEl>
                                          <p:spTgt spid="48"/>
                                        </p:tgtEl>
                                        <p:attrNameLst>
                                          <p:attrName>style.visibility</p:attrName>
                                        </p:attrNameLst>
                                      </p:cBhvr>
                                      <p:to>
                                        <p:strVal val="visible"/>
                                      </p:to>
                                    </p:set>
                                    <p:animEffect transition="in" filter="fade">
                                      <p:cBhvr>
                                        <p:cTn id="57" dur="400"/>
                                        <p:tgtEl>
                                          <p:spTgt spid="48"/>
                                        </p:tgtEl>
                                      </p:cBhvr>
                                    </p:animEffect>
                                  </p:childTnLst>
                                </p:cTn>
                              </p:par>
                              <p:par>
                                <p:cTn id="58" presetID="10" presetClass="entr" presetSubtype="0" fill="hold" nodeType="withEffect">
                                  <p:stCondLst>
                                    <p:cond delay="510"/>
                                  </p:stCondLst>
                                  <p:childTnLst>
                                    <p:set>
                                      <p:cBhvr>
                                        <p:cTn id="59" dur="1" fill="hold">
                                          <p:stCondLst>
                                            <p:cond delay="0"/>
                                          </p:stCondLst>
                                        </p:cTn>
                                        <p:tgtEl>
                                          <p:spTgt spid="49"/>
                                        </p:tgtEl>
                                        <p:attrNameLst>
                                          <p:attrName>style.visibility</p:attrName>
                                        </p:attrNameLst>
                                      </p:cBhvr>
                                      <p:to>
                                        <p:strVal val="visible"/>
                                      </p:to>
                                    </p:set>
                                    <p:animEffect transition="in" filter="fade">
                                      <p:cBhvr>
                                        <p:cTn id="60" dur="400"/>
                                        <p:tgtEl>
                                          <p:spTgt spid="49"/>
                                        </p:tgtEl>
                                      </p:cBhvr>
                                    </p:animEffect>
                                  </p:childTnLst>
                                </p:cTn>
                              </p:par>
                              <p:par>
                                <p:cTn id="61" presetID="10" presetClass="entr" presetSubtype="0" fill="hold" nodeType="withEffect">
                                  <p:stCondLst>
                                    <p:cond delay="510"/>
                                  </p:stCondLst>
                                  <p:childTnLst>
                                    <p:set>
                                      <p:cBhvr>
                                        <p:cTn id="62" dur="1" fill="hold">
                                          <p:stCondLst>
                                            <p:cond delay="0"/>
                                          </p:stCondLst>
                                        </p:cTn>
                                        <p:tgtEl>
                                          <p:spTgt spid="50"/>
                                        </p:tgtEl>
                                        <p:attrNameLst>
                                          <p:attrName>style.visibility</p:attrName>
                                        </p:attrNameLst>
                                      </p:cBhvr>
                                      <p:to>
                                        <p:strVal val="visible"/>
                                      </p:to>
                                    </p:set>
                                    <p:animEffect transition="in" filter="fade">
                                      <p:cBhvr>
                                        <p:cTn id="63" dur="400"/>
                                        <p:tgtEl>
                                          <p:spTgt spid="50"/>
                                        </p:tgtEl>
                                      </p:cBhvr>
                                    </p:animEffect>
                                  </p:childTnLst>
                                </p:cTn>
                              </p:par>
                              <p:par>
                                <p:cTn id="64" presetID="10" presetClass="entr" presetSubtype="0" fill="hold" nodeType="withEffect">
                                  <p:stCondLst>
                                    <p:cond delay="510"/>
                                  </p:stCondLst>
                                  <p:childTnLst>
                                    <p:set>
                                      <p:cBhvr>
                                        <p:cTn id="65" dur="1" fill="hold">
                                          <p:stCondLst>
                                            <p:cond delay="0"/>
                                          </p:stCondLst>
                                        </p:cTn>
                                        <p:tgtEl>
                                          <p:spTgt spid="51"/>
                                        </p:tgtEl>
                                        <p:attrNameLst>
                                          <p:attrName>style.visibility</p:attrName>
                                        </p:attrNameLst>
                                      </p:cBhvr>
                                      <p:to>
                                        <p:strVal val="visible"/>
                                      </p:to>
                                    </p:set>
                                    <p:animEffect transition="in" filter="fade">
                                      <p:cBhvr>
                                        <p:cTn id="66" dur="400"/>
                                        <p:tgtEl>
                                          <p:spTgt spid="51"/>
                                        </p:tgtEl>
                                      </p:cBhvr>
                                    </p:animEffect>
                                  </p:childTnLst>
                                </p:cTn>
                              </p:par>
                              <p:par>
                                <p:cTn id="67" presetID="1" presetClass="exit" presetSubtype="0" fill="hold" nodeType="withEffect">
                                  <p:stCondLst>
                                    <p:cond delay="2300"/>
                                  </p:stCondLst>
                                  <p:childTnLst>
                                    <p:set>
                                      <p:cBhvr>
                                        <p:cTn id="68" dur="1" fill="hold">
                                          <p:stCondLst>
                                            <p:cond delay="0"/>
                                          </p:stCondLst>
                                        </p:cTn>
                                        <p:tgtEl>
                                          <p:spTgt spid="51"/>
                                        </p:tgtEl>
                                        <p:attrNameLst>
                                          <p:attrName>style.visibility</p:attrName>
                                        </p:attrNameLst>
                                      </p:cBhvr>
                                      <p:to>
                                        <p:strVal val="hidden"/>
                                      </p:to>
                                    </p:set>
                                  </p:childTnLst>
                                </p:cTn>
                              </p:par>
                              <p:par>
                                <p:cTn id="69" presetID="1" presetClass="entr" presetSubtype="0" fill="hold" nodeType="withEffect">
                                  <p:stCondLst>
                                    <p:cond delay="2300"/>
                                  </p:stCondLst>
                                  <p:childTnLst>
                                    <p:set>
                                      <p:cBhvr>
                                        <p:cTn id="70" dur="1" fill="hold">
                                          <p:stCondLst>
                                            <p:cond delay="0"/>
                                          </p:stCondLst>
                                        </p:cTn>
                                        <p:tgtEl>
                                          <p:spTgt spid="52"/>
                                        </p:tgtEl>
                                        <p:attrNameLst>
                                          <p:attrName>style.visibility</p:attrName>
                                        </p:attrNameLst>
                                      </p:cBhvr>
                                      <p:to>
                                        <p:strVal val="visible"/>
                                      </p:to>
                                    </p:set>
                                  </p:childTnLst>
                                </p:cTn>
                              </p:par>
                              <p:par>
                                <p:cTn id="71" presetID="10" presetClass="entr" presetSubtype="0" fill="hold" nodeType="withEffect">
                                  <p:stCondLst>
                                    <p:cond delay="510"/>
                                  </p:stCondLst>
                                  <p:childTnLst>
                                    <p:set>
                                      <p:cBhvr>
                                        <p:cTn id="72" dur="1" fill="hold">
                                          <p:stCondLst>
                                            <p:cond delay="0"/>
                                          </p:stCondLst>
                                        </p:cTn>
                                        <p:tgtEl>
                                          <p:spTgt spid="53"/>
                                        </p:tgtEl>
                                        <p:attrNameLst>
                                          <p:attrName>style.visibility</p:attrName>
                                        </p:attrNameLst>
                                      </p:cBhvr>
                                      <p:to>
                                        <p:strVal val="visible"/>
                                      </p:to>
                                    </p:set>
                                    <p:animEffect transition="in" filter="fade">
                                      <p:cBhvr>
                                        <p:cTn id="73" dur="400"/>
                                        <p:tgtEl>
                                          <p:spTgt spid="53"/>
                                        </p:tgtEl>
                                      </p:cBhvr>
                                    </p:animEffect>
                                  </p:childTnLst>
                                </p:cTn>
                              </p:par>
                              <p:par>
                                <p:cTn id="74" presetID="10" presetClass="entr" presetSubtype="0" fill="hold" nodeType="withEffect">
                                  <p:stCondLst>
                                    <p:cond delay="510"/>
                                  </p:stCondLst>
                                  <p:childTnLst>
                                    <p:set>
                                      <p:cBhvr>
                                        <p:cTn id="75" dur="1" fill="hold">
                                          <p:stCondLst>
                                            <p:cond delay="0"/>
                                          </p:stCondLst>
                                        </p:cTn>
                                        <p:tgtEl>
                                          <p:spTgt spid="54"/>
                                        </p:tgtEl>
                                        <p:attrNameLst>
                                          <p:attrName>style.visibility</p:attrName>
                                        </p:attrNameLst>
                                      </p:cBhvr>
                                      <p:to>
                                        <p:strVal val="visible"/>
                                      </p:to>
                                    </p:set>
                                    <p:animEffect transition="in" filter="fade">
                                      <p:cBhvr>
                                        <p:cTn id="76" dur="400"/>
                                        <p:tgtEl>
                                          <p:spTgt spid="54"/>
                                        </p:tgtEl>
                                      </p:cBhvr>
                                    </p:animEffect>
                                  </p:childTnLst>
                                </p:cTn>
                              </p:par>
                              <p:par>
                                <p:cTn id="77" presetID="10" presetClass="entr" presetSubtype="0" fill="hold" nodeType="withEffect">
                                  <p:stCondLst>
                                    <p:cond delay="510"/>
                                  </p:stCondLst>
                                  <p:childTnLst>
                                    <p:set>
                                      <p:cBhvr>
                                        <p:cTn id="78" dur="1" fill="hold">
                                          <p:stCondLst>
                                            <p:cond delay="0"/>
                                          </p:stCondLst>
                                        </p:cTn>
                                        <p:tgtEl>
                                          <p:spTgt spid="55"/>
                                        </p:tgtEl>
                                        <p:attrNameLst>
                                          <p:attrName>style.visibility</p:attrName>
                                        </p:attrNameLst>
                                      </p:cBhvr>
                                      <p:to>
                                        <p:strVal val="visible"/>
                                      </p:to>
                                    </p:set>
                                    <p:animEffect transition="in" filter="fade">
                                      <p:cBhvr>
                                        <p:cTn id="79" dur="400"/>
                                        <p:tgtEl>
                                          <p:spTgt spid="55"/>
                                        </p:tgtEl>
                                      </p:cBhvr>
                                    </p:animEffect>
                                  </p:childTnLst>
                                </p:cTn>
                              </p:par>
                              <p:par>
                                <p:cTn id="80" presetID="10" presetClass="entr" presetSubtype="0" fill="hold" nodeType="withEffect">
                                  <p:stCondLst>
                                    <p:cond delay="690"/>
                                  </p:stCondLst>
                                  <p:childTnLst>
                                    <p:set>
                                      <p:cBhvr>
                                        <p:cTn id="81" dur="1" fill="hold">
                                          <p:stCondLst>
                                            <p:cond delay="0"/>
                                          </p:stCondLst>
                                        </p:cTn>
                                        <p:tgtEl>
                                          <p:spTgt spid="56"/>
                                        </p:tgtEl>
                                        <p:attrNameLst>
                                          <p:attrName>style.visibility</p:attrName>
                                        </p:attrNameLst>
                                      </p:cBhvr>
                                      <p:to>
                                        <p:strVal val="visible"/>
                                      </p:to>
                                    </p:set>
                                    <p:animEffect transition="in" filter="fade">
                                      <p:cBhvr>
                                        <p:cTn id="82" dur="400"/>
                                        <p:tgtEl>
                                          <p:spTgt spid="56"/>
                                        </p:tgtEl>
                                      </p:cBhvr>
                                    </p:animEffect>
                                  </p:childTnLst>
                                </p:cTn>
                              </p:par>
                              <p:par>
                                <p:cTn id="83" presetID="10" presetClass="entr" presetSubtype="0" fill="hold" nodeType="withEffect">
                                  <p:stCondLst>
                                    <p:cond delay="690"/>
                                  </p:stCondLst>
                                  <p:childTnLst>
                                    <p:set>
                                      <p:cBhvr>
                                        <p:cTn id="84" dur="1" fill="hold">
                                          <p:stCondLst>
                                            <p:cond delay="0"/>
                                          </p:stCondLst>
                                        </p:cTn>
                                        <p:tgtEl>
                                          <p:spTgt spid="57"/>
                                        </p:tgtEl>
                                        <p:attrNameLst>
                                          <p:attrName>style.visibility</p:attrName>
                                        </p:attrNameLst>
                                      </p:cBhvr>
                                      <p:to>
                                        <p:strVal val="visible"/>
                                      </p:to>
                                    </p:set>
                                    <p:animEffect transition="in" filter="fade">
                                      <p:cBhvr>
                                        <p:cTn id="85" dur="400"/>
                                        <p:tgtEl>
                                          <p:spTgt spid="57"/>
                                        </p:tgtEl>
                                      </p:cBhvr>
                                    </p:animEffect>
                                  </p:childTnLst>
                                </p:cTn>
                              </p:par>
                              <p:par>
                                <p:cTn id="86" presetID="10" presetClass="entr" presetSubtype="0" fill="hold" nodeType="withEffect">
                                  <p:stCondLst>
                                    <p:cond delay="690"/>
                                  </p:stCondLst>
                                  <p:childTnLst>
                                    <p:set>
                                      <p:cBhvr>
                                        <p:cTn id="87" dur="1" fill="hold">
                                          <p:stCondLst>
                                            <p:cond delay="0"/>
                                          </p:stCondLst>
                                        </p:cTn>
                                        <p:tgtEl>
                                          <p:spTgt spid="58"/>
                                        </p:tgtEl>
                                        <p:attrNameLst>
                                          <p:attrName>style.visibility</p:attrName>
                                        </p:attrNameLst>
                                      </p:cBhvr>
                                      <p:to>
                                        <p:strVal val="visible"/>
                                      </p:to>
                                    </p:set>
                                    <p:animEffect transition="in" filter="fade">
                                      <p:cBhvr>
                                        <p:cTn id="88" dur="400"/>
                                        <p:tgtEl>
                                          <p:spTgt spid="58"/>
                                        </p:tgtEl>
                                      </p:cBhvr>
                                    </p:animEffect>
                                  </p:childTnLst>
                                </p:cTn>
                              </p:par>
                              <p:par>
                                <p:cTn id="89" presetID="1" presetClass="exit" presetSubtype="0" fill="hold" nodeType="withEffect">
                                  <p:stCondLst>
                                    <p:cond delay="2650"/>
                                  </p:stCondLst>
                                  <p:childTnLst>
                                    <p:set>
                                      <p:cBhvr>
                                        <p:cTn id="90" dur="1" fill="hold">
                                          <p:stCondLst>
                                            <p:cond delay="0"/>
                                          </p:stCondLst>
                                        </p:cTn>
                                        <p:tgtEl>
                                          <p:spTgt spid="58"/>
                                        </p:tgtEl>
                                        <p:attrNameLst>
                                          <p:attrName>style.visibility</p:attrName>
                                        </p:attrNameLst>
                                      </p:cBhvr>
                                      <p:to>
                                        <p:strVal val="hidden"/>
                                      </p:to>
                                    </p:set>
                                  </p:childTnLst>
                                </p:cTn>
                              </p:par>
                              <p:par>
                                <p:cTn id="91" presetID="1" presetClass="entr" presetSubtype="0" fill="hold" nodeType="withEffect">
                                  <p:stCondLst>
                                    <p:cond delay="2650"/>
                                  </p:stCondLst>
                                  <p:childTnLst>
                                    <p:set>
                                      <p:cBhvr>
                                        <p:cTn id="92" dur="1" fill="hold">
                                          <p:stCondLst>
                                            <p:cond delay="0"/>
                                          </p:stCondLst>
                                        </p:cTn>
                                        <p:tgtEl>
                                          <p:spTgt spid="59"/>
                                        </p:tgtEl>
                                        <p:attrNameLst>
                                          <p:attrName>style.visibility</p:attrName>
                                        </p:attrNameLst>
                                      </p:cBhvr>
                                      <p:to>
                                        <p:strVal val="visible"/>
                                      </p:to>
                                    </p:set>
                                  </p:childTnLst>
                                </p:cTn>
                              </p:par>
                              <p:par>
                                <p:cTn id="93" presetID="10" presetClass="entr" presetSubtype="0" fill="hold" nodeType="withEffect">
                                  <p:stCondLst>
                                    <p:cond delay="690"/>
                                  </p:stCondLst>
                                  <p:childTnLst>
                                    <p:set>
                                      <p:cBhvr>
                                        <p:cTn id="94" dur="1" fill="hold">
                                          <p:stCondLst>
                                            <p:cond delay="0"/>
                                          </p:stCondLst>
                                        </p:cTn>
                                        <p:tgtEl>
                                          <p:spTgt spid="60"/>
                                        </p:tgtEl>
                                        <p:attrNameLst>
                                          <p:attrName>style.visibility</p:attrName>
                                        </p:attrNameLst>
                                      </p:cBhvr>
                                      <p:to>
                                        <p:strVal val="visible"/>
                                      </p:to>
                                    </p:set>
                                    <p:animEffect transition="in" filter="fade">
                                      <p:cBhvr>
                                        <p:cTn id="95" dur="400"/>
                                        <p:tgtEl>
                                          <p:spTgt spid="60"/>
                                        </p:tgtEl>
                                      </p:cBhvr>
                                    </p:animEffect>
                                  </p:childTnLst>
                                </p:cTn>
                              </p:par>
                              <p:par>
                                <p:cTn id="96" presetID="10" presetClass="entr" presetSubtype="0" fill="hold" nodeType="withEffect">
                                  <p:stCondLst>
                                    <p:cond delay="690"/>
                                  </p:stCondLst>
                                  <p:childTnLst>
                                    <p:set>
                                      <p:cBhvr>
                                        <p:cTn id="97" dur="1" fill="hold">
                                          <p:stCondLst>
                                            <p:cond delay="0"/>
                                          </p:stCondLst>
                                        </p:cTn>
                                        <p:tgtEl>
                                          <p:spTgt spid="61"/>
                                        </p:tgtEl>
                                        <p:attrNameLst>
                                          <p:attrName>style.visibility</p:attrName>
                                        </p:attrNameLst>
                                      </p:cBhvr>
                                      <p:to>
                                        <p:strVal val="visible"/>
                                      </p:to>
                                    </p:set>
                                    <p:animEffect transition="in" filter="fade">
                                      <p:cBhvr>
                                        <p:cTn id="98" dur="400"/>
                                        <p:tgtEl>
                                          <p:spTgt spid="61"/>
                                        </p:tgtEl>
                                      </p:cBhvr>
                                    </p:animEffect>
                                  </p:childTnLst>
                                </p:cTn>
                              </p:par>
                              <p:par>
                                <p:cTn id="99" presetID="10" presetClass="entr" presetSubtype="0" fill="hold" nodeType="withEffect">
                                  <p:stCondLst>
                                    <p:cond delay="690"/>
                                  </p:stCondLst>
                                  <p:childTnLst>
                                    <p:set>
                                      <p:cBhvr>
                                        <p:cTn id="100" dur="1" fill="hold">
                                          <p:stCondLst>
                                            <p:cond delay="0"/>
                                          </p:stCondLst>
                                        </p:cTn>
                                        <p:tgtEl>
                                          <p:spTgt spid="62"/>
                                        </p:tgtEl>
                                        <p:attrNameLst>
                                          <p:attrName>style.visibility</p:attrName>
                                        </p:attrNameLst>
                                      </p:cBhvr>
                                      <p:to>
                                        <p:strVal val="visible"/>
                                      </p:to>
                                    </p:set>
                                    <p:animEffect transition="in" filter="fade">
                                      <p:cBhvr>
                                        <p:cTn id="101" dur="400"/>
                                        <p:tgtEl>
                                          <p:spTgt spid="62"/>
                                        </p:tgtEl>
                                      </p:cBhvr>
                                    </p:animEffect>
                                  </p:childTnLst>
                                </p:cTn>
                              </p:par>
                              <p:par>
                                <p:cTn id="102" presetID="10" presetClass="entr" presetSubtype="0" fill="hold" nodeType="withEffect">
                                  <p:stCondLst>
                                    <p:cond delay="1000"/>
                                  </p:stCondLst>
                                  <p:childTnLst>
                                    <p:set>
                                      <p:cBhvr>
                                        <p:cTn id="103" dur="1" fill="hold">
                                          <p:stCondLst>
                                            <p:cond delay="0"/>
                                          </p:stCondLst>
                                        </p:cTn>
                                        <p:tgtEl>
                                          <p:spTgt spid="63"/>
                                        </p:tgtEl>
                                        <p:attrNameLst>
                                          <p:attrName>style.visibility</p:attrName>
                                        </p:attrNameLst>
                                      </p:cBhvr>
                                      <p:to>
                                        <p:strVal val="visible"/>
                                      </p:to>
                                    </p:set>
                                    <p:animEffect transition="in" filter="fade">
                                      <p:cBhvr>
                                        <p:cTn id="104" dur="400"/>
                                        <p:tgtEl>
                                          <p:spTgt spid="63"/>
                                        </p:tgtEl>
                                      </p:cBhvr>
                                    </p:animEffect>
                                  </p:childTnLst>
                                </p:cTn>
                              </p:par>
                              <p:par>
                                <p:cTn id="105" presetID="10" presetClass="entr" presetSubtype="0" fill="hold" nodeType="withEffect">
                                  <p:stCondLst>
                                    <p:cond delay="1000"/>
                                  </p:stCondLst>
                                  <p:childTnLst>
                                    <p:set>
                                      <p:cBhvr>
                                        <p:cTn id="106" dur="1" fill="hold">
                                          <p:stCondLst>
                                            <p:cond delay="0"/>
                                          </p:stCondLst>
                                        </p:cTn>
                                        <p:tgtEl>
                                          <p:spTgt spid="64"/>
                                        </p:tgtEl>
                                        <p:attrNameLst>
                                          <p:attrName>style.visibility</p:attrName>
                                        </p:attrNameLst>
                                      </p:cBhvr>
                                      <p:to>
                                        <p:strVal val="visible"/>
                                      </p:to>
                                    </p:set>
                                    <p:animEffect transition="in" filter="fade">
                                      <p:cBhvr>
                                        <p:cTn id="107" dur="400"/>
                                        <p:tgtEl>
                                          <p:spTgt spid="64"/>
                                        </p:tgtEl>
                                      </p:cBhvr>
                                    </p:animEffect>
                                  </p:childTnLst>
                                </p:cTn>
                              </p:par>
                              <p:par>
                                <p:cTn id="108" presetID="10" presetClass="entr" presetSubtype="0" fill="hold" nodeType="withEffect">
                                  <p:stCondLst>
                                    <p:cond delay="1000"/>
                                  </p:stCondLst>
                                  <p:childTnLst>
                                    <p:set>
                                      <p:cBhvr>
                                        <p:cTn id="109" dur="1" fill="hold">
                                          <p:stCondLst>
                                            <p:cond delay="0"/>
                                          </p:stCondLst>
                                        </p:cTn>
                                        <p:tgtEl>
                                          <p:spTgt spid="65"/>
                                        </p:tgtEl>
                                        <p:attrNameLst>
                                          <p:attrName>style.visibility</p:attrName>
                                        </p:attrNameLst>
                                      </p:cBhvr>
                                      <p:to>
                                        <p:strVal val="visible"/>
                                      </p:to>
                                    </p:set>
                                    <p:animEffect transition="in" filter="fade">
                                      <p:cBhvr>
                                        <p:cTn id="110" dur="400"/>
                                        <p:tgtEl>
                                          <p:spTgt spid="65"/>
                                        </p:tgtEl>
                                      </p:cBhvr>
                                    </p:animEffect>
                                  </p:childTnLst>
                                </p:cTn>
                              </p:par>
                              <p:par>
                                <p:cTn id="111" presetID="10" presetClass="entr" presetSubtype="0" fill="hold" nodeType="withEffect">
                                  <p:stCondLst>
                                    <p:cond delay="1000"/>
                                  </p:stCondLst>
                                  <p:childTnLst>
                                    <p:set>
                                      <p:cBhvr>
                                        <p:cTn id="112" dur="1" fill="hold">
                                          <p:stCondLst>
                                            <p:cond delay="0"/>
                                          </p:stCondLst>
                                        </p:cTn>
                                        <p:tgtEl>
                                          <p:spTgt spid="66"/>
                                        </p:tgtEl>
                                        <p:attrNameLst>
                                          <p:attrName>style.visibility</p:attrName>
                                        </p:attrNameLst>
                                      </p:cBhvr>
                                      <p:to>
                                        <p:strVal val="visible"/>
                                      </p:to>
                                    </p:set>
                                    <p:animEffect transition="in" filter="fade">
                                      <p:cBhvr>
                                        <p:cTn id="113" dur="400"/>
                                        <p:tgtEl>
                                          <p:spTgt spid="66"/>
                                        </p:tgtEl>
                                      </p:cBhvr>
                                    </p:animEffect>
                                  </p:childTnLst>
                                </p:cTn>
                              </p:par>
                              <p:par>
                                <p:cTn id="114" presetID="10" presetClass="entr" presetSubtype="0" fill="hold" nodeType="withEffect">
                                  <p:stCondLst>
                                    <p:cond delay="1000"/>
                                  </p:stCondLst>
                                  <p:childTnLst>
                                    <p:set>
                                      <p:cBhvr>
                                        <p:cTn id="115" dur="1" fill="hold">
                                          <p:stCondLst>
                                            <p:cond delay="0"/>
                                          </p:stCondLst>
                                        </p:cTn>
                                        <p:tgtEl>
                                          <p:spTgt spid="67"/>
                                        </p:tgtEl>
                                        <p:attrNameLst>
                                          <p:attrName>style.visibility</p:attrName>
                                        </p:attrNameLst>
                                      </p:cBhvr>
                                      <p:to>
                                        <p:strVal val="visible"/>
                                      </p:to>
                                    </p:set>
                                    <p:animEffect transition="in" filter="fade">
                                      <p:cBhvr>
                                        <p:cTn id="116" dur="400"/>
                                        <p:tgtEl>
                                          <p:spTgt spid="67"/>
                                        </p:tgtEl>
                                      </p:cBhvr>
                                    </p:animEffect>
                                  </p:childTnLst>
                                </p:cTn>
                              </p:par>
                              <p:par>
                                <p:cTn id="117" presetID="10" presetClass="entr" presetSubtype="0" fill="hold" nodeType="withEffect">
                                  <p:stCondLst>
                                    <p:cond delay="1000"/>
                                  </p:stCondLst>
                                  <p:childTnLst>
                                    <p:set>
                                      <p:cBhvr>
                                        <p:cTn id="118" dur="1" fill="hold">
                                          <p:stCondLst>
                                            <p:cond delay="0"/>
                                          </p:stCondLst>
                                        </p:cTn>
                                        <p:tgtEl>
                                          <p:spTgt spid="68"/>
                                        </p:tgtEl>
                                        <p:attrNameLst>
                                          <p:attrName>style.visibility</p:attrName>
                                        </p:attrNameLst>
                                      </p:cBhvr>
                                      <p:to>
                                        <p:strVal val="visible"/>
                                      </p:to>
                                    </p:set>
                                    <p:animEffect transition="in" filter="fade">
                                      <p:cBhvr>
                                        <p:cTn id="119" dur="4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1"/>
          <p:cNvSpPr/>
          <p:nvPr/>
        </p:nvSpPr>
        <p:spPr>
          <a:xfrm>
            <a:off x="274320" y="228600"/>
            <a:ext cx="11643055" cy="5897880"/>
          </a:xfrm>
          <a:prstGeom prst="roundRect">
            <a:avLst>
              <a:gd name="adj" fmla="val 3876"/>
            </a:avLst>
          </a:prstGeom>
          <a:solidFill>
            <a:srgbClr val="000000"/>
          </a:solidFill>
          <a:ln w="28575">
            <a:solidFill>
              <a:srgbClr val="2121DE"/>
            </a:solidFill>
            <a:prstDash val="solid"/>
          </a:ln>
        </p:spPr>
      </p:sp>
      <p:sp>
        <p:nvSpPr>
          <p:cNvPr id="3" name="o2"/>
          <p:cNvSpPr/>
          <p:nvPr/>
        </p:nvSpPr>
        <p:spPr>
          <a:xfrm>
            <a:off x="342900" y="297180"/>
            <a:ext cx="11505895" cy="5760720"/>
          </a:xfrm>
          <a:prstGeom prst="roundRect">
            <a:avLst>
              <a:gd name="adj" fmla="val 2778"/>
            </a:avLst>
          </a:prstGeom>
          <a:ln w="12700">
            <a:solidFill>
              <a:srgbClr val="2121DE"/>
            </a:solidFill>
            <a:prstDash val="solid"/>
          </a:ln>
        </p:spPr>
      </p:sp>
      <p:sp>
        <p:nvSpPr>
          <p:cNvPr id="4" name="o3"/>
          <p:cNvSpPr/>
          <p:nvPr/>
        </p:nvSpPr>
        <p:spPr>
          <a:xfrm>
            <a:off x="868680" y="822960"/>
            <a:ext cx="1554480" cy="457200"/>
          </a:xfrm>
          <a:prstGeom prst="roundRect">
            <a:avLst>
              <a:gd name="adj" fmla="val 24000"/>
            </a:avLst>
          </a:prstGeom>
          <a:solidFill>
            <a:srgbClr val="000000"/>
          </a:solidFill>
          <a:ln w="28575">
            <a:solidFill>
              <a:srgbClr val="2121DE"/>
            </a:solidFill>
            <a:prstDash val="solid"/>
          </a:ln>
        </p:spPr>
      </p:sp>
      <p:sp>
        <p:nvSpPr>
          <p:cNvPr id="5" name="o4"/>
          <p:cNvSpPr/>
          <p:nvPr/>
        </p:nvSpPr>
        <p:spPr>
          <a:xfrm>
            <a:off x="937260" y="891540"/>
            <a:ext cx="1417320" cy="320040"/>
          </a:xfrm>
          <a:prstGeom prst="roundRect">
            <a:avLst>
              <a:gd name="adj" fmla="val 12857"/>
            </a:avLst>
          </a:prstGeom>
          <a:ln w="12700">
            <a:solidFill>
              <a:srgbClr val="2121DE"/>
            </a:solidFill>
            <a:prstDash val="solid"/>
          </a:ln>
        </p:spPr>
      </p:sp>
      <p:sp>
        <p:nvSpPr>
          <p:cNvPr id="6" name="o5"/>
          <p:cNvSpPr/>
          <p:nvPr/>
        </p:nvSpPr>
        <p:spPr>
          <a:xfrm>
            <a:off x="9768535" y="822960"/>
            <a:ext cx="1554480" cy="457200"/>
          </a:xfrm>
          <a:prstGeom prst="roundRect">
            <a:avLst>
              <a:gd name="adj" fmla="val 24000"/>
            </a:avLst>
          </a:prstGeom>
          <a:solidFill>
            <a:srgbClr val="000000"/>
          </a:solidFill>
          <a:ln w="28575">
            <a:solidFill>
              <a:srgbClr val="2121DE"/>
            </a:solidFill>
            <a:prstDash val="solid"/>
          </a:ln>
        </p:spPr>
      </p:sp>
      <p:sp>
        <p:nvSpPr>
          <p:cNvPr id="7" name="o6"/>
          <p:cNvSpPr/>
          <p:nvPr/>
        </p:nvSpPr>
        <p:spPr>
          <a:xfrm>
            <a:off x="9837115" y="891540"/>
            <a:ext cx="1417320" cy="320040"/>
          </a:xfrm>
          <a:prstGeom prst="roundRect">
            <a:avLst>
              <a:gd name="adj" fmla="val 12857"/>
            </a:avLst>
          </a:prstGeom>
          <a:ln w="12700">
            <a:solidFill>
              <a:srgbClr val="2121DE"/>
            </a:solidFill>
            <a:prstDash val="solid"/>
          </a:ln>
        </p:spPr>
      </p:sp>
      <p:sp>
        <p:nvSpPr>
          <p:cNvPr id="8" name="o7"/>
          <p:cNvSpPr/>
          <p:nvPr/>
        </p:nvSpPr>
        <p:spPr>
          <a:xfrm>
            <a:off x="868680" y="5074920"/>
            <a:ext cx="1554480" cy="457200"/>
          </a:xfrm>
          <a:prstGeom prst="roundRect">
            <a:avLst>
              <a:gd name="adj" fmla="val 24000"/>
            </a:avLst>
          </a:prstGeom>
          <a:solidFill>
            <a:srgbClr val="000000"/>
          </a:solidFill>
          <a:ln w="28575">
            <a:solidFill>
              <a:srgbClr val="2121DE"/>
            </a:solidFill>
            <a:prstDash val="solid"/>
          </a:ln>
        </p:spPr>
      </p:sp>
      <p:sp>
        <p:nvSpPr>
          <p:cNvPr id="9" name="o8"/>
          <p:cNvSpPr/>
          <p:nvPr/>
        </p:nvSpPr>
        <p:spPr>
          <a:xfrm>
            <a:off x="937260" y="5143500"/>
            <a:ext cx="1417320" cy="320040"/>
          </a:xfrm>
          <a:prstGeom prst="roundRect">
            <a:avLst>
              <a:gd name="adj" fmla="val 12857"/>
            </a:avLst>
          </a:prstGeom>
          <a:ln w="12700">
            <a:solidFill>
              <a:srgbClr val="2121DE"/>
            </a:solidFill>
            <a:prstDash val="solid"/>
          </a:ln>
        </p:spPr>
      </p:sp>
      <p:sp>
        <p:nvSpPr>
          <p:cNvPr id="10" name="o9"/>
          <p:cNvSpPr/>
          <p:nvPr/>
        </p:nvSpPr>
        <p:spPr>
          <a:xfrm>
            <a:off x="9768535" y="5074920"/>
            <a:ext cx="1554480" cy="457200"/>
          </a:xfrm>
          <a:prstGeom prst="roundRect">
            <a:avLst>
              <a:gd name="adj" fmla="val 24000"/>
            </a:avLst>
          </a:prstGeom>
          <a:solidFill>
            <a:srgbClr val="000000"/>
          </a:solidFill>
          <a:ln w="28575">
            <a:solidFill>
              <a:srgbClr val="2121DE"/>
            </a:solidFill>
            <a:prstDash val="solid"/>
          </a:ln>
        </p:spPr>
      </p:sp>
      <p:sp>
        <p:nvSpPr>
          <p:cNvPr id="11" name="o10"/>
          <p:cNvSpPr/>
          <p:nvPr/>
        </p:nvSpPr>
        <p:spPr>
          <a:xfrm>
            <a:off x="9837115" y="5143500"/>
            <a:ext cx="1417320" cy="320040"/>
          </a:xfrm>
          <a:prstGeom prst="roundRect">
            <a:avLst>
              <a:gd name="adj" fmla="val 12857"/>
            </a:avLst>
          </a:prstGeom>
          <a:ln w="12700">
            <a:solidFill>
              <a:srgbClr val="2121DE"/>
            </a:solidFill>
            <a:prstDash val="solid"/>
          </a:ln>
        </p:spPr>
      </p:sp>
      <p:pic>
        <p:nvPicPr>
          <p:cNvPr id="12" name="o11" descr="apple">    </p:cNvPr>
          <p:cNvPicPr>
            <a:picLocks noChangeAspect="1"/>
          </p:cNvPicPr>
          <p:nvPr/>
        </p:nvPicPr>
        <p:blipFill>
          <a:blip r:embed="rId1"/>
          <a:stretch>
            <a:fillRect/>
          </a:stretch>
        </p:blipFill>
        <p:spPr>
          <a:xfrm>
            <a:off x="5684368" y="777240"/>
            <a:ext cx="822960" cy="822960"/>
          </a:xfrm>
          <a:prstGeom prst="rect">
            <a:avLst/>
          </a:prstGeom>
        </p:spPr>
      </p:pic>
      <p:pic>
        <p:nvPicPr>
          <p:cNvPr id="13" name="o12" descr="LEVEL 4">    </p:cNvPr>
          <p:cNvPicPr>
            <a:picLocks noChangeAspect="1"/>
          </p:cNvPicPr>
          <p:nvPr/>
        </p:nvPicPr>
        <p:blipFill>
          <a:blip r:embed="rId2"/>
          <a:stretch>
            <a:fillRect/>
          </a:stretch>
        </p:blipFill>
        <p:spPr>
          <a:xfrm>
            <a:off x="5262601" y="1828800"/>
            <a:ext cx="1666494" cy="237744"/>
          </a:xfrm>
          <a:prstGeom prst="rect">
            <a:avLst/>
          </a:prstGeom>
        </p:spPr>
      </p:pic>
      <p:pic>
        <p:nvPicPr>
          <p:cNvPr id="14" name="o13" descr="INSIGHTS">    </p:cNvPr>
          <p:cNvPicPr>
            <a:picLocks noChangeAspect="1"/>
          </p:cNvPicPr>
          <p:nvPr/>
        </p:nvPicPr>
        <p:blipFill>
          <a:blip r:embed="rId3"/>
          <a:stretch>
            <a:fillRect/>
          </a:stretch>
        </p:blipFill>
        <p:spPr>
          <a:xfrm>
            <a:off x="4047592" y="2331720"/>
            <a:ext cx="4096512" cy="512064"/>
          </a:xfrm>
          <a:prstGeom prst="rect">
            <a:avLst/>
          </a:prstGeom>
        </p:spPr>
      </p:pic>
      <p:sp>
        <p:nvSpPr>
          <p:cNvPr id="15" name="o14"/>
          <p:cNvSpPr txBox="1"/>
          <p:nvPr/>
        </p:nvSpPr>
        <p:spPr>
          <a:xfrm>
            <a:off x="1371600" y="3108960"/>
            <a:ext cx="9448495" cy="411480"/>
          </a:xfrm>
          <a:prstGeom prst="rect">
            <a:avLst/>
          </a:prstGeom>
          <a:noFill/>
          <a:ln/>
        </p:spPr>
        <p:txBody>
          <a:bodyPr wrap="square" lIns="0" tIns="0" rIns="0" bIns="0" rtlCol="0" anchor="t"/>
          <a:lstStyle/>
          <a:p>
            <a:pPr algn="ctr" indent="0" marL="0">
              <a:buNone/>
            </a:pPr>
            <a:r>
              <a:rPr lang="en-US" sz="2000" dirty="0">
                <a:solidFill>
                  <a:srgbClr val="C4C4E4"/>
                </a:solidFill>
                <a:latin typeface="Arial" pitchFamily="34" charset="0"/>
                <a:ea typeface="Arial" pitchFamily="34" charset="-122"/>
                <a:cs typeface="Arial" pitchFamily="34" charset="-120"/>
              </a:rPr>
              <a:t>4 découvertes sur l'industrie du jeu vidéo</a:t>
            </a:r>
            <a:endParaRPr lang="en-US" sz="2000" dirty="0"/>
          </a:p>
        </p:txBody>
      </p:sp>
      <p:sp>
        <p:nvSpPr>
          <p:cNvPr id="16" name="o15"/>
          <p:cNvSpPr/>
          <p:nvPr/>
        </p:nvSpPr>
        <p:spPr>
          <a:xfrm>
            <a:off x="3707892" y="4119372"/>
            <a:ext cx="82296" cy="82296"/>
          </a:xfrm>
          <a:prstGeom prst="rect">
            <a:avLst/>
          </a:prstGeom>
          <a:solidFill>
            <a:srgbClr val="FFB8AE"/>
          </a:solidFill>
          <a:ln/>
        </p:spPr>
      </p:sp>
      <p:sp>
        <p:nvSpPr>
          <p:cNvPr id="17" name="o16"/>
          <p:cNvSpPr/>
          <p:nvPr/>
        </p:nvSpPr>
        <p:spPr>
          <a:xfrm>
            <a:off x="4073652" y="4119372"/>
            <a:ext cx="82296" cy="82296"/>
          </a:xfrm>
          <a:prstGeom prst="rect">
            <a:avLst/>
          </a:prstGeom>
          <a:solidFill>
            <a:srgbClr val="FFB8AE"/>
          </a:solidFill>
          <a:ln/>
        </p:spPr>
      </p:sp>
      <p:sp>
        <p:nvSpPr>
          <p:cNvPr id="18" name="o17"/>
          <p:cNvSpPr/>
          <p:nvPr/>
        </p:nvSpPr>
        <p:spPr>
          <a:xfrm>
            <a:off x="4439412" y="4119372"/>
            <a:ext cx="82296" cy="82296"/>
          </a:xfrm>
          <a:prstGeom prst="rect">
            <a:avLst/>
          </a:prstGeom>
          <a:solidFill>
            <a:srgbClr val="FFB8AE"/>
          </a:solidFill>
          <a:ln/>
        </p:spPr>
      </p:sp>
      <p:sp>
        <p:nvSpPr>
          <p:cNvPr id="19" name="o18"/>
          <p:cNvSpPr/>
          <p:nvPr/>
        </p:nvSpPr>
        <p:spPr>
          <a:xfrm>
            <a:off x="4805172" y="4119372"/>
            <a:ext cx="82296" cy="82296"/>
          </a:xfrm>
          <a:prstGeom prst="rect">
            <a:avLst/>
          </a:prstGeom>
          <a:solidFill>
            <a:srgbClr val="FFB8AE"/>
          </a:solidFill>
          <a:ln/>
        </p:spPr>
      </p:sp>
      <p:sp>
        <p:nvSpPr>
          <p:cNvPr id="20" name="o19"/>
          <p:cNvSpPr/>
          <p:nvPr/>
        </p:nvSpPr>
        <p:spPr>
          <a:xfrm>
            <a:off x="5170932" y="4119372"/>
            <a:ext cx="82296" cy="82296"/>
          </a:xfrm>
          <a:prstGeom prst="rect">
            <a:avLst/>
          </a:prstGeom>
          <a:solidFill>
            <a:srgbClr val="FFB8AE"/>
          </a:solidFill>
          <a:ln/>
        </p:spPr>
      </p:sp>
      <p:sp>
        <p:nvSpPr>
          <p:cNvPr id="21" name="o20"/>
          <p:cNvSpPr/>
          <p:nvPr/>
        </p:nvSpPr>
        <p:spPr>
          <a:xfrm>
            <a:off x="5536692" y="4119372"/>
            <a:ext cx="82296" cy="82296"/>
          </a:xfrm>
          <a:prstGeom prst="rect">
            <a:avLst/>
          </a:prstGeom>
          <a:solidFill>
            <a:srgbClr val="FFB8AE"/>
          </a:solidFill>
          <a:ln/>
        </p:spPr>
      </p:sp>
      <p:sp>
        <p:nvSpPr>
          <p:cNvPr id="22" name="o21"/>
          <p:cNvSpPr/>
          <p:nvPr/>
        </p:nvSpPr>
        <p:spPr>
          <a:xfrm>
            <a:off x="5902452" y="4119372"/>
            <a:ext cx="82296" cy="82296"/>
          </a:xfrm>
          <a:prstGeom prst="rect">
            <a:avLst/>
          </a:prstGeom>
          <a:solidFill>
            <a:srgbClr val="FFB8AE"/>
          </a:solidFill>
          <a:ln/>
        </p:spPr>
      </p:sp>
      <p:sp>
        <p:nvSpPr>
          <p:cNvPr id="23" name="o22"/>
          <p:cNvSpPr/>
          <p:nvPr/>
        </p:nvSpPr>
        <p:spPr>
          <a:xfrm>
            <a:off x="6268212" y="4119372"/>
            <a:ext cx="82296" cy="82296"/>
          </a:xfrm>
          <a:prstGeom prst="rect">
            <a:avLst/>
          </a:prstGeom>
          <a:solidFill>
            <a:srgbClr val="FFB8AE"/>
          </a:solidFill>
          <a:ln/>
        </p:spPr>
      </p:sp>
      <p:sp>
        <p:nvSpPr>
          <p:cNvPr id="24" name="o23"/>
          <p:cNvSpPr/>
          <p:nvPr/>
        </p:nvSpPr>
        <p:spPr>
          <a:xfrm>
            <a:off x="6633972" y="4119372"/>
            <a:ext cx="82296" cy="82296"/>
          </a:xfrm>
          <a:prstGeom prst="rect">
            <a:avLst/>
          </a:prstGeom>
          <a:solidFill>
            <a:srgbClr val="FFB8AE"/>
          </a:solidFill>
          <a:ln/>
        </p:spPr>
      </p:sp>
      <p:sp>
        <p:nvSpPr>
          <p:cNvPr id="25" name="o24"/>
          <p:cNvSpPr/>
          <p:nvPr/>
        </p:nvSpPr>
        <p:spPr>
          <a:xfrm>
            <a:off x="6999732" y="4119372"/>
            <a:ext cx="82296" cy="82296"/>
          </a:xfrm>
          <a:prstGeom prst="rect">
            <a:avLst/>
          </a:prstGeom>
          <a:solidFill>
            <a:srgbClr val="FFB8AE"/>
          </a:solidFill>
          <a:ln/>
        </p:spPr>
      </p:sp>
      <p:sp>
        <p:nvSpPr>
          <p:cNvPr id="26" name="o25"/>
          <p:cNvSpPr/>
          <p:nvPr/>
        </p:nvSpPr>
        <p:spPr>
          <a:xfrm>
            <a:off x="7365492" y="4119372"/>
            <a:ext cx="82296" cy="82296"/>
          </a:xfrm>
          <a:prstGeom prst="rect">
            <a:avLst/>
          </a:prstGeom>
          <a:solidFill>
            <a:srgbClr val="FFB8AE"/>
          </a:solidFill>
          <a:ln/>
        </p:spPr>
      </p:sp>
      <p:sp>
        <p:nvSpPr>
          <p:cNvPr id="27" name="o26"/>
          <p:cNvSpPr/>
          <p:nvPr/>
        </p:nvSpPr>
        <p:spPr>
          <a:xfrm>
            <a:off x="7731252" y="4119372"/>
            <a:ext cx="82296" cy="82296"/>
          </a:xfrm>
          <a:prstGeom prst="rect">
            <a:avLst/>
          </a:prstGeom>
          <a:solidFill>
            <a:srgbClr val="FFB8AE"/>
          </a:solidFill>
          <a:ln/>
        </p:spPr>
      </p:sp>
      <p:sp>
        <p:nvSpPr>
          <p:cNvPr id="28" name="o27"/>
          <p:cNvSpPr/>
          <p:nvPr/>
        </p:nvSpPr>
        <p:spPr>
          <a:xfrm>
            <a:off x="8097012" y="4119372"/>
            <a:ext cx="82296" cy="82296"/>
          </a:xfrm>
          <a:prstGeom prst="rect">
            <a:avLst/>
          </a:prstGeom>
          <a:solidFill>
            <a:srgbClr val="FFB8AE"/>
          </a:solidFill>
          <a:ln/>
        </p:spPr>
      </p:sp>
      <p:sp>
        <p:nvSpPr>
          <p:cNvPr id="29" name="o28"/>
          <p:cNvSpPr/>
          <p:nvPr/>
        </p:nvSpPr>
        <p:spPr>
          <a:xfrm>
            <a:off x="8462772" y="4119372"/>
            <a:ext cx="82296" cy="82296"/>
          </a:xfrm>
          <a:prstGeom prst="rect">
            <a:avLst/>
          </a:prstGeom>
          <a:solidFill>
            <a:srgbClr val="FFB8AE"/>
          </a:solidFill>
          <a:ln/>
        </p:spPr>
      </p:sp>
      <p:sp>
        <p:nvSpPr>
          <p:cNvPr id="30" name="o29"/>
          <p:cNvSpPr/>
          <p:nvPr/>
        </p:nvSpPr>
        <p:spPr>
          <a:xfrm>
            <a:off x="8828532" y="4119372"/>
            <a:ext cx="82296" cy="82296"/>
          </a:xfrm>
          <a:prstGeom prst="rect">
            <a:avLst/>
          </a:prstGeom>
          <a:solidFill>
            <a:srgbClr val="FFB8AE"/>
          </a:solidFill>
          <a:ln/>
        </p:spPr>
      </p:sp>
      <p:sp>
        <p:nvSpPr>
          <p:cNvPr id="31" name="o30"/>
          <p:cNvSpPr/>
          <p:nvPr/>
        </p:nvSpPr>
        <p:spPr>
          <a:xfrm>
            <a:off x="9194292" y="4119372"/>
            <a:ext cx="82296" cy="82296"/>
          </a:xfrm>
          <a:prstGeom prst="rect">
            <a:avLst/>
          </a:prstGeom>
          <a:solidFill>
            <a:srgbClr val="FFB8AE"/>
          </a:solidFill>
          <a:ln/>
        </p:spPr>
      </p:sp>
      <p:sp>
        <p:nvSpPr>
          <p:cNvPr id="32" name="o31"/>
          <p:cNvSpPr/>
          <p:nvPr/>
        </p:nvSpPr>
        <p:spPr>
          <a:xfrm>
            <a:off x="9560052" y="4119372"/>
            <a:ext cx="82296" cy="82296"/>
          </a:xfrm>
          <a:prstGeom prst="rect">
            <a:avLst/>
          </a:prstGeom>
          <a:solidFill>
            <a:srgbClr val="FFB8AE"/>
          </a:solidFill>
          <a:ln/>
        </p:spPr>
      </p:sp>
      <p:sp>
        <p:nvSpPr>
          <p:cNvPr id="33" name="o32"/>
          <p:cNvSpPr/>
          <p:nvPr/>
        </p:nvSpPr>
        <p:spPr>
          <a:xfrm>
            <a:off x="9925812" y="4119372"/>
            <a:ext cx="82296" cy="82296"/>
          </a:xfrm>
          <a:prstGeom prst="rect">
            <a:avLst/>
          </a:prstGeom>
          <a:solidFill>
            <a:srgbClr val="FFB8AE"/>
          </a:solidFill>
          <a:ln/>
        </p:spPr>
      </p:sp>
      <p:pic>
        <p:nvPicPr>
          <p:cNvPr id="34" name="o33" descr="Pac-Man">    </p:cNvPr>
          <p:cNvPicPr>
            <a:picLocks noChangeAspect="1"/>
          </p:cNvPicPr>
          <p:nvPr/>
        </p:nvPicPr>
        <p:blipFill>
          <a:blip r:embed="rId4"/>
          <a:stretch>
            <a:fillRect/>
          </a:stretch>
        </p:blipFill>
        <p:spPr>
          <a:xfrm>
            <a:off x="2990088" y="3950208"/>
            <a:ext cx="420624" cy="420624"/>
          </a:xfrm>
          <a:prstGeom prst="rect">
            <a:avLst/>
          </a:prstGeom>
        </p:spPr>
      </p:pic>
      <p:pic>
        <p:nvPicPr>
          <p:cNvPr id="35" name="o34" descr="fantôme">    </p:cNvPr>
          <p:cNvPicPr>
            <a:picLocks noChangeAspect="1"/>
          </p:cNvPicPr>
          <p:nvPr/>
        </p:nvPicPr>
        <p:blipFill>
          <a:blip r:embed="rId5"/>
          <a:stretch>
            <a:fillRect/>
          </a:stretch>
        </p:blipFill>
        <p:spPr>
          <a:xfrm>
            <a:off x="2350008" y="3950208"/>
            <a:ext cx="420624" cy="420624"/>
          </a:xfrm>
          <a:prstGeom prst="rect">
            <a:avLst/>
          </a:prstGeom>
        </p:spPr>
      </p:pic>
      <p:pic>
        <p:nvPicPr>
          <p:cNvPr id="36" name="o35" descr="fantôme">    </p:cNvPr>
          <p:cNvPicPr>
            <a:picLocks noChangeAspect="1"/>
          </p:cNvPicPr>
          <p:nvPr/>
        </p:nvPicPr>
        <p:blipFill>
          <a:blip r:embed="rId6"/>
          <a:stretch>
            <a:fillRect/>
          </a:stretch>
        </p:blipFill>
        <p:spPr>
          <a:xfrm>
            <a:off x="1801368" y="3950208"/>
            <a:ext cx="420624" cy="420624"/>
          </a:xfrm>
          <a:prstGeom prst="rect">
            <a:avLst/>
          </a:prstGeom>
        </p:spPr>
      </p:pic>
      <p:pic>
        <p:nvPicPr>
          <p:cNvPr id="37" name="o36" descr="fantôme">    </p:cNvPr>
          <p:cNvPicPr>
            <a:picLocks noChangeAspect="1"/>
          </p:cNvPicPr>
          <p:nvPr/>
        </p:nvPicPr>
        <p:blipFill>
          <a:blip r:embed="rId7"/>
          <a:stretch>
            <a:fillRect/>
          </a:stretch>
        </p:blipFill>
        <p:spPr>
          <a:xfrm>
            <a:off x="1252728" y="3950208"/>
            <a:ext cx="420624" cy="420624"/>
          </a:xfrm>
          <a:prstGeom prst="rect">
            <a:avLst/>
          </a:prstGeom>
        </p:spPr>
      </p:pic>
      <p:pic>
        <p:nvPicPr>
          <p:cNvPr id="38" name="o37" descr="fantôme">    </p:cNvPr>
          <p:cNvPicPr>
            <a:picLocks noChangeAspect="1"/>
          </p:cNvPicPr>
          <p:nvPr/>
        </p:nvPicPr>
        <p:blipFill>
          <a:blip r:embed="rId8"/>
          <a:stretch>
            <a:fillRect/>
          </a:stretch>
        </p:blipFill>
        <p:spPr>
          <a:xfrm>
            <a:off x="704088" y="3950208"/>
            <a:ext cx="420624" cy="420624"/>
          </a:xfrm>
          <a:prstGeom prst="rect">
            <a:avLst/>
          </a:prstGeom>
        </p:spPr>
      </p:pic>
      <p:pic>
        <p:nvPicPr>
          <p:cNvPr id="39" name="o38" descr="READY!">    </p:cNvPr>
          <p:cNvPicPr>
            <a:picLocks noChangeAspect="1"/>
          </p:cNvPicPr>
          <p:nvPr/>
        </p:nvPicPr>
        <p:blipFill>
          <a:blip r:embed="rId9"/>
          <a:stretch>
            <a:fillRect/>
          </a:stretch>
        </p:blipFill>
        <p:spPr>
          <a:xfrm>
            <a:off x="5492344" y="4617720"/>
            <a:ext cx="1207008" cy="201168"/>
          </a:xfrm>
          <a:prstGeom prst="rect">
            <a:avLst/>
          </a:prstGeom>
        </p:spPr>
      </p:pic>
      <p:sp>
        <p:nvSpPr>
          <p:cNvPr id="40" name="o39"/>
          <p:cNvSpPr/>
          <p:nvPr/>
        </p:nvSpPr>
        <p:spPr>
          <a:xfrm>
            <a:off x="5865876" y="6414516"/>
            <a:ext cx="64008" cy="64008"/>
          </a:xfrm>
          <a:prstGeom prst="rect">
            <a:avLst/>
          </a:prstGeom>
          <a:solidFill>
            <a:srgbClr val="FFB8AE"/>
          </a:solidFill>
          <a:ln/>
        </p:spPr>
      </p:sp>
      <p:sp>
        <p:nvSpPr>
          <p:cNvPr id="41" name="o40"/>
          <p:cNvSpPr/>
          <p:nvPr/>
        </p:nvSpPr>
        <p:spPr>
          <a:xfrm>
            <a:off x="6094476" y="6414516"/>
            <a:ext cx="64008" cy="64008"/>
          </a:xfrm>
          <a:prstGeom prst="rect">
            <a:avLst/>
          </a:prstGeom>
          <a:solidFill>
            <a:srgbClr val="FFB8AE"/>
          </a:solidFill>
          <a:ln/>
        </p:spPr>
      </p:sp>
      <p:sp>
        <p:nvSpPr>
          <p:cNvPr id="42" name="o41"/>
          <p:cNvSpPr/>
          <p:nvPr/>
        </p:nvSpPr>
        <p:spPr>
          <a:xfrm>
            <a:off x="6323076" y="6414516"/>
            <a:ext cx="64008" cy="64008"/>
          </a:xfrm>
          <a:prstGeom prst="rect">
            <a:avLst/>
          </a:prstGeom>
          <a:solidFill>
            <a:srgbClr val="FFB8AE"/>
          </a:solidFill>
          <a:ln/>
        </p:spPr>
      </p:sp>
      <p:sp>
        <p:nvSpPr>
          <p:cNvPr id="43" name="o42"/>
          <p:cNvSpPr/>
          <p:nvPr/>
        </p:nvSpPr>
        <p:spPr>
          <a:xfrm>
            <a:off x="6551676" y="6414516"/>
            <a:ext cx="64008" cy="64008"/>
          </a:xfrm>
          <a:prstGeom prst="rect">
            <a:avLst/>
          </a:prstGeom>
          <a:solidFill>
            <a:srgbClr val="FFB8AE"/>
          </a:solidFill>
          <a:ln/>
        </p:spPr>
      </p:sp>
      <p:sp>
        <p:nvSpPr>
          <p:cNvPr id="44" name="o43"/>
          <p:cNvSpPr/>
          <p:nvPr/>
        </p:nvSpPr>
        <p:spPr>
          <a:xfrm>
            <a:off x="6780276" y="6414516"/>
            <a:ext cx="64008" cy="64008"/>
          </a:xfrm>
          <a:prstGeom prst="rect">
            <a:avLst/>
          </a:prstGeom>
          <a:solidFill>
            <a:srgbClr val="FFB8AE"/>
          </a:solidFill>
          <a:ln/>
        </p:spPr>
      </p:sp>
      <p:sp>
        <p:nvSpPr>
          <p:cNvPr id="45" name="o44"/>
          <p:cNvSpPr/>
          <p:nvPr/>
        </p:nvSpPr>
        <p:spPr>
          <a:xfrm>
            <a:off x="7008876" y="6414516"/>
            <a:ext cx="64008" cy="64008"/>
          </a:xfrm>
          <a:prstGeom prst="rect">
            <a:avLst/>
          </a:prstGeom>
          <a:solidFill>
            <a:srgbClr val="FFB8AE"/>
          </a:solidFill>
          <a:ln/>
        </p:spPr>
      </p:sp>
      <p:sp>
        <p:nvSpPr>
          <p:cNvPr id="46" name="o45"/>
          <p:cNvSpPr/>
          <p:nvPr/>
        </p:nvSpPr>
        <p:spPr>
          <a:xfrm>
            <a:off x="7237476" y="6414516"/>
            <a:ext cx="64008" cy="64008"/>
          </a:xfrm>
          <a:prstGeom prst="rect">
            <a:avLst/>
          </a:prstGeom>
          <a:solidFill>
            <a:srgbClr val="FFB8AE"/>
          </a:solidFill>
          <a:ln/>
        </p:spPr>
      </p:sp>
      <p:sp>
        <p:nvSpPr>
          <p:cNvPr id="47" name="o46"/>
          <p:cNvSpPr/>
          <p:nvPr/>
        </p:nvSpPr>
        <p:spPr>
          <a:xfrm>
            <a:off x="7466076" y="6414516"/>
            <a:ext cx="64008" cy="64008"/>
          </a:xfrm>
          <a:prstGeom prst="rect">
            <a:avLst/>
          </a:prstGeom>
          <a:solidFill>
            <a:srgbClr val="FFB8AE"/>
          </a:solidFill>
          <a:ln/>
        </p:spPr>
      </p:sp>
      <p:sp>
        <p:nvSpPr>
          <p:cNvPr id="48" name="o47"/>
          <p:cNvSpPr/>
          <p:nvPr/>
        </p:nvSpPr>
        <p:spPr>
          <a:xfrm>
            <a:off x="7694676" y="6414516"/>
            <a:ext cx="64008" cy="64008"/>
          </a:xfrm>
          <a:prstGeom prst="rect">
            <a:avLst/>
          </a:prstGeom>
          <a:solidFill>
            <a:srgbClr val="FFB8AE"/>
          </a:solidFill>
          <a:ln/>
        </p:spPr>
      </p:sp>
      <p:sp>
        <p:nvSpPr>
          <p:cNvPr id="49" name="o48"/>
          <p:cNvSpPr/>
          <p:nvPr/>
        </p:nvSpPr>
        <p:spPr>
          <a:xfrm>
            <a:off x="7923276" y="6414516"/>
            <a:ext cx="64008" cy="64008"/>
          </a:xfrm>
          <a:prstGeom prst="rect">
            <a:avLst/>
          </a:prstGeom>
          <a:solidFill>
            <a:srgbClr val="FFB8AE"/>
          </a:solidFill>
          <a:ln/>
        </p:spPr>
      </p:sp>
      <p:sp>
        <p:nvSpPr>
          <p:cNvPr id="50" name="o49"/>
          <p:cNvSpPr/>
          <p:nvPr/>
        </p:nvSpPr>
        <p:spPr>
          <a:xfrm>
            <a:off x="8151876" y="6414516"/>
            <a:ext cx="64008" cy="64008"/>
          </a:xfrm>
          <a:prstGeom prst="rect">
            <a:avLst/>
          </a:prstGeom>
          <a:solidFill>
            <a:srgbClr val="FFB8AE"/>
          </a:solidFill>
          <a:ln/>
        </p:spPr>
      </p:sp>
      <p:sp>
        <p:nvSpPr>
          <p:cNvPr id="51" name="o50"/>
          <p:cNvSpPr/>
          <p:nvPr/>
        </p:nvSpPr>
        <p:spPr>
          <a:xfrm>
            <a:off x="8380476" y="6414516"/>
            <a:ext cx="64008" cy="64008"/>
          </a:xfrm>
          <a:prstGeom prst="rect">
            <a:avLst/>
          </a:prstGeom>
          <a:solidFill>
            <a:srgbClr val="FFB8AE"/>
          </a:solidFill>
          <a:ln/>
        </p:spPr>
      </p:sp>
      <p:sp>
        <p:nvSpPr>
          <p:cNvPr id="52" name="o51"/>
          <p:cNvSpPr/>
          <p:nvPr/>
        </p:nvSpPr>
        <p:spPr>
          <a:xfrm>
            <a:off x="8609076" y="6414516"/>
            <a:ext cx="64008" cy="64008"/>
          </a:xfrm>
          <a:prstGeom prst="rect">
            <a:avLst/>
          </a:prstGeom>
          <a:solidFill>
            <a:srgbClr val="FFB8AE"/>
          </a:solidFill>
          <a:ln/>
        </p:spPr>
      </p:sp>
      <p:sp>
        <p:nvSpPr>
          <p:cNvPr id="53" name="o52"/>
          <p:cNvSpPr/>
          <p:nvPr/>
        </p:nvSpPr>
        <p:spPr>
          <a:xfrm>
            <a:off x="8837676" y="6414516"/>
            <a:ext cx="64008" cy="64008"/>
          </a:xfrm>
          <a:prstGeom prst="rect">
            <a:avLst/>
          </a:prstGeom>
          <a:solidFill>
            <a:srgbClr val="FFB8AE"/>
          </a:solidFill>
          <a:ln/>
        </p:spPr>
      </p:sp>
      <p:sp>
        <p:nvSpPr>
          <p:cNvPr id="54" name="o53"/>
          <p:cNvSpPr/>
          <p:nvPr/>
        </p:nvSpPr>
        <p:spPr>
          <a:xfrm>
            <a:off x="9066276" y="6414516"/>
            <a:ext cx="64008" cy="64008"/>
          </a:xfrm>
          <a:prstGeom prst="rect">
            <a:avLst/>
          </a:prstGeom>
          <a:solidFill>
            <a:srgbClr val="FFB8AE"/>
          </a:solidFill>
          <a:ln/>
        </p:spPr>
      </p:sp>
      <p:sp>
        <p:nvSpPr>
          <p:cNvPr id="55" name="o54"/>
          <p:cNvSpPr/>
          <p:nvPr/>
        </p:nvSpPr>
        <p:spPr>
          <a:xfrm>
            <a:off x="9294876" y="6414516"/>
            <a:ext cx="64008" cy="64008"/>
          </a:xfrm>
          <a:prstGeom prst="rect">
            <a:avLst/>
          </a:prstGeom>
          <a:solidFill>
            <a:srgbClr val="FFB8AE"/>
          </a:solidFill>
          <a:ln/>
        </p:spPr>
      </p:sp>
      <p:sp>
        <p:nvSpPr>
          <p:cNvPr id="56" name="o55"/>
          <p:cNvSpPr/>
          <p:nvPr/>
        </p:nvSpPr>
        <p:spPr>
          <a:xfrm>
            <a:off x="9523476" y="6414516"/>
            <a:ext cx="64008" cy="64008"/>
          </a:xfrm>
          <a:prstGeom prst="rect">
            <a:avLst/>
          </a:prstGeom>
          <a:solidFill>
            <a:srgbClr val="FFB8AE"/>
          </a:solidFill>
          <a:ln/>
        </p:spPr>
      </p:sp>
      <p:sp>
        <p:nvSpPr>
          <p:cNvPr id="57" name="o56"/>
          <p:cNvSpPr/>
          <p:nvPr/>
        </p:nvSpPr>
        <p:spPr>
          <a:xfrm>
            <a:off x="9752076" y="6414516"/>
            <a:ext cx="64008" cy="64008"/>
          </a:xfrm>
          <a:prstGeom prst="rect">
            <a:avLst/>
          </a:prstGeom>
          <a:solidFill>
            <a:srgbClr val="FFB8AE"/>
          </a:solidFill>
          <a:ln/>
        </p:spPr>
      </p:sp>
      <p:sp>
        <p:nvSpPr>
          <p:cNvPr id="58" name="o57"/>
          <p:cNvSpPr/>
          <p:nvPr/>
        </p:nvSpPr>
        <p:spPr>
          <a:xfrm>
            <a:off x="9980676" y="6414516"/>
            <a:ext cx="64008" cy="64008"/>
          </a:xfrm>
          <a:prstGeom prst="rect">
            <a:avLst/>
          </a:prstGeom>
          <a:solidFill>
            <a:srgbClr val="FFB8AE"/>
          </a:solidFill>
          <a:ln/>
        </p:spPr>
      </p:sp>
      <p:sp>
        <p:nvSpPr>
          <p:cNvPr id="59" name="o58"/>
          <p:cNvSpPr/>
          <p:nvPr/>
        </p:nvSpPr>
        <p:spPr>
          <a:xfrm>
            <a:off x="10209276" y="6414516"/>
            <a:ext cx="64008" cy="64008"/>
          </a:xfrm>
          <a:prstGeom prst="rect">
            <a:avLst/>
          </a:prstGeom>
          <a:solidFill>
            <a:srgbClr val="FFB8AE"/>
          </a:solidFill>
          <a:ln/>
        </p:spPr>
      </p:sp>
      <p:sp>
        <p:nvSpPr>
          <p:cNvPr id="60" name="o59"/>
          <p:cNvSpPr/>
          <p:nvPr/>
        </p:nvSpPr>
        <p:spPr>
          <a:xfrm>
            <a:off x="10437876" y="6414516"/>
            <a:ext cx="64008" cy="64008"/>
          </a:xfrm>
          <a:prstGeom prst="rect">
            <a:avLst/>
          </a:prstGeom>
          <a:solidFill>
            <a:srgbClr val="FFB8AE"/>
          </a:solidFill>
          <a:ln/>
        </p:spPr>
      </p:sp>
      <p:sp>
        <p:nvSpPr>
          <p:cNvPr id="61" name="o60"/>
          <p:cNvSpPr/>
          <p:nvPr/>
        </p:nvSpPr>
        <p:spPr>
          <a:xfrm>
            <a:off x="10666476" y="6414516"/>
            <a:ext cx="64008" cy="64008"/>
          </a:xfrm>
          <a:prstGeom prst="rect">
            <a:avLst/>
          </a:prstGeom>
          <a:solidFill>
            <a:srgbClr val="FFB8AE"/>
          </a:solidFill>
          <a:ln/>
        </p:spPr>
      </p:sp>
      <p:sp>
        <p:nvSpPr>
          <p:cNvPr id="62" name="o61"/>
          <p:cNvSpPr/>
          <p:nvPr/>
        </p:nvSpPr>
        <p:spPr>
          <a:xfrm>
            <a:off x="10895076" y="6414516"/>
            <a:ext cx="64008" cy="64008"/>
          </a:xfrm>
          <a:prstGeom prst="rect">
            <a:avLst/>
          </a:prstGeom>
          <a:solidFill>
            <a:srgbClr val="FFB8AE"/>
          </a:solidFill>
          <a:ln/>
        </p:spPr>
      </p:sp>
      <p:sp>
        <p:nvSpPr>
          <p:cNvPr id="63" name="o62"/>
          <p:cNvSpPr/>
          <p:nvPr/>
        </p:nvSpPr>
        <p:spPr>
          <a:xfrm>
            <a:off x="11123676" y="6414516"/>
            <a:ext cx="64008" cy="64008"/>
          </a:xfrm>
          <a:prstGeom prst="rect">
            <a:avLst/>
          </a:prstGeom>
          <a:solidFill>
            <a:srgbClr val="FFB8AE"/>
          </a:solidFill>
          <a:ln/>
        </p:spPr>
      </p:sp>
      <p:pic>
        <p:nvPicPr>
          <p:cNvPr id="64" name="o63" descr="super pac-gomme">    </p:cNvPr>
          <p:cNvPicPr>
            <a:picLocks noChangeAspect="1"/>
          </p:cNvPicPr>
          <p:nvPr/>
        </p:nvPicPr>
        <p:blipFill>
          <a:blip r:embed="rId10"/>
          <a:stretch>
            <a:fillRect/>
          </a:stretch>
        </p:blipFill>
        <p:spPr>
          <a:xfrm>
            <a:off x="11448288" y="6355080"/>
            <a:ext cx="182880" cy="182880"/>
          </a:xfrm>
          <a:prstGeom prst="rect">
            <a:avLst/>
          </a:prstGeom>
        </p:spPr>
      </p:pic>
      <p:pic>
        <p:nvPicPr>
          <p:cNvPr id="65" name="o64" descr="Pac-Man : progression">    </p:cNvPr>
          <p:cNvPicPr>
            <a:picLocks noChangeAspect="1"/>
          </p:cNvPicPr>
          <p:nvPr/>
        </p:nvPicPr>
        <p:blipFill>
          <a:blip r:embed="rId11"/>
          <a:stretch>
            <a:fillRect/>
          </a:stretch>
        </p:blipFill>
        <p:spPr>
          <a:xfrm>
            <a:off x="5556504" y="6291072"/>
            <a:ext cx="310896" cy="310896"/>
          </a:xfrm>
          <a:prstGeom prst="rect">
            <a:avLst/>
          </a:prstGeom>
        </p:spPr>
      </p:pic>
      <p:pic>
        <p:nvPicPr>
          <p:cNvPr id="66" name="o65" descr="fantôme">    </p:cNvPr>
          <p:cNvPicPr>
            <a:picLocks noChangeAspect="1"/>
          </p:cNvPicPr>
          <p:nvPr/>
        </p:nvPicPr>
        <p:blipFill>
          <a:blip r:embed="rId12"/>
          <a:stretch>
            <a:fillRect/>
          </a:stretch>
        </p:blipFill>
        <p:spPr>
          <a:xfrm>
            <a:off x="4989576" y="6291072"/>
            <a:ext cx="310896" cy="310896"/>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2" fill="hold">
                            <p:stCondLst>
                              <p:cond delay="0"/>
                            </p:stCondLst>
                            <p:childTnLst>
                              <p:par>
                                <p:cTn id="4" presetID="1" presetClass="exit" presetSubtype="0" fill="hold" nodeType="withEffect">
                                  <p:stCondLst>
                                    <p:cond delay="1054"/>
                                  </p:stCondLst>
                                  <p:childTnLst>
                                    <p:set>
                                      <p:cBhvr>
                                        <p:cTn id="5" dur="1" fill="hold">
                                          <p:stCondLst>
                                            <p:cond delay="0"/>
                                          </p:stCondLst>
                                        </p:cTn>
                                        <p:tgtEl>
                                          <p:spTgt spid="16"/>
                                        </p:tgtEl>
                                        <p:attrNameLst>
                                          <p:attrName>style.visibility</p:attrName>
                                        </p:attrNameLst>
                                      </p:cBhvr>
                                      <p:to>
                                        <p:strVal val="hidden"/>
                                      </p:to>
                                    </p:set>
                                  </p:childTnLst>
                                </p:cTn>
                              </p:par>
                              <p:par>
                                <p:cTn id="6" presetID="1" presetClass="exit" presetSubtype="0" fill="hold" nodeType="withEffect">
                                  <p:stCondLst>
                                    <p:cond delay="1191"/>
                                  </p:stCondLst>
                                  <p:childTnLst>
                                    <p:set>
                                      <p:cBhvr>
                                        <p:cTn id="7" dur="1" fill="hold">
                                          <p:stCondLst>
                                            <p:cond delay="0"/>
                                          </p:stCondLst>
                                        </p:cTn>
                                        <p:tgtEl>
                                          <p:spTgt spid="17"/>
                                        </p:tgtEl>
                                        <p:attrNameLst>
                                          <p:attrName>style.visibility</p:attrName>
                                        </p:attrNameLst>
                                      </p:cBhvr>
                                      <p:to>
                                        <p:strVal val="hidden"/>
                                      </p:to>
                                    </p:set>
                                  </p:childTnLst>
                                </p:cTn>
                              </p:par>
                              <p:par>
                                <p:cTn id="8" presetID="1" presetClass="exit" presetSubtype="0" fill="hold" nodeType="withEffect">
                                  <p:stCondLst>
                                    <p:cond delay="1328"/>
                                  </p:stCondLst>
                                  <p:childTnLst>
                                    <p:set>
                                      <p:cBhvr>
                                        <p:cTn id="9" dur="1" fill="hold">
                                          <p:stCondLst>
                                            <p:cond delay="0"/>
                                          </p:stCondLst>
                                        </p:cTn>
                                        <p:tgtEl>
                                          <p:spTgt spid="18"/>
                                        </p:tgtEl>
                                        <p:attrNameLst>
                                          <p:attrName>style.visibility</p:attrName>
                                        </p:attrNameLst>
                                      </p:cBhvr>
                                      <p:to>
                                        <p:strVal val="hidden"/>
                                      </p:to>
                                    </p:set>
                                  </p:childTnLst>
                                </p:cTn>
                              </p:par>
                              <p:par>
                                <p:cTn id="10" presetID="1" presetClass="exit" presetSubtype="0" fill="hold" nodeType="withEffect">
                                  <p:stCondLst>
                                    <p:cond delay="1464"/>
                                  </p:stCondLst>
                                  <p:childTnLst>
                                    <p:set>
                                      <p:cBhvr>
                                        <p:cTn id="11" dur="1" fill="hold">
                                          <p:stCondLst>
                                            <p:cond delay="0"/>
                                          </p:stCondLst>
                                        </p:cTn>
                                        <p:tgtEl>
                                          <p:spTgt spid="19"/>
                                        </p:tgtEl>
                                        <p:attrNameLst>
                                          <p:attrName>style.visibility</p:attrName>
                                        </p:attrNameLst>
                                      </p:cBhvr>
                                      <p:to>
                                        <p:strVal val="hidden"/>
                                      </p:to>
                                    </p:set>
                                  </p:childTnLst>
                                </p:cTn>
                              </p:par>
                              <p:par>
                                <p:cTn id="12" presetID="1" presetClass="exit" presetSubtype="0" fill="hold" nodeType="withEffect">
                                  <p:stCondLst>
                                    <p:cond delay="1601"/>
                                  </p:stCondLst>
                                  <p:childTnLst>
                                    <p:set>
                                      <p:cBhvr>
                                        <p:cTn id="13" dur="1" fill="hold">
                                          <p:stCondLst>
                                            <p:cond delay="0"/>
                                          </p:stCondLst>
                                        </p:cTn>
                                        <p:tgtEl>
                                          <p:spTgt spid="20"/>
                                        </p:tgtEl>
                                        <p:attrNameLst>
                                          <p:attrName>style.visibility</p:attrName>
                                        </p:attrNameLst>
                                      </p:cBhvr>
                                      <p:to>
                                        <p:strVal val="hidden"/>
                                      </p:to>
                                    </p:set>
                                  </p:childTnLst>
                                </p:cTn>
                              </p:par>
                              <p:par>
                                <p:cTn id="14" presetID="1" presetClass="exit" presetSubtype="0" fill="hold" nodeType="withEffect">
                                  <p:stCondLst>
                                    <p:cond delay="1738"/>
                                  </p:stCondLst>
                                  <p:childTnLst>
                                    <p:set>
                                      <p:cBhvr>
                                        <p:cTn id="15" dur="1" fill="hold">
                                          <p:stCondLst>
                                            <p:cond delay="0"/>
                                          </p:stCondLst>
                                        </p:cTn>
                                        <p:tgtEl>
                                          <p:spTgt spid="21"/>
                                        </p:tgtEl>
                                        <p:attrNameLst>
                                          <p:attrName>style.visibility</p:attrName>
                                        </p:attrNameLst>
                                      </p:cBhvr>
                                      <p:to>
                                        <p:strVal val="hidden"/>
                                      </p:to>
                                    </p:set>
                                  </p:childTnLst>
                                </p:cTn>
                              </p:par>
                              <p:par>
                                <p:cTn id="16" presetID="1" presetClass="exit" presetSubtype="0" fill="hold" nodeType="withEffect">
                                  <p:stCondLst>
                                    <p:cond delay="1875"/>
                                  </p:stCondLst>
                                  <p:childTnLst>
                                    <p:set>
                                      <p:cBhvr>
                                        <p:cTn id="17" dur="1" fill="hold">
                                          <p:stCondLst>
                                            <p:cond delay="0"/>
                                          </p:stCondLst>
                                        </p:cTn>
                                        <p:tgtEl>
                                          <p:spTgt spid="22"/>
                                        </p:tgtEl>
                                        <p:attrNameLst>
                                          <p:attrName>style.visibility</p:attrName>
                                        </p:attrNameLst>
                                      </p:cBhvr>
                                      <p:to>
                                        <p:strVal val="hidden"/>
                                      </p:to>
                                    </p:set>
                                  </p:childTnLst>
                                </p:cTn>
                              </p:par>
                              <p:par>
                                <p:cTn id="18" presetID="1" presetClass="exit" presetSubtype="0" fill="hold" nodeType="withEffect">
                                  <p:stCondLst>
                                    <p:cond delay="2012"/>
                                  </p:stCondLst>
                                  <p:childTnLst>
                                    <p:set>
                                      <p:cBhvr>
                                        <p:cTn id="19" dur="1" fill="hold">
                                          <p:stCondLst>
                                            <p:cond delay="0"/>
                                          </p:stCondLst>
                                        </p:cTn>
                                        <p:tgtEl>
                                          <p:spTgt spid="23"/>
                                        </p:tgtEl>
                                        <p:attrNameLst>
                                          <p:attrName>style.visibility</p:attrName>
                                        </p:attrNameLst>
                                      </p:cBhvr>
                                      <p:to>
                                        <p:strVal val="hidden"/>
                                      </p:to>
                                    </p:set>
                                  </p:childTnLst>
                                </p:cTn>
                              </p:par>
                              <p:par>
                                <p:cTn id="20" presetID="1" presetClass="exit" presetSubtype="0" fill="hold" nodeType="withEffect">
                                  <p:stCondLst>
                                    <p:cond delay="2149"/>
                                  </p:stCondLst>
                                  <p:childTnLst>
                                    <p:set>
                                      <p:cBhvr>
                                        <p:cTn id="21" dur="1" fill="hold">
                                          <p:stCondLst>
                                            <p:cond delay="0"/>
                                          </p:stCondLst>
                                        </p:cTn>
                                        <p:tgtEl>
                                          <p:spTgt spid="24"/>
                                        </p:tgtEl>
                                        <p:attrNameLst>
                                          <p:attrName>style.visibility</p:attrName>
                                        </p:attrNameLst>
                                      </p:cBhvr>
                                      <p:to>
                                        <p:strVal val="hidden"/>
                                      </p:to>
                                    </p:set>
                                  </p:childTnLst>
                                </p:cTn>
                              </p:par>
                              <p:par>
                                <p:cTn id="22" presetID="1" presetClass="exit" presetSubtype="0" fill="hold" nodeType="withEffect">
                                  <p:stCondLst>
                                    <p:cond delay="2286"/>
                                  </p:stCondLst>
                                  <p:childTnLst>
                                    <p:set>
                                      <p:cBhvr>
                                        <p:cTn id="23" dur="1" fill="hold">
                                          <p:stCondLst>
                                            <p:cond delay="0"/>
                                          </p:stCondLst>
                                        </p:cTn>
                                        <p:tgtEl>
                                          <p:spTgt spid="25"/>
                                        </p:tgtEl>
                                        <p:attrNameLst>
                                          <p:attrName>style.visibility</p:attrName>
                                        </p:attrNameLst>
                                      </p:cBhvr>
                                      <p:to>
                                        <p:strVal val="hidden"/>
                                      </p:to>
                                    </p:set>
                                  </p:childTnLst>
                                </p:cTn>
                              </p:par>
                              <p:par>
                                <p:cTn id="24" presetID="1" presetClass="exit" presetSubtype="0" fill="hold" nodeType="withEffect">
                                  <p:stCondLst>
                                    <p:cond delay="2422"/>
                                  </p:stCondLst>
                                  <p:childTnLst>
                                    <p:set>
                                      <p:cBhvr>
                                        <p:cTn id="25" dur="1" fill="hold">
                                          <p:stCondLst>
                                            <p:cond delay="0"/>
                                          </p:stCondLst>
                                        </p:cTn>
                                        <p:tgtEl>
                                          <p:spTgt spid="26"/>
                                        </p:tgtEl>
                                        <p:attrNameLst>
                                          <p:attrName>style.visibility</p:attrName>
                                        </p:attrNameLst>
                                      </p:cBhvr>
                                      <p:to>
                                        <p:strVal val="hidden"/>
                                      </p:to>
                                    </p:set>
                                  </p:childTnLst>
                                </p:cTn>
                              </p:par>
                              <p:par>
                                <p:cTn id="26" presetID="1" presetClass="exit" presetSubtype="0" fill="hold" nodeType="withEffect">
                                  <p:stCondLst>
                                    <p:cond delay="2559"/>
                                  </p:stCondLst>
                                  <p:childTnLst>
                                    <p:set>
                                      <p:cBhvr>
                                        <p:cTn id="27" dur="1" fill="hold">
                                          <p:stCondLst>
                                            <p:cond delay="0"/>
                                          </p:stCondLst>
                                        </p:cTn>
                                        <p:tgtEl>
                                          <p:spTgt spid="27"/>
                                        </p:tgtEl>
                                        <p:attrNameLst>
                                          <p:attrName>style.visibility</p:attrName>
                                        </p:attrNameLst>
                                      </p:cBhvr>
                                      <p:to>
                                        <p:strVal val="hidden"/>
                                      </p:to>
                                    </p:set>
                                  </p:childTnLst>
                                </p:cTn>
                              </p:par>
                              <p:par>
                                <p:cTn id="28" presetID="1" presetClass="exit" presetSubtype="0" fill="hold" nodeType="withEffect">
                                  <p:stCondLst>
                                    <p:cond delay="2696"/>
                                  </p:stCondLst>
                                  <p:childTnLst>
                                    <p:set>
                                      <p:cBhvr>
                                        <p:cTn id="29" dur="1" fill="hold">
                                          <p:stCondLst>
                                            <p:cond delay="0"/>
                                          </p:stCondLst>
                                        </p:cTn>
                                        <p:tgtEl>
                                          <p:spTgt spid="28"/>
                                        </p:tgtEl>
                                        <p:attrNameLst>
                                          <p:attrName>style.visibility</p:attrName>
                                        </p:attrNameLst>
                                      </p:cBhvr>
                                      <p:to>
                                        <p:strVal val="hidden"/>
                                      </p:to>
                                    </p:set>
                                  </p:childTnLst>
                                </p:cTn>
                              </p:par>
                              <p:par>
                                <p:cTn id="30" presetID="1" presetClass="exit" presetSubtype="0" fill="hold" nodeType="withEffect">
                                  <p:stCondLst>
                                    <p:cond delay="2833"/>
                                  </p:stCondLst>
                                  <p:childTnLst>
                                    <p:set>
                                      <p:cBhvr>
                                        <p:cTn id="31" dur="1" fill="hold">
                                          <p:stCondLst>
                                            <p:cond delay="0"/>
                                          </p:stCondLst>
                                        </p:cTn>
                                        <p:tgtEl>
                                          <p:spTgt spid="29"/>
                                        </p:tgtEl>
                                        <p:attrNameLst>
                                          <p:attrName>style.visibility</p:attrName>
                                        </p:attrNameLst>
                                      </p:cBhvr>
                                      <p:to>
                                        <p:strVal val="hidden"/>
                                      </p:to>
                                    </p:set>
                                  </p:childTnLst>
                                </p:cTn>
                              </p:par>
                              <p:par>
                                <p:cTn id="32" presetID="1" presetClass="exit" presetSubtype="0" fill="hold" nodeType="withEffect">
                                  <p:stCondLst>
                                    <p:cond delay="2970"/>
                                  </p:stCondLst>
                                  <p:childTnLst>
                                    <p:set>
                                      <p:cBhvr>
                                        <p:cTn id="33" dur="1" fill="hold">
                                          <p:stCondLst>
                                            <p:cond delay="0"/>
                                          </p:stCondLst>
                                        </p:cTn>
                                        <p:tgtEl>
                                          <p:spTgt spid="30"/>
                                        </p:tgtEl>
                                        <p:attrNameLst>
                                          <p:attrName>style.visibility</p:attrName>
                                        </p:attrNameLst>
                                      </p:cBhvr>
                                      <p:to>
                                        <p:strVal val="hidden"/>
                                      </p:to>
                                    </p:set>
                                  </p:childTnLst>
                                </p:cTn>
                              </p:par>
                              <p:par>
                                <p:cTn id="34" presetID="1" presetClass="exit" presetSubtype="0" fill="hold" nodeType="withEffect">
                                  <p:stCondLst>
                                    <p:cond delay="3107"/>
                                  </p:stCondLst>
                                  <p:childTnLst>
                                    <p:set>
                                      <p:cBhvr>
                                        <p:cTn id="35" dur="1" fill="hold">
                                          <p:stCondLst>
                                            <p:cond delay="0"/>
                                          </p:stCondLst>
                                        </p:cTn>
                                        <p:tgtEl>
                                          <p:spTgt spid="31"/>
                                        </p:tgtEl>
                                        <p:attrNameLst>
                                          <p:attrName>style.visibility</p:attrName>
                                        </p:attrNameLst>
                                      </p:cBhvr>
                                      <p:to>
                                        <p:strVal val="hidden"/>
                                      </p:to>
                                    </p:set>
                                  </p:childTnLst>
                                </p:cTn>
                              </p:par>
                              <p:par>
                                <p:cTn id="36" presetID="1" presetClass="exit" presetSubtype="0" fill="hold" nodeType="withEffect">
                                  <p:stCondLst>
                                    <p:cond delay="3243"/>
                                  </p:stCondLst>
                                  <p:childTnLst>
                                    <p:set>
                                      <p:cBhvr>
                                        <p:cTn id="37" dur="1" fill="hold">
                                          <p:stCondLst>
                                            <p:cond delay="0"/>
                                          </p:stCondLst>
                                        </p:cTn>
                                        <p:tgtEl>
                                          <p:spTgt spid="32"/>
                                        </p:tgtEl>
                                        <p:attrNameLst>
                                          <p:attrName>style.visibility</p:attrName>
                                        </p:attrNameLst>
                                      </p:cBhvr>
                                      <p:to>
                                        <p:strVal val="hidden"/>
                                      </p:to>
                                    </p:set>
                                  </p:childTnLst>
                                </p:cTn>
                              </p:par>
                              <p:par>
                                <p:cTn id="38" presetID="1" presetClass="exit" presetSubtype="0" fill="hold" nodeType="withEffect">
                                  <p:stCondLst>
                                    <p:cond delay="3380"/>
                                  </p:stCondLst>
                                  <p:childTnLst>
                                    <p:set>
                                      <p:cBhvr>
                                        <p:cTn id="39" dur="1" fill="hold">
                                          <p:stCondLst>
                                            <p:cond delay="0"/>
                                          </p:stCondLst>
                                        </p:cTn>
                                        <p:tgtEl>
                                          <p:spTgt spid="33"/>
                                        </p:tgtEl>
                                        <p:attrNameLst>
                                          <p:attrName>style.visibility</p:attrName>
                                        </p:attrNameLst>
                                      </p:cBhvr>
                                      <p:to>
                                        <p:strVal val="hidden"/>
                                      </p:to>
                                    </p:set>
                                  </p:childTnLst>
                                </p:cTn>
                              </p:par>
                              <p:par>
                                <p:cTn id="40" presetID="0" presetClass="path" presetSubtype="0" fill="hold" nodeType="withEffect">
                                  <p:stCondLst>
                                    <p:cond delay="900"/>
                                  </p:stCondLst>
                                  <p:childTnLst>
                                    <p:animMotion origin="layout" path="M 0 0 L 0.57001 0 E" pathEditMode="relative" ptsTypes="">
                                      <p:cBhvr>
                                        <p:cTn id="41" dur="2600" fill="hold"/>
                                        <p:tgtEl>
                                          <p:spTgt spid="34"/>
                                        </p:tgtEl>
                                        <p:attrNameLst>
                                          <p:attrName>ppt_x</p:attrName>
                                          <p:attrName>ppt_y</p:attrName>
                                        </p:attrNameLst>
                                      </p:cBhvr>
                                    </p:animMotion>
                                  </p:childTnLst>
                                </p:cTn>
                              </p:par>
                              <p:par>
                                <p:cTn id="42" presetID="0" presetClass="path" presetSubtype="0" fill="hold" nodeType="withEffect">
                                  <p:stCondLst>
                                    <p:cond delay="900"/>
                                  </p:stCondLst>
                                  <p:childTnLst>
                                    <p:animMotion origin="layout" path="M 0 0 L 0.57001 0 E" pathEditMode="relative" ptsTypes="">
                                      <p:cBhvr>
                                        <p:cTn id="43" dur="2600" fill="hold"/>
                                        <p:tgtEl>
                                          <p:spTgt spid="35"/>
                                        </p:tgtEl>
                                        <p:attrNameLst>
                                          <p:attrName>ppt_x</p:attrName>
                                          <p:attrName>ppt_y</p:attrName>
                                        </p:attrNameLst>
                                      </p:cBhvr>
                                    </p:animMotion>
                                  </p:childTnLst>
                                </p:cTn>
                              </p:par>
                              <p:par>
                                <p:cTn id="44" presetID="0" presetClass="path" presetSubtype="0" fill="hold" nodeType="withEffect">
                                  <p:stCondLst>
                                    <p:cond delay="900"/>
                                  </p:stCondLst>
                                  <p:childTnLst>
                                    <p:animMotion origin="layout" path="M 0 0 L 0.57001 0 E" pathEditMode="relative" ptsTypes="">
                                      <p:cBhvr>
                                        <p:cTn id="45" dur="2600" fill="hold"/>
                                        <p:tgtEl>
                                          <p:spTgt spid="36"/>
                                        </p:tgtEl>
                                        <p:attrNameLst>
                                          <p:attrName>ppt_x</p:attrName>
                                          <p:attrName>ppt_y</p:attrName>
                                        </p:attrNameLst>
                                      </p:cBhvr>
                                    </p:animMotion>
                                  </p:childTnLst>
                                </p:cTn>
                              </p:par>
                              <p:par>
                                <p:cTn id="46" presetID="0" presetClass="path" presetSubtype="0" fill="hold" nodeType="withEffect">
                                  <p:stCondLst>
                                    <p:cond delay="900"/>
                                  </p:stCondLst>
                                  <p:childTnLst>
                                    <p:animMotion origin="layout" path="M 0 0 L 0.57001 0 E" pathEditMode="relative" ptsTypes="">
                                      <p:cBhvr>
                                        <p:cTn id="47" dur="2600" fill="hold"/>
                                        <p:tgtEl>
                                          <p:spTgt spid="37"/>
                                        </p:tgtEl>
                                        <p:attrNameLst>
                                          <p:attrName>ppt_x</p:attrName>
                                          <p:attrName>ppt_y</p:attrName>
                                        </p:attrNameLst>
                                      </p:cBhvr>
                                    </p:animMotion>
                                  </p:childTnLst>
                                </p:cTn>
                              </p:par>
                              <p:par>
                                <p:cTn id="48" presetID="0" presetClass="path" presetSubtype="0" fill="hold" nodeType="withEffect">
                                  <p:stCondLst>
                                    <p:cond delay="900"/>
                                  </p:stCondLst>
                                  <p:childTnLst>
                                    <p:animMotion origin="layout" path="M 0 0 L 0.57001 0 E" pathEditMode="relative" ptsTypes="">
                                      <p:cBhvr>
                                        <p:cTn id="49" dur="2600" fill="hold"/>
                                        <p:tgtEl>
                                          <p:spTgt spid="38"/>
                                        </p:tgtEl>
                                        <p:attrNameLst>
                                          <p:attrName>ppt_x</p:attrName>
                                          <p:attrName>ppt_y</p:attrName>
                                        </p:attrNameLst>
                                      </p:cBhvr>
                                    </p:animMotion>
                                  </p:childTnLst>
                                </p:cTn>
                              </p:par>
                              <p:par>
                                <p:cTn id="50" presetID="1" presetClass="exit" presetSubtype="0" fill="hold" nodeType="withEffect">
                                  <p:stCondLst>
                                    <p:cond delay="900"/>
                                  </p:stCondLst>
                                  <p:childTnLst>
                                    <p:set>
                                      <p:cBhvr>
                                        <p:cTn id="51" dur="1" fill="hold">
                                          <p:stCondLst>
                                            <p:cond delay="0"/>
                                          </p:stCondLst>
                                        </p:cTn>
                                        <p:tgtEl>
                                          <p:spTgt spid="39"/>
                                        </p:tgtEl>
                                        <p:attrNameLst>
                                          <p:attrName>style.visibility</p:attrName>
                                        </p:attrNameLst>
                                      </p:cBhvr>
                                      <p:to>
                                        <p:strVal val="hidden"/>
                                      </p:to>
                                    </p:set>
                                  </p:childTnLst>
                                </p:cTn>
                              </p:par>
                              <p:par>
                                <p:cTn id="52" presetID="1" presetClass="exit" presetSubtype="0" fill="hold" nodeType="withEffect">
                                  <p:stCondLst>
                                    <p:cond delay="99"/>
                                  </p:stCondLst>
                                  <p:childTnLst>
                                    <p:set>
                                      <p:cBhvr>
                                        <p:cTn id="53" dur="1" fill="hold">
                                          <p:stCondLst>
                                            <p:cond delay="0"/>
                                          </p:stCondLst>
                                        </p:cTn>
                                        <p:tgtEl>
                                          <p:spTgt spid="40"/>
                                        </p:tgtEl>
                                        <p:attrNameLst>
                                          <p:attrName>style.visibility</p:attrName>
                                        </p:attrNameLst>
                                      </p:cBhvr>
                                      <p:to>
                                        <p:strVal val="hidden"/>
                                      </p:to>
                                    </p:set>
                                  </p:childTnLst>
                                </p:cTn>
                              </p:par>
                              <p:par>
                                <p:cTn id="54" presetID="1" presetClass="exit" presetSubtype="0" fill="hold" nodeType="withEffect">
                                  <p:stCondLst>
                                    <p:cond delay="396"/>
                                  </p:stCondLst>
                                  <p:childTnLst>
                                    <p:set>
                                      <p:cBhvr>
                                        <p:cTn id="55" dur="1" fill="hold">
                                          <p:stCondLst>
                                            <p:cond delay="0"/>
                                          </p:stCondLst>
                                        </p:cTn>
                                        <p:tgtEl>
                                          <p:spTgt spid="41"/>
                                        </p:tgtEl>
                                        <p:attrNameLst>
                                          <p:attrName>style.visibility</p:attrName>
                                        </p:attrNameLst>
                                      </p:cBhvr>
                                      <p:to>
                                        <p:strVal val="hidden"/>
                                      </p:to>
                                    </p:set>
                                  </p:childTnLst>
                                </p:cTn>
                              </p:par>
                              <p:par>
                                <p:cTn id="56" presetID="1" presetClass="exit" presetSubtype="0" fill="hold" nodeType="withEffect">
                                  <p:stCondLst>
                                    <p:cond delay="694"/>
                                  </p:stCondLst>
                                  <p:childTnLst>
                                    <p:set>
                                      <p:cBhvr>
                                        <p:cTn id="57" dur="1" fill="hold">
                                          <p:stCondLst>
                                            <p:cond delay="0"/>
                                          </p:stCondLst>
                                        </p:cTn>
                                        <p:tgtEl>
                                          <p:spTgt spid="42"/>
                                        </p:tgtEl>
                                        <p:attrNameLst>
                                          <p:attrName>style.visibility</p:attrName>
                                        </p:attrNameLst>
                                      </p:cBhvr>
                                      <p:to>
                                        <p:strVal val="hidden"/>
                                      </p:to>
                                    </p:set>
                                  </p:childTnLst>
                                </p:cTn>
                              </p:par>
                              <p:par>
                                <p:cTn id="58" presetID="0" presetClass="path" presetSubtype="0" fill="hold" nodeType="withEffect">
                                  <p:stCondLst>
                                    <p:cond delay="0"/>
                                  </p:stCondLst>
                                  <p:childTnLst>
                                    <p:animMotion origin="layout" path="M 0 0 L 0.05675 0 E" pathEditMode="relative" ptsTypes="">
                                      <p:cBhvr>
                                        <p:cTn id="59" dur="900" fill="hold"/>
                                        <p:tgtEl>
                                          <p:spTgt spid="65"/>
                                        </p:tgtEl>
                                        <p:attrNameLst>
                                          <p:attrName>ppt_x</p:attrName>
                                          <p:attrName>ppt_y</p:attrName>
                                        </p:attrNameLst>
                                      </p:cBhvr>
                                    </p:animMotion>
                                  </p:childTnLst>
                                </p:cTn>
                              </p:par>
                              <p:par>
                                <p:cTn id="60" presetID="0" presetClass="path" presetSubtype="0" fill="hold" nodeType="withEffect">
                                  <p:stCondLst>
                                    <p:cond delay="0"/>
                                  </p:stCondLst>
                                  <p:childTnLst>
                                    <p:animMotion origin="layout" path="M 0 0 L 0.05675 0 E" pathEditMode="relative" ptsTypes="">
                                      <p:cBhvr>
                                        <p:cTn id="61" dur="900" fill="hold"/>
                                        <p:tgtEl>
                                          <p:spTgt spid="66"/>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o1" descr="LEVEL 4 → INSIGHT 1/4">    </p:cNvPr>
          <p:cNvPicPr>
            <a:picLocks noChangeAspect="1"/>
          </p:cNvPicPr>
          <p:nvPr/>
        </p:nvPicPr>
        <p:blipFill>
          <a:blip r:embed="rId1"/>
          <a:stretch>
            <a:fillRect/>
          </a:stretch>
        </p:blipFill>
        <p:spPr>
          <a:xfrm>
            <a:off x="548640" y="411480"/>
            <a:ext cx="3072384" cy="146304"/>
          </a:xfrm>
          <a:prstGeom prst="rect">
            <a:avLst/>
          </a:prstGeom>
        </p:spPr>
      </p:pic>
      <p:pic>
        <p:nvPicPr>
          <p:cNvPr id="3" name="o2" descr="Un marché de blockbusters">    </p:cNvPr>
          <p:cNvPicPr>
            <a:picLocks noChangeAspect="1"/>
          </p:cNvPicPr>
          <p:nvPr/>
        </p:nvPicPr>
        <p:blipFill>
          <a:blip r:embed="rId2"/>
          <a:stretch>
            <a:fillRect/>
          </a:stretch>
        </p:blipFill>
        <p:spPr>
          <a:xfrm>
            <a:off x="548640" y="777240"/>
            <a:ext cx="6858000" cy="274320"/>
          </a:xfrm>
          <a:prstGeom prst="rect">
            <a:avLst/>
          </a:prstGeom>
        </p:spPr>
      </p:pic>
      <p:pic>
        <p:nvPicPr>
          <p:cNvPr id="4" name="o3" descr="apple">    </p:cNvPr>
          <p:cNvPicPr>
            <a:picLocks noChangeAspect="1"/>
          </p:cNvPicPr>
          <p:nvPr/>
        </p:nvPicPr>
        <p:blipFill>
          <a:blip r:embed="rId3"/>
          <a:stretch>
            <a:fillRect/>
          </a:stretch>
        </p:blipFill>
        <p:spPr>
          <a:xfrm>
            <a:off x="11073384" y="365760"/>
            <a:ext cx="566928" cy="566928"/>
          </a:xfrm>
          <a:prstGeom prst="rect">
            <a:avLst/>
          </a:prstGeom>
        </p:spPr>
      </p:pic>
      <p:sp>
        <p:nvSpPr>
          <p:cNvPr id="5" name="o4"/>
          <p:cNvSpPr/>
          <p:nvPr/>
        </p:nvSpPr>
        <p:spPr>
          <a:xfrm>
            <a:off x="6551676" y="6414516"/>
            <a:ext cx="64008" cy="64008"/>
          </a:xfrm>
          <a:prstGeom prst="rect">
            <a:avLst/>
          </a:prstGeom>
          <a:solidFill>
            <a:srgbClr val="FFB8AE"/>
          </a:solidFill>
          <a:ln/>
        </p:spPr>
      </p:sp>
      <p:sp>
        <p:nvSpPr>
          <p:cNvPr id="6" name="o5"/>
          <p:cNvSpPr/>
          <p:nvPr/>
        </p:nvSpPr>
        <p:spPr>
          <a:xfrm>
            <a:off x="6780276" y="6414516"/>
            <a:ext cx="64008" cy="64008"/>
          </a:xfrm>
          <a:prstGeom prst="rect">
            <a:avLst/>
          </a:prstGeom>
          <a:solidFill>
            <a:srgbClr val="FFB8AE"/>
          </a:solidFill>
          <a:ln/>
        </p:spPr>
      </p:sp>
      <p:sp>
        <p:nvSpPr>
          <p:cNvPr id="7" name="o6"/>
          <p:cNvSpPr/>
          <p:nvPr/>
        </p:nvSpPr>
        <p:spPr>
          <a:xfrm>
            <a:off x="7008876" y="6414516"/>
            <a:ext cx="64008" cy="64008"/>
          </a:xfrm>
          <a:prstGeom prst="rect">
            <a:avLst/>
          </a:prstGeom>
          <a:solidFill>
            <a:srgbClr val="FFB8AE"/>
          </a:solidFill>
          <a:ln/>
        </p:spPr>
      </p:sp>
      <p:sp>
        <p:nvSpPr>
          <p:cNvPr id="8" name="o7"/>
          <p:cNvSpPr/>
          <p:nvPr/>
        </p:nvSpPr>
        <p:spPr>
          <a:xfrm>
            <a:off x="7237476" y="6414516"/>
            <a:ext cx="64008" cy="64008"/>
          </a:xfrm>
          <a:prstGeom prst="rect">
            <a:avLst/>
          </a:prstGeom>
          <a:solidFill>
            <a:srgbClr val="FFB8AE"/>
          </a:solidFill>
          <a:ln/>
        </p:spPr>
      </p:sp>
      <p:sp>
        <p:nvSpPr>
          <p:cNvPr id="9" name="o8"/>
          <p:cNvSpPr/>
          <p:nvPr/>
        </p:nvSpPr>
        <p:spPr>
          <a:xfrm>
            <a:off x="7466076" y="6414516"/>
            <a:ext cx="64008" cy="64008"/>
          </a:xfrm>
          <a:prstGeom prst="rect">
            <a:avLst/>
          </a:prstGeom>
          <a:solidFill>
            <a:srgbClr val="FFB8AE"/>
          </a:solidFill>
          <a:ln/>
        </p:spPr>
      </p:sp>
      <p:sp>
        <p:nvSpPr>
          <p:cNvPr id="10" name="o9"/>
          <p:cNvSpPr/>
          <p:nvPr/>
        </p:nvSpPr>
        <p:spPr>
          <a:xfrm>
            <a:off x="7694676" y="6414516"/>
            <a:ext cx="64008" cy="64008"/>
          </a:xfrm>
          <a:prstGeom prst="rect">
            <a:avLst/>
          </a:prstGeom>
          <a:solidFill>
            <a:srgbClr val="FFB8AE"/>
          </a:solidFill>
          <a:ln/>
        </p:spPr>
      </p:sp>
      <p:sp>
        <p:nvSpPr>
          <p:cNvPr id="11" name="o10"/>
          <p:cNvSpPr/>
          <p:nvPr/>
        </p:nvSpPr>
        <p:spPr>
          <a:xfrm>
            <a:off x="7923276" y="6414516"/>
            <a:ext cx="64008" cy="64008"/>
          </a:xfrm>
          <a:prstGeom prst="rect">
            <a:avLst/>
          </a:prstGeom>
          <a:solidFill>
            <a:srgbClr val="FFB8AE"/>
          </a:solidFill>
          <a:ln/>
        </p:spPr>
      </p:sp>
      <p:sp>
        <p:nvSpPr>
          <p:cNvPr id="12" name="o11"/>
          <p:cNvSpPr/>
          <p:nvPr/>
        </p:nvSpPr>
        <p:spPr>
          <a:xfrm>
            <a:off x="8151876" y="6414516"/>
            <a:ext cx="64008" cy="64008"/>
          </a:xfrm>
          <a:prstGeom prst="rect">
            <a:avLst/>
          </a:prstGeom>
          <a:solidFill>
            <a:srgbClr val="FFB8AE"/>
          </a:solidFill>
          <a:ln/>
        </p:spPr>
      </p:sp>
      <p:sp>
        <p:nvSpPr>
          <p:cNvPr id="13" name="o12"/>
          <p:cNvSpPr/>
          <p:nvPr/>
        </p:nvSpPr>
        <p:spPr>
          <a:xfrm>
            <a:off x="8380476" y="6414516"/>
            <a:ext cx="64008" cy="64008"/>
          </a:xfrm>
          <a:prstGeom prst="rect">
            <a:avLst/>
          </a:prstGeom>
          <a:solidFill>
            <a:srgbClr val="FFB8AE"/>
          </a:solidFill>
          <a:ln/>
        </p:spPr>
      </p:sp>
      <p:sp>
        <p:nvSpPr>
          <p:cNvPr id="14" name="o13"/>
          <p:cNvSpPr/>
          <p:nvPr/>
        </p:nvSpPr>
        <p:spPr>
          <a:xfrm>
            <a:off x="8609076" y="6414516"/>
            <a:ext cx="64008" cy="64008"/>
          </a:xfrm>
          <a:prstGeom prst="rect">
            <a:avLst/>
          </a:prstGeom>
          <a:solidFill>
            <a:srgbClr val="FFB8AE"/>
          </a:solidFill>
          <a:ln/>
        </p:spPr>
      </p:sp>
      <p:sp>
        <p:nvSpPr>
          <p:cNvPr id="15" name="o14"/>
          <p:cNvSpPr/>
          <p:nvPr/>
        </p:nvSpPr>
        <p:spPr>
          <a:xfrm>
            <a:off x="8837676" y="6414516"/>
            <a:ext cx="64008" cy="64008"/>
          </a:xfrm>
          <a:prstGeom prst="rect">
            <a:avLst/>
          </a:prstGeom>
          <a:solidFill>
            <a:srgbClr val="FFB8AE"/>
          </a:solidFill>
          <a:ln/>
        </p:spPr>
      </p:sp>
      <p:sp>
        <p:nvSpPr>
          <p:cNvPr id="16" name="o15"/>
          <p:cNvSpPr/>
          <p:nvPr/>
        </p:nvSpPr>
        <p:spPr>
          <a:xfrm>
            <a:off x="9066276" y="6414516"/>
            <a:ext cx="64008" cy="64008"/>
          </a:xfrm>
          <a:prstGeom prst="rect">
            <a:avLst/>
          </a:prstGeom>
          <a:solidFill>
            <a:srgbClr val="FFB8AE"/>
          </a:solidFill>
          <a:ln/>
        </p:spPr>
      </p:sp>
      <p:sp>
        <p:nvSpPr>
          <p:cNvPr id="17" name="o16"/>
          <p:cNvSpPr/>
          <p:nvPr/>
        </p:nvSpPr>
        <p:spPr>
          <a:xfrm>
            <a:off x="9294876" y="6414516"/>
            <a:ext cx="64008" cy="64008"/>
          </a:xfrm>
          <a:prstGeom prst="rect">
            <a:avLst/>
          </a:prstGeom>
          <a:solidFill>
            <a:srgbClr val="FFB8AE"/>
          </a:solidFill>
          <a:ln/>
        </p:spPr>
      </p:sp>
      <p:sp>
        <p:nvSpPr>
          <p:cNvPr id="18" name="o17"/>
          <p:cNvSpPr/>
          <p:nvPr/>
        </p:nvSpPr>
        <p:spPr>
          <a:xfrm>
            <a:off x="9523476" y="6414516"/>
            <a:ext cx="64008" cy="64008"/>
          </a:xfrm>
          <a:prstGeom prst="rect">
            <a:avLst/>
          </a:prstGeom>
          <a:solidFill>
            <a:srgbClr val="FFB8AE"/>
          </a:solidFill>
          <a:ln/>
        </p:spPr>
      </p:sp>
      <p:sp>
        <p:nvSpPr>
          <p:cNvPr id="19" name="o18"/>
          <p:cNvSpPr/>
          <p:nvPr/>
        </p:nvSpPr>
        <p:spPr>
          <a:xfrm>
            <a:off x="9752076" y="6414516"/>
            <a:ext cx="64008" cy="64008"/>
          </a:xfrm>
          <a:prstGeom prst="rect">
            <a:avLst/>
          </a:prstGeom>
          <a:solidFill>
            <a:srgbClr val="FFB8AE"/>
          </a:solidFill>
          <a:ln/>
        </p:spPr>
      </p:sp>
      <p:sp>
        <p:nvSpPr>
          <p:cNvPr id="20" name="o19"/>
          <p:cNvSpPr/>
          <p:nvPr/>
        </p:nvSpPr>
        <p:spPr>
          <a:xfrm>
            <a:off x="9980676" y="6414516"/>
            <a:ext cx="64008" cy="64008"/>
          </a:xfrm>
          <a:prstGeom prst="rect">
            <a:avLst/>
          </a:prstGeom>
          <a:solidFill>
            <a:srgbClr val="FFB8AE"/>
          </a:solidFill>
          <a:ln/>
        </p:spPr>
      </p:sp>
      <p:sp>
        <p:nvSpPr>
          <p:cNvPr id="21" name="o20"/>
          <p:cNvSpPr/>
          <p:nvPr/>
        </p:nvSpPr>
        <p:spPr>
          <a:xfrm>
            <a:off x="10209276" y="6414516"/>
            <a:ext cx="64008" cy="64008"/>
          </a:xfrm>
          <a:prstGeom prst="rect">
            <a:avLst/>
          </a:prstGeom>
          <a:solidFill>
            <a:srgbClr val="FFB8AE"/>
          </a:solidFill>
          <a:ln/>
        </p:spPr>
      </p:sp>
      <p:sp>
        <p:nvSpPr>
          <p:cNvPr id="22" name="o21"/>
          <p:cNvSpPr/>
          <p:nvPr/>
        </p:nvSpPr>
        <p:spPr>
          <a:xfrm>
            <a:off x="10437876" y="6414516"/>
            <a:ext cx="64008" cy="64008"/>
          </a:xfrm>
          <a:prstGeom prst="rect">
            <a:avLst/>
          </a:prstGeom>
          <a:solidFill>
            <a:srgbClr val="FFB8AE"/>
          </a:solidFill>
          <a:ln/>
        </p:spPr>
      </p:sp>
      <p:sp>
        <p:nvSpPr>
          <p:cNvPr id="23" name="o22"/>
          <p:cNvSpPr/>
          <p:nvPr/>
        </p:nvSpPr>
        <p:spPr>
          <a:xfrm>
            <a:off x="10666476" y="6414516"/>
            <a:ext cx="64008" cy="64008"/>
          </a:xfrm>
          <a:prstGeom prst="rect">
            <a:avLst/>
          </a:prstGeom>
          <a:solidFill>
            <a:srgbClr val="FFB8AE"/>
          </a:solidFill>
          <a:ln/>
        </p:spPr>
      </p:sp>
      <p:sp>
        <p:nvSpPr>
          <p:cNvPr id="24" name="o23"/>
          <p:cNvSpPr/>
          <p:nvPr/>
        </p:nvSpPr>
        <p:spPr>
          <a:xfrm>
            <a:off x="10895076" y="6414516"/>
            <a:ext cx="64008" cy="64008"/>
          </a:xfrm>
          <a:prstGeom prst="rect">
            <a:avLst/>
          </a:prstGeom>
          <a:solidFill>
            <a:srgbClr val="FFB8AE"/>
          </a:solidFill>
          <a:ln/>
        </p:spPr>
      </p:sp>
      <p:sp>
        <p:nvSpPr>
          <p:cNvPr id="25" name="o24"/>
          <p:cNvSpPr/>
          <p:nvPr/>
        </p:nvSpPr>
        <p:spPr>
          <a:xfrm>
            <a:off x="11123676" y="6414516"/>
            <a:ext cx="64008" cy="64008"/>
          </a:xfrm>
          <a:prstGeom prst="rect">
            <a:avLst/>
          </a:prstGeom>
          <a:solidFill>
            <a:srgbClr val="FFB8AE"/>
          </a:solidFill>
          <a:ln/>
        </p:spPr>
      </p:sp>
      <p:pic>
        <p:nvPicPr>
          <p:cNvPr id="26" name="o25" descr="super pac-gomme">    </p:cNvPr>
          <p:cNvPicPr>
            <a:picLocks noChangeAspect="1"/>
          </p:cNvPicPr>
          <p:nvPr/>
        </p:nvPicPr>
        <p:blipFill>
          <a:blip r:embed="rId4"/>
          <a:stretch>
            <a:fillRect/>
          </a:stretch>
        </p:blipFill>
        <p:spPr>
          <a:xfrm>
            <a:off x="11448288" y="6355080"/>
            <a:ext cx="182880" cy="182880"/>
          </a:xfrm>
          <a:prstGeom prst="rect">
            <a:avLst/>
          </a:prstGeom>
        </p:spPr>
      </p:pic>
      <p:pic>
        <p:nvPicPr>
          <p:cNvPr id="27" name="o26" descr="Pac-Man : progression">    </p:cNvPr>
          <p:cNvPicPr>
            <a:picLocks noChangeAspect="1"/>
          </p:cNvPicPr>
          <p:nvPr/>
        </p:nvPicPr>
        <p:blipFill>
          <a:blip r:embed="rId5"/>
          <a:stretch>
            <a:fillRect/>
          </a:stretch>
        </p:blipFill>
        <p:spPr>
          <a:xfrm>
            <a:off x="6248400" y="6291072"/>
            <a:ext cx="310896" cy="310896"/>
          </a:xfrm>
          <a:prstGeom prst="rect">
            <a:avLst/>
          </a:prstGeom>
        </p:spPr>
      </p:pic>
      <p:pic>
        <p:nvPicPr>
          <p:cNvPr id="28" name="o27" descr="fantôme">    </p:cNvPr>
          <p:cNvPicPr>
            <a:picLocks noChangeAspect="1"/>
          </p:cNvPicPr>
          <p:nvPr/>
        </p:nvPicPr>
        <p:blipFill>
          <a:blip r:embed="rId6"/>
          <a:stretch>
            <a:fillRect/>
          </a:stretch>
        </p:blipFill>
        <p:spPr>
          <a:xfrm>
            <a:off x="5681472" y="6291072"/>
            <a:ext cx="310896" cy="310896"/>
          </a:xfrm>
          <a:prstGeom prst="rect">
            <a:avLst/>
          </a:prstGeom>
        </p:spPr>
      </p:pic>
      <p:graphicFrame>
        <p:nvGraphicFramePr>
          <p:cNvPr id="29" name="o28" descr=""/>
          <p:cNvGraphicFramePr/>
          <p:nvPr/>
        </p:nvGraphicFramePr>
        <p:xfrm>
          <a:off x="457200" y="1600200"/>
          <a:ext cx="7315200" cy="4434840"/>
        </p:xfrm>
        <a:graphic xmlns:a="http://schemas.openxmlformats.org/drawingml/2006/main">
          <a:graphicData uri="http://schemas.openxmlformats.org/drawingml/2006/chart">
            <c:chart xmlns:c="http://schemas.openxmlformats.org/drawingml/2006/chart" r:id="rId7"/>
          </a:graphicData>
        </a:graphic>
      </p:graphicFrame>
      <p:sp>
        <p:nvSpPr>
          <p:cNvPr id="30" name="o29"/>
          <p:cNvSpPr/>
          <p:nvPr/>
        </p:nvSpPr>
        <p:spPr>
          <a:xfrm>
            <a:off x="8183880" y="1691640"/>
            <a:ext cx="3456432" cy="2468880"/>
          </a:xfrm>
          <a:prstGeom prst="roundRect">
            <a:avLst>
              <a:gd name="adj" fmla="val 5185"/>
            </a:avLst>
          </a:prstGeom>
          <a:solidFill>
            <a:srgbClr val="000000"/>
          </a:solidFill>
          <a:ln w="28575">
            <a:solidFill>
              <a:srgbClr val="2121DE"/>
            </a:solidFill>
            <a:prstDash val="solid"/>
          </a:ln>
        </p:spPr>
      </p:sp>
      <p:sp>
        <p:nvSpPr>
          <p:cNvPr id="31" name="o30"/>
          <p:cNvSpPr/>
          <p:nvPr/>
        </p:nvSpPr>
        <p:spPr>
          <a:xfrm>
            <a:off x="8252460" y="1760220"/>
            <a:ext cx="3319272" cy="2331720"/>
          </a:xfrm>
          <a:prstGeom prst="roundRect">
            <a:avLst>
              <a:gd name="adj" fmla="val 2549"/>
            </a:avLst>
          </a:prstGeom>
          <a:ln w="12700">
            <a:solidFill>
              <a:srgbClr val="2121DE"/>
            </a:solidFill>
            <a:prstDash val="solid"/>
          </a:ln>
        </p:spPr>
      </p:sp>
      <p:pic>
        <p:nvPicPr>
          <p:cNvPr id="32" name="o31" descr="10%">    </p:cNvPr>
          <p:cNvPicPr>
            <a:picLocks noChangeAspect="1"/>
          </p:cNvPicPr>
          <p:nvPr/>
        </p:nvPicPr>
        <p:blipFill>
          <a:blip r:embed="rId8"/>
          <a:stretch>
            <a:fillRect/>
          </a:stretch>
        </p:blipFill>
        <p:spPr>
          <a:xfrm>
            <a:off x="8503920" y="2011680"/>
            <a:ext cx="1152144" cy="384048"/>
          </a:xfrm>
          <a:prstGeom prst="rect">
            <a:avLst/>
          </a:prstGeom>
        </p:spPr>
      </p:pic>
      <p:sp>
        <p:nvSpPr>
          <p:cNvPr id="33" name="o32"/>
          <p:cNvSpPr txBox="1"/>
          <p:nvPr/>
        </p:nvSpPr>
        <p:spPr>
          <a:xfrm>
            <a:off x="9747504" y="2011680"/>
            <a:ext cx="1463040" cy="384048"/>
          </a:xfrm>
          <a:prstGeom prst="rect">
            <a:avLst/>
          </a:prstGeom>
          <a:noFill/>
          <a:ln/>
        </p:spPr>
        <p:txBody>
          <a:bodyPr wrap="square" lIns="0" tIns="0" rIns="0" bIns="0" rtlCol="0" anchor="b"/>
          <a:lstStyle/>
          <a:p>
            <a:pPr indent="0" marL="0">
              <a:buNone/>
            </a:pPr>
            <a:r>
              <a:rPr lang="en-US" sz="1800" dirty="0">
                <a:solidFill>
                  <a:srgbClr val="C4C4E4"/>
                </a:solidFill>
                <a:latin typeface="Arial" pitchFamily="34" charset="0"/>
                <a:ea typeface="Arial" pitchFamily="34" charset="-122"/>
                <a:cs typeface="Arial" pitchFamily="34" charset="-120"/>
              </a:rPr>
              <a:t>des jeux</a:t>
            </a:r>
            <a:endParaRPr lang="en-US" sz="1800" dirty="0"/>
          </a:p>
        </p:txBody>
      </p:sp>
      <p:sp>
        <p:nvSpPr>
          <p:cNvPr id="34" name="o33"/>
          <p:cNvSpPr txBox="1"/>
          <p:nvPr/>
        </p:nvSpPr>
        <p:spPr>
          <a:xfrm>
            <a:off x="8503920" y="2606040"/>
            <a:ext cx="2743200" cy="320040"/>
          </a:xfrm>
          <a:prstGeom prst="rect">
            <a:avLst/>
          </a:prstGeom>
          <a:noFill/>
          <a:ln/>
        </p:spPr>
        <p:txBody>
          <a:bodyPr wrap="square" lIns="0" tIns="0" rIns="0" bIns="0" rtlCol="0" anchor="t"/>
          <a:lstStyle/>
          <a:p>
            <a:pPr indent="0" marL="0">
              <a:buNone/>
            </a:pPr>
            <a:r>
              <a:rPr lang="en-US" sz="1600" dirty="0">
                <a:solidFill>
                  <a:srgbClr val="7C7CAA"/>
                </a:solidFill>
                <a:latin typeface="Arial" pitchFamily="34" charset="0"/>
                <a:ea typeface="Arial" pitchFamily="34" charset="-122"/>
                <a:cs typeface="Arial" pitchFamily="34" charset="-120"/>
              </a:rPr>
              <a:t>réalisent</a:t>
            </a:r>
            <a:endParaRPr lang="en-US" sz="1600" dirty="0"/>
          </a:p>
        </p:txBody>
      </p:sp>
      <p:pic>
        <p:nvPicPr>
          <p:cNvPr id="35" name="o34" descr="59%">    </p:cNvPr>
          <p:cNvPicPr>
            <a:picLocks noChangeAspect="1"/>
          </p:cNvPicPr>
          <p:nvPr/>
        </p:nvPicPr>
        <p:blipFill>
          <a:blip r:embed="rId9"/>
          <a:stretch>
            <a:fillRect/>
          </a:stretch>
        </p:blipFill>
        <p:spPr>
          <a:xfrm>
            <a:off x="8503920" y="3063240"/>
            <a:ext cx="1152144" cy="384048"/>
          </a:xfrm>
          <a:prstGeom prst="rect">
            <a:avLst/>
          </a:prstGeom>
        </p:spPr>
      </p:pic>
      <p:sp>
        <p:nvSpPr>
          <p:cNvPr id="36" name="o35"/>
          <p:cNvSpPr txBox="1"/>
          <p:nvPr/>
        </p:nvSpPr>
        <p:spPr>
          <a:xfrm>
            <a:off x="9747504" y="3063240"/>
            <a:ext cx="1645920" cy="384048"/>
          </a:xfrm>
          <a:prstGeom prst="rect">
            <a:avLst/>
          </a:prstGeom>
          <a:noFill/>
          <a:ln/>
        </p:spPr>
        <p:txBody>
          <a:bodyPr wrap="square" lIns="0" tIns="0" rIns="0" bIns="0" rtlCol="0" anchor="b"/>
          <a:lstStyle/>
          <a:p>
            <a:pPr indent="0" marL="0">
              <a:buNone/>
            </a:pPr>
            <a:r>
              <a:rPr lang="en-US" sz="1800" dirty="0">
                <a:solidFill>
                  <a:srgbClr val="C4C4E4"/>
                </a:solidFill>
                <a:latin typeface="Arial" pitchFamily="34" charset="0"/>
                <a:ea typeface="Arial" pitchFamily="34" charset="-122"/>
                <a:cs typeface="Arial" pitchFamily="34" charset="-120"/>
              </a:rPr>
              <a:t>des ventes</a:t>
            </a:r>
            <a:endParaRPr lang="en-US" sz="1800" dirty="0"/>
          </a:p>
        </p:txBody>
      </p:sp>
      <p:sp>
        <p:nvSpPr>
          <p:cNvPr id="37" name="o36"/>
          <p:cNvSpPr/>
          <p:nvPr/>
        </p:nvSpPr>
        <p:spPr>
          <a:xfrm>
            <a:off x="8183880" y="4389120"/>
            <a:ext cx="3456432" cy="1645920"/>
          </a:xfrm>
          <a:prstGeom prst="roundRect">
            <a:avLst>
              <a:gd name="adj" fmla="val 7778"/>
            </a:avLst>
          </a:prstGeom>
          <a:solidFill>
            <a:srgbClr val="000000"/>
          </a:solidFill>
          <a:ln w="28575">
            <a:solidFill>
              <a:srgbClr val="2121DE"/>
            </a:solidFill>
            <a:prstDash val="solid"/>
          </a:ln>
        </p:spPr>
      </p:sp>
      <p:sp>
        <p:nvSpPr>
          <p:cNvPr id="38" name="o37"/>
          <p:cNvSpPr/>
          <p:nvPr/>
        </p:nvSpPr>
        <p:spPr>
          <a:xfrm>
            <a:off x="8252460" y="4457700"/>
            <a:ext cx="3319272" cy="1508760"/>
          </a:xfrm>
          <a:prstGeom prst="roundRect">
            <a:avLst>
              <a:gd name="adj" fmla="val 3939"/>
            </a:avLst>
          </a:prstGeom>
          <a:ln w="12700">
            <a:solidFill>
              <a:srgbClr val="2121DE"/>
            </a:solidFill>
            <a:prstDash val="solid"/>
          </a:ln>
        </p:spPr>
      </p:sp>
      <p:pic>
        <p:nvPicPr>
          <p:cNvPr id="39" name="o38" descr="0,17 M">    </p:cNvPr>
          <p:cNvPicPr>
            <a:picLocks noChangeAspect="1"/>
          </p:cNvPicPr>
          <p:nvPr/>
        </p:nvPicPr>
        <p:blipFill>
          <a:blip r:embed="rId10"/>
          <a:stretch>
            <a:fillRect/>
          </a:stretch>
        </p:blipFill>
        <p:spPr>
          <a:xfrm>
            <a:off x="8503920" y="4663440"/>
            <a:ext cx="1536192" cy="256032"/>
          </a:xfrm>
          <a:prstGeom prst="rect">
            <a:avLst/>
          </a:prstGeom>
        </p:spPr>
      </p:pic>
      <p:sp>
        <p:nvSpPr>
          <p:cNvPr id="40" name="o39"/>
          <p:cNvSpPr txBox="1"/>
          <p:nvPr/>
        </p:nvSpPr>
        <p:spPr>
          <a:xfrm>
            <a:off x="8503920" y="5074920"/>
            <a:ext cx="2926080" cy="777240"/>
          </a:xfrm>
          <a:prstGeom prst="rect">
            <a:avLst/>
          </a:prstGeom>
          <a:noFill/>
          <a:ln/>
        </p:spPr>
        <p:txBody>
          <a:bodyPr wrap="square" lIns="0" tIns="0" rIns="0" bIns="0" rtlCol="0" anchor="t"/>
          <a:lstStyle/>
          <a:p>
            <a:pPr indent="0" marL="0">
              <a:buNone/>
            </a:pPr>
            <a:r>
              <a:rPr lang="en-US" sz="1400" dirty="0">
                <a:solidFill>
                  <a:srgbClr val="C4C4E4"/>
                </a:solidFill>
                <a:latin typeface="Arial" pitchFamily="34" charset="0"/>
                <a:ea typeface="Arial" pitchFamily="34" charset="-122"/>
                <a:cs typeface="Arial" pitchFamily="34" charset="-120"/>
              </a:rPr>
              <a:t>ventes médianes d'un jeu : la plupart des titres vendent très peu</a:t>
            </a:r>
            <a:endParaRPr lang="en-US" sz="14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0" fill="hold">
                            <p:stCondLst>
                              <p:cond delay="0"/>
                            </p:stCondLst>
                            <p:childTnLst>
                              <p:par>
                                <p:cTn id="4" presetID="1" presetClass="exit" presetSubtype="0" fill="hold" nodeType="withEffect">
                                  <p:stCondLst>
                                    <p:cond delay="91"/>
                                  </p:stCondLst>
                                  <p:childTnLst>
                                    <p:set>
                                      <p:cBhvr>
                                        <p:cTn id="5" dur="1" fill="hold">
                                          <p:stCondLst>
                                            <p:cond delay="0"/>
                                          </p:stCondLst>
                                        </p:cTn>
                                        <p:tgtEl>
                                          <p:spTgt spid="5"/>
                                        </p:tgtEl>
                                        <p:attrNameLst>
                                          <p:attrName>style.visibility</p:attrName>
                                        </p:attrNameLst>
                                      </p:cBhvr>
                                      <p:to>
                                        <p:strVal val="hidden"/>
                                      </p:to>
                                    </p:set>
                                  </p:childTnLst>
                                </p:cTn>
                              </p:par>
                              <p:par>
                                <p:cTn id="6" presetID="1" presetClass="exit" presetSubtype="0" fill="hold" nodeType="withEffect">
                                  <p:stCondLst>
                                    <p:cond delay="389"/>
                                  </p:stCondLst>
                                  <p:childTnLst>
                                    <p:set>
                                      <p:cBhvr>
                                        <p:cTn id="7" dur="1" fill="hold">
                                          <p:stCondLst>
                                            <p:cond delay="0"/>
                                          </p:stCondLst>
                                        </p:cTn>
                                        <p:tgtEl>
                                          <p:spTgt spid="6"/>
                                        </p:tgtEl>
                                        <p:attrNameLst>
                                          <p:attrName>style.visibility</p:attrName>
                                        </p:attrNameLst>
                                      </p:cBhvr>
                                      <p:to>
                                        <p:strVal val="hidden"/>
                                      </p:to>
                                    </p:set>
                                  </p:childTnLst>
                                </p:cTn>
                              </p:par>
                              <p:par>
                                <p:cTn id="8" presetID="1" presetClass="exit" presetSubtype="0" fill="hold" nodeType="withEffect">
                                  <p:stCondLst>
                                    <p:cond delay="686"/>
                                  </p:stCondLst>
                                  <p:childTnLst>
                                    <p:set>
                                      <p:cBhvr>
                                        <p:cTn id="9" dur="1" fill="hold">
                                          <p:stCondLst>
                                            <p:cond delay="0"/>
                                          </p:stCondLst>
                                        </p:cTn>
                                        <p:tgtEl>
                                          <p:spTgt spid="7"/>
                                        </p:tgtEl>
                                        <p:attrNameLst>
                                          <p:attrName>style.visibility</p:attrName>
                                        </p:attrNameLst>
                                      </p:cBhvr>
                                      <p:to>
                                        <p:strVal val="hidden"/>
                                      </p:to>
                                    </p:set>
                                  </p:childTnLst>
                                </p:cTn>
                              </p:par>
                              <p:par>
                                <p:cTn id="10" presetID="0" presetClass="path" presetSubtype="0" fill="hold" nodeType="withEffect">
                                  <p:stCondLst>
                                    <p:cond delay="0"/>
                                  </p:stCondLst>
                                  <p:childTnLst>
                                    <p:animMotion origin="layout" path="M 0 0 L 0.05675 0 E" pathEditMode="relative" ptsTypes="">
                                      <p:cBhvr>
                                        <p:cTn id="11" dur="900" fill="hold"/>
                                        <p:tgtEl>
                                          <p:spTgt spid="27"/>
                                        </p:tgtEl>
                                        <p:attrNameLst>
                                          <p:attrName>ppt_x</p:attrName>
                                          <p:attrName>ppt_y</p:attrName>
                                        </p:attrNameLst>
                                      </p:cBhvr>
                                    </p:animMotion>
                                  </p:childTnLst>
                                </p:cTn>
                              </p:par>
                              <p:par>
                                <p:cTn id="12" presetID="0" presetClass="path" presetSubtype="0" fill="hold" nodeType="withEffect">
                                  <p:stCondLst>
                                    <p:cond delay="0"/>
                                  </p:stCondLst>
                                  <p:childTnLst>
                                    <p:animMotion origin="layout" path="M 0 0 L 0.05675 0 E" pathEditMode="relative" ptsTypes="">
                                      <p:cBhvr>
                                        <p:cTn id="13" dur="900" fill="hold"/>
                                        <p:tgtEl>
                                          <p:spTgt spid="28"/>
                                        </p:tgtEl>
                                        <p:attrNameLst>
                                          <p:attrName>ppt_x</p:attrName>
                                          <p:attrName>ppt_y</p:attrName>
                                        </p:attrNameLst>
                                      </p:cBhvr>
                                    </p:animMotion>
                                  </p:childTnLst>
                                </p:cTn>
                              </p:par>
                              <p:par>
                                <p:cTn id="14" presetID="10" presetClass="entr" presetSubtype="0" fill="hold" nodeType="withEffect">
                                  <p:stCondLst>
                                    <p:cond delay="10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400"/>
                                        <p:tgtEl>
                                          <p:spTgt spid="29"/>
                                        </p:tgtEl>
                                      </p:cBhvr>
                                    </p:animEffect>
                                  </p:childTnLst>
                                </p:cTn>
                              </p:par>
                              <p:par>
                                <p:cTn id="17" presetID="10" presetClass="entr" presetSubtype="0" fill="hold" nodeType="withEffect">
                                  <p:stCondLst>
                                    <p:cond delay="60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400"/>
                                        <p:tgtEl>
                                          <p:spTgt spid="30"/>
                                        </p:tgtEl>
                                      </p:cBhvr>
                                    </p:animEffect>
                                  </p:childTnLst>
                                </p:cTn>
                              </p:par>
                              <p:par>
                                <p:cTn id="20" presetID="10" presetClass="entr" presetSubtype="0" fill="hold" nodeType="withEffect">
                                  <p:stCondLst>
                                    <p:cond delay="60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par>
                                <p:cTn id="23" presetID="10" presetClass="entr" presetSubtype="0" fill="hold" nodeType="withEffect">
                                  <p:stCondLst>
                                    <p:cond delay="60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400"/>
                                        <p:tgtEl>
                                          <p:spTgt spid="32"/>
                                        </p:tgtEl>
                                      </p:cBhvr>
                                    </p:animEffect>
                                  </p:childTnLst>
                                </p:cTn>
                              </p:par>
                              <p:par>
                                <p:cTn id="26" presetID="10" presetClass="entr" presetSubtype="0" fill="hold" nodeType="withEffect">
                                  <p:stCondLst>
                                    <p:cond delay="60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400"/>
                                        <p:tgtEl>
                                          <p:spTgt spid="33"/>
                                        </p:tgtEl>
                                      </p:cBhvr>
                                    </p:animEffect>
                                  </p:childTnLst>
                                </p:cTn>
                              </p:par>
                              <p:par>
                                <p:cTn id="29" presetID="10" presetClass="entr" presetSubtype="0" fill="hold" nodeType="withEffect">
                                  <p:stCondLst>
                                    <p:cond delay="60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400"/>
                                        <p:tgtEl>
                                          <p:spTgt spid="34"/>
                                        </p:tgtEl>
                                      </p:cBhvr>
                                    </p:animEffect>
                                  </p:childTnLst>
                                </p:cTn>
                              </p:par>
                              <p:par>
                                <p:cTn id="32" presetID="10" presetClass="entr" presetSubtype="0" fill="hold" nodeType="withEffect">
                                  <p:stCondLst>
                                    <p:cond delay="900"/>
                                  </p:stCondLst>
                                  <p:childTnLst>
                                    <p:set>
                                      <p:cBhvr>
                                        <p:cTn id="33" dur="1" fill="hold">
                                          <p:stCondLst>
                                            <p:cond delay="0"/>
                                          </p:stCondLst>
                                        </p:cTn>
                                        <p:tgtEl>
                                          <p:spTgt spid="35"/>
                                        </p:tgtEl>
                                        <p:attrNameLst>
                                          <p:attrName>style.visibility</p:attrName>
                                        </p:attrNameLst>
                                      </p:cBhvr>
                                      <p:to>
                                        <p:strVal val="visible"/>
                                      </p:to>
                                    </p:set>
                                    <p:animEffect transition="in" filter="fade">
                                      <p:cBhvr>
                                        <p:cTn id="34" dur="400"/>
                                        <p:tgtEl>
                                          <p:spTgt spid="35"/>
                                        </p:tgtEl>
                                      </p:cBhvr>
                                    </p:animEffect>
                                  </p:childTnLst>
                                </p:cTn>
                              </p:par>
                              <p:par>
                                <p:cTn id="35" presetID="10" presetClass="entr" presetSubtype="0" fill="hold" nodeType="withEffect">
                                  <p:stCondLst>
                                    <p:cond delay="90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400"/>
                                        <p:tgtEl>
                                          <p:spTgt spid="36"/>
                                        </p:tgtEl>
                                      </p:cBhvr>
                                    </p:animEffect>
                                  </p:childTnLst>
                                </p:cTn>
                              </p:par>
                              <p:par>
                                <p:cTn id="38" presetID="10" presetClass="entr" presetSubtype="0" fill="hold" nodeType="withEffect">
                                  <p:stCondLst>
                                    <p:cond delay="1200"/>
                                  </p:stCondLst>
                                  <p:childTnLst>
                                    <p:set>
                                      <p:cBhvr>
                                        <p:cTn id="39" dur="1" fill="hold">
                                          <p:stCondLst>
                                            <p:cond delay="0"/>
                                          </p:stCondLst>
                                        </p:cTn>
                                        <p:tgtEl>
                                          <p:spTgt spid="37"/>
                                        </p:tgtEl>
                                        <p:attrNameLst>
                                          <p:attrName>style.visibility</p:attrName>
                                        </p:attrNameLst>
                                      </p:cBhvr>
                                      <p:to>
                                        <p:strVal val="visible"/>
                                      </p:to>
                                    </p:set>
                                    <p:animEffect transition="in" filter="fade">
                                      <p:cBhvr>
                                        <p:cTn id="40" dur="400"/>
                                        <p:tgtEl>
                                          <p:spTgt spid="37"/>
                                        </p:tgtEl>
                                      </p:cBhvr>
                                    </p:animEffect>
                                  </p:childTnLst>
                                </p:cTn>
                              </p:par>
                              <p:par>
                                <p:cTn id="41" presetID="10" presetClass="entr" presetSubtype="0" fill="hold" nodeType="withEffect">
                                  <p:stCondLst>
                                    <p:cond delay="1200"/>
                                  </p:stCondLst>
                                  <p:childTnLst>
                                    <p:set>
                                      <p:cBhvr>
                                        <p:cTn id="42" dur="1" fill="hold">
                                          <p:stCondLst>
                                            <p:cond delay="0"/>
                                          </p:stCondLst>
                                        </p:cTn>
                                        <p:tgtEl>
                                          <p:spTgt spid="38"/>
                                        </p:tgtEl>
                                        <p:attrNameLst>
                                          <p:attrName>style.visibility</p:attrName>
                                        </p:attrNameLst>
                                      </p:cBhvr>
                                      <p:to>
                                        <p:strVal val="visible"/>
                                      </p:to>
                                    </p:set>
                                    <p:animEffect transition="in" filter="fade">
                                      <p:cBhvr>
                                        <p:cTn id="43" dur="400"/>
                                        <p:tgtEl>
                                          <p:spTgt spid="38"/>
                                        </p:tgtEl>
                                      </p:cBhvr>
                                    </p:animEffect>
                                  </p:childTnLst>
                                </p:cTn>
                              </p:par>
                              <p:par>
                                <p:cTn id="44" presetID="10" presetClass="entr" presetSubtype="0" fill="hold" nodeType="withEffect">
                                  <p:stCondLst>
                                    <p:cond delay="1200"/>
                                  </p:stCondLst>
                                  <p:childTnLst>
                                    <p:set>
                                      <p:cBhvr>
                                        <p:cTn id="45" dur="1" fill="hold">
                                          <p:stCondLst>
                                            <p:cond delay="0"/>
                                          </p:stCondLst>
                                        </p:cTn>
                                        <p:tgtEl>
                                          <p:spTgt spid="39"/>
                                        </p:tgtEl>
                                        <p:attrNameLst>
                                          <p:attrName>style.visibility</p:attrName>
                                        </p:attrNameLst>
                                      </p:cBhvr>
                                      <p:to>
                                        <p:strVal val="visible"/>
                                      </p:to>
                                    </p:set>
                                    <p:animEffect transition="in" filter="fade">
                                      <p:cBhvr>
                                        <p:cTn id="46" dur="400"/>
                                        <p:tgtEl>
                                          <p:spTgt spid="39"/>
                                        </p:tgtEl>
                                      </p:cBhvr>
                                    </p:animEffect>
                                  </p:childTnLst>
                                </p:cTn>
                              </p:par>
                              <p:par>
                                <p:cTn id="47" presetID="10" presetClass="entr" presetSubtype="0" fill="hold" nodeType="withEffect">
                                  <p:stCondLst>
                                    <p:cond delay="1200"/>
                                  </p:stCondLst>
                                  <p:childTnLst>
                                    <p:set>
                                      <p:cBhvr>
                                        <p:cTn id="48" dur="1" fill="hold">
                                          <p:stCondLst>
                                            <p:cond delay="0"/>
                                          </p:stCondLst>
                                        </p:cTn>
                                        <p:tgtEl>
                                          <p:spTgt spid="40"/>
                                        </p:tgtEl>
                                        <p:attrNameLst>
                                          <p:attrName>style.visibility</p:attrName>
                                        </p:attrNameLst>
                                      </p:cBhvr>
                                      <p:to>
                                        <p:strVal val="visible"/>
                                      </p:to>
                                    </p:set>
                                    <p:animEffect transition="in" filter="fade">
                                      <p:cBhvr>
                                        <p:cTn id="49"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o1" descr="LEVEL 4 → INSIGHT 2/4">    </p:cNvPr>
          <p:cNvPicPr>
            <a:picLocks noChangeAspect="1"/>
          </p:cNvPicPr>
          <p:nvPr/>
        </p:nvPicPr>
        <p:blipFill>
          <a:blip r:embed="rId1"/>
          <a:stretch>
            <a:fillRect/>
          </a:stretch>
        </p:blipFill>
        <p:spPr>
          <a:xfrm>
            <a:off x="548640" y="411480"/>
            <a:ext cx="3072384" cy="146304"/>
          </a:xfrm>
          <a:prstGeom prst="rect">
            <a:avLst/>
          </a:prstGeom>
        </p:spPr>
      </p:pic>
      <p:pic>
        <p:nvPicPr>
          <p:cNvPr id="3" name="o2" descr="2008 : l'âge d'or, puis le virage">    </p:cNvPr>
          <p:cNvPicPr>
            <a:picLocks noChangeAspect="1"/>
          </p:cNvPicPr>
          <p:nvPr/>
        </p:nvPicPr>
        <p:blipFill>
          <a:blip r:embed="rId2"/>
          <a:stretch>
            <a:fillRect/>
          </a:stretch>
        </p:blipFill>
        <p:spPr>
          <a:xfrm>
            <a:off x="548640" y="777240"/>
            <a:ext cx="9052560" cy="274320"/>
          </a:xfrm>
          <a:prstGeom prst="rect">
            <a:avLst/>
          </a:prstGeom>
        </p:spPr>
      </p:pic>
      <p:pic>
        <p:nvPicPr>
          <p:cNvPr id="4" name="o3" descr="apple">    </p:cNvPr>
          <p:cNvPicPr>
            <a:picLocks noChangeAspect="1"/>
          </p:cNvPicPr>
          <p:nvPr/>
        </p:nvPicPr>
        <p:blipFill>
          <a:blip r:embed="rId3"/>
          <a:stretch>
            <a:fillRect/>
          </a:stretch>
        </p:blipFill>
        <p:spPr>
          <a:xfrm>
            <a:off x="11073384" y="365760"/>
            <a:ext cx="566928" cy="566928"/>
          </a:xfrm>
          <a:prstGeom prst="rect">
            <a:avLst/>
          </a:prstGeom>
        </p:spPr>
      </p:pic>
      <p:sp>
        <p:nvSpPr>
          <p:cNvPr id="5" name="o4"/>
          <p:cNvSpPr/>
          <p:nvPr/>
        </p:nvSpPr>
        <p:spPr>
          <a:xfrm>
            <a:off x="7237476" y="6414516"/>
            <a:ext cx="64008" cy="64008"/>
          </a:xfrm>
          <a:prstGeom prst="rect">
            <a:avLst/>
          </a:prstGeom>
          <a:solidFill>
            <a:srgbClr val="FFB8AE"/>
          </a:solidFill>
          <a:ln/>
        </p:spPr>
      </p:sp>
      <p:sp>
        <p:nvSpPr>
          <p:cNvPr id="6" name="o5"/>
          <p:cNvSpPr/>
          <p:nvPr/>
        </p:nvSpPr>
        <p:spPr>
          <a:xfrm>
            <a:off x="7466076" y="6414516"/>
            <a:ext cx="64008" cy="64008"/>
          </a:xfrm>
          <a:prstGeom prst="rect">
            <a:avLst/>
          </a:prstGeom>
          <a:solidFill>
            <a:srgbClr val="FFB8AE"/>
          </a:solidFill>
          <a:ln/>
        </p:spPr>
      </p:sp>
      <p:sp>
        <p:nvSpPr>
          <p:cNvPr id="7" name="o6"/>
          <p:cNvSpPr/>
          <p:nvPr/>
        </p:nvSpPr>
        <p:spPr>
          <a:xfrm>
            <a:off x="7694676" y="6414516"/>
            <a:ext cx="64008" cy="64008"/>
          </a:xfrm>
          <a:prstGeom prst="rect">
            <a:avLst/>
          </a:prstGeom>
          <a:solidFill>
            <a:srgbClr val="FFB8AE"/>
          </a:solidFill>
          <a:ln/>
        </p:spPr>
      </p:sp>
      <p:sp>
        <p:nvSpPr>
          <p:cNvPr id="8" name="o7"/>
          <p:cNvSpPr/>
          <p:nvPr/>
        </p:nvSpPr>
        <p:spPr>
          <a:xfrm>
            <a:off x="7923276" y="6414516"/>
            <a:ext cx="64008" cy="64008"/>
          </a:xfrm>
          <a:prstGeom prst="rect">
            <a:avLst/>
          </a:prstGeom>
          <a:solidFill>
            <a:srgbClr val="FFB8AE"/>
          </a:solidFill>
          <a:ln/>
        </p:spPr>
      </p:sp>
      <p:sp>
        <p:nvSpPr>
          <p:cNvPr id="9" name="o8"/>
          <p:cNvSpPr/>
          <p:nvPr/>
        </p:nvSpPr>
        <p:spPr>
          <a:xfrm>
            <a:off x="8151876" y="6414516"/>
            <a:ext cx="64008" cy="64008"/>
          </a:xfrm>
          <a:prstGeom prst="rect">
            <a:avLst/>
          </a:prstGeom>
          <a:solidFill>
            <a:srgbClr val="FFB8AE"/>
          </a:solidFill>
          <a:ln/>
        </p:spPr>
      </p:sp>
      <p:sp>
        <p:nvSpPr>
          <p:cNvPr id="10" name="o9"/>
          <p:cNvSpPr/>
          <p:nvPr/>
        </p:nvSpPr>
        <p:spPr>
          <a:xfrm>
            <a:off x="8380476" y="6414516"/>
            <a:ext cx="64008" cy="64008"/>
          </a:xfrm>
          <a:prstGeom prst="rect">
            <a:avLst/>
          </a:prstGeom>
          <a:solidFill>
            <a:srgbClr val="FFB8AE"/>
          </a:solidFill>
          <a:ln/>
        </p:spPr>
      </p:sp>
      <p:sp>
        <p:nvSpPr>
          <p:cNvPr id="11" name="o10"/>
          <p:cNvSpPr/>
          <p:nvPr/>
        </p:nvSpPr>
        <p:spPr>
          <a:xfrm>
            <a:off x="8609076" y="6414516"/>
            <a:ext cx="64008" cy="64008"/>
          </a:xfrm>
          <a:prstGeom prst="rect">
            <a:avLst/>
          </a:prstGeom>
          <a:solidFill>
            <a:srgbClr val="FFB8AE"/>
          </a:solidFill>
          <a:ln/>
        </p:spPr>
      </p:sp>
      <p:sp>
        <p:nvSpPr>
          <p:cNvPr id="12" name="o11"/>
          <p:cNvSpPr/>
          <p:nvPr/>
        </p:nvSpPr>
        <p:spPr>
          <a:xfrm>
            <a:off x="8837676" y="6414516"/>
            <a:ext cx="64008" cy="64008"/>
          </a:xfrm>
          <a:prstGeom prst="rect">
            <a:avLst/>
          </a:prstGeom>
          <a:solidFill>
            <a:srgbClr val="FFB8AE"/>
          </a:solidFill>
          <a:ln/>
        </p:spPr>
      </p:sp>
      <p:sp>
        <p:nvSpPr>
          <p:cNvPr id="13" name="o12"/>
          <p:cNvSpPr/>
          <p:nvPr/>
        </p:nvSpPr>
        <p:spPr>
          <a:xfrm>
            <a:off x="9066276" y="6414516"/>
            <a:ext cx="64008" cy="64008"/>
          </a:xfrm>
          <a:prstGeom prst="rect">
            <a:avLst/>
          </a:prstGeom>
          <a:solidFill>
            <a:srgbClr val="FFB8AE"/>
          </a:solidFill>
          <a:ln/>
        </p:spPr>
      </p:sp>
      <p:sp>
        <p:nvSpPr>
          <p:cNvPr id="14" name="o13"/>
          <p:cNvSpPr/>
          <p:nvPr/>
        </p:nvSpPr>
        <p:spPr>
          <a:xfrm>
            <a:off x="9294876" y="6414516"/>
            <a:ext cx="64008" cy="64008"/>
          </a:xfrm>
          <a:prstGeom prst="rect">
            <a:avLst/>
          </a:prstGeom>
          <a:solidFill>
            <a:srgbClr val="FFB8AE"/>
          </a:solidFill>
          <a:ln/>
        </p:spPr>
      </p:sp>
      <p:sp>
        <p:nvSpPr>
          <p:cNvPr id="15" name="o14"/>
          <p:cNvSpPr/>
          <p:nvPr/>
        </p:nvSpPr>
        <p:spPr>
          <a:xfrm>
            <a:off x="9523476" y="6414516"/>
            <a:ext cx="64008" cy="64008"/>
          </a:xfrm>
          <a:prstGeom prst="rect">
            <a:avLst/>
          </a:prstGeom>
          <a:solidFill>
            <a:srgbClr val="FFB8AE"/>
          </a:solidFill>
          <a:ln/>
        </p:spPr>
      </p:sp>
      <p:sp>
        <p:nvSpPr>
          <p:cNvPr id="16" name="o15"/>
          <p:cNvSpPr/>
          <p:nvPr/>
        </p:nvSpPr>
        <p:spPr>
          <a:xfrm>
            <a:off x="9752076" y="6414516"/>
            <a:ext cx="64008" cy="64008"/>
          </a:xfrm>
          <a:prstGeom prst="rect">
            <a:avLst/>
          </a:prstGeom>
          <a:solidFill>
            <a:srgbClr val="FFB8AE"/>
          </a:solidFill>
          <a:ln/>
        </p:spPr>
      </p:sp>
      <p:sp>
        <p:nvSpPr>
          <p:cNvPr id="17" name="o16"/>
          <p:cNvSpPr/>
          <p:nvPr/>
        </p:nvSpPr>
        <p:spPr>
          <a:xfrm>
            <a:off x="9980676" y="6414516"/>
            <a:ext cx="64008" cy="64008"/>
          </a:xfrm>
          <a:prstGeom prst="rect">
            <a:avLst/>
          </a:prstGeom>
          <a:solidFill>
            <a:srgbClr val="FFB8AE"/>
          </a:solidFill>
          <a:ln/>
        </p:spPr>
      </p:sp>
      <p:sp>
        <p:nvSpPr>
          <p:cNvPr id="18" name="o17"/>
          <p:cNvSpPr/>
          <p:nvPr/>
        </p:nvSpPr>
        <p:spPr>
          <a:xfrm>
            <a:off x="10209276" y="6414516"/>
            <a:ext cx="64008" cy="64008"/>
          </a:xfrm>
          <a:prstGeom prst="rect">
            <a:avLst/>
          </a:prstGeom>
          <a:solidFill>
            <a:srgbClr val="FFB8AE"/>
          </a:solidFill>
          <a:ln/>
        </p:spPr>
      </p:sp>
      <p:sp>
        <p:nvSpPr>
          <p:cNvPr id="19" name="o18"/>
          <p:cNvSpPr/>
          <p:nvPr/>
        </p:nvSpPr>
        <p:spPr>
          <a:xfrm>
            <a:off x="10437876" y="6414516"/>
            <a:ext cx="64008" cy="64008"/>
          </a:xfrm>
          <a:prstGeom prst="rect">
            <a:avLst/>
          </a:prstGeom>
          <a:solidFill>
            <a:srgbClr val="FFB8AE"/>
          </a:solidFill>
          <a:ln/>
        </p:spPr>
      </p:sp>
      <p:sp>
        <p:nvSpPr>
          <p:cNvPr id="20" name="o19"/>
          <p:cNvSpPr/>
          <p:nvPr/>
        </p:nvSpPr>
        <p:spPr>
          <a:xfrm>
            <a:off x="10666476" y="6414516"/>
            <a:ext cx="64008" cy="64008"/>
          </a:xfrm>
          <a:prstGeom prst="rect">
            <a:avLst/>
          </a:prstGeom>
          <a:solidFill>
            <a:srgbClr val="FFB8AE"/>
          </a:solidFill>
          <a:ln/>
        </p:spPr>
      </p:sp>
      <p:sp>
        <p:nvSpPr>
          <p:cNvPr id="21" name="o20"/>
          <p:cNvSpPr/>
          <p:nvPr/>
        </p:nvSpPr>
        <p:spPr>
          <a:xfrm>
            <a:off x="10895076" y="6414516"/>
            <a:ext cx="64008" cy="64008"/>
          </a:xfrm>
          <a:prstGeom prst="rect">
            <a:avLst/>
          </a:prstGeom>
          <a:solidFill>
            <a:srgbClr val="FFB8AE"/>
          </a:solidFill>
          <a:ln/>
        </p:spPr>
      </p:sp>
      <p:sp>
        <p:nvSpPr>
          <p:cNvPr id="22" name="o21"/>
          <p:cNvSpPr/>
          <p:nvPr/>
        </p:nvSpPr>
        <p:spPr>
          <a:xfrm>
            <a:off x="11123676" y="6414516"/>
            <a:ext cx="64008" cy="64008"/>
          </a:xfrm>
          <a:prstGeom prst="rect">
            <a:avLst/>
          </a:prstGeom>
          <a:solidFill>
            <a:srgbClr val="FFB8AE"/>
          </a:solidFill>
          <a:ln/>
        </p:spPr>
      </p:sp>
      <p:pic>
        <p:nvPicPr>
          <p:cNvPr id="23" name="o22" descr="super pac-gomme">    </p:cNvPr>
          <p:cNvPicPr>
            <a:picLocks noChangeAspect="1"/>
          </p:cNvPicPr>
          <p:nvPr/>
        </p:nvPicPr>
        <p:blipFill>
          <a:blip r:embed="rId4"/>
          <a:stretch>
            <a:fillRect/>
          </a:stretch>
        </p:blipFill>
        <p:spPr>
          <a:xfrm>
            <a:off x="11448288" y="6355080"/>
            <a:ext cx="182880" cy="182880"/>
          </a:xfrm>
          <a:prstGeom prst="rect">
            <a:avLst/>
          </a:prstGeom>
        </p:spPr>
      </p:pic>
      <p:pic>
        <p:nvPicPr>
          <p:cNvPr id="24" name="o23" descr="Pac-Man : progression">    </p:cNvPr>
          <p:cNvPicPr>
            <a:picLocks noChangeAspect="1"/>
          </p:cNvPicPr>
          <p:nvPr/>
        </p:nvPicPr>
        <p:blipFill>
          <a:blip r:embed="rId5"/>
          <a:stretch>
            <a:fillRect/>
          </a:stretch>
        </p:blipFill>
        <p:spPr>
          <a:xfrm>
            <a:off x="6940296" y="6291072"/>
            <a:ext cx="310896" cy="310896"/>
          </a:xfrm>
          <a:prstGeom prst="rect">
            <a:avLst/>
          </a:prstGeom>
        </p:spPr>
      </p:pic>
      <p:pic>
        <p:nvPicPr>
          <p:cNvPr id="25" name="o24" descr="fantôme">    </p:cNvPr>
          <p:cNvPicPr>
            <a:picLocks noChangeAspect="1"/>
          </p:cNvPicPr>
          <p:nvPr/>
        </p:nvPicPr>
        <p:blipFill>
          <a:blip r:embed="rId6"/>
          <a:stretch>
            <a:fillRect/>
          </a:stretch>
        </p:blipFill>
        <p:spPr>
          <a:xfrm>
            <a:off x="6373368" y="6291072"/>
            <a:ext cx="310896" cy="310896"/>
          </a:xfrm>
          <a:prstGeom prst="rect">
            <a:avLst/>
          </a:prstGeom>
        </p:spPr>
      </p:pic>
      <p:graphicFrame>
        <p:nvGraphicFramePr>
          <p:cNvPr id="26" name="o25" descr=""/>
          <p:cNvGraphicFramePr/>
          <p:nvPr/>
        </p:nvGraphicFramePr>
        <p:xfrm>
          <a:off x="457200" y="1600200"/>
          <a:ext cx="7772400" cy="4434840"/>
        </p:xfrm>
        <a:graphic xmlns:a="http://schemas.openxmlformats.org/drawingml/2006/main">
          <a:graphicData uri="http://schemas.openxmlformats.org/drawingml/2006/chart">
            <c:chart xmlns:c="http://schemas.openxmlformats.org/drawingml/2006/chart" r:id="rId7"/>
          </a:graphicData>
        </a:graphic>
      </p:graphicFrame>
      <p:sp>
        <p:nvSpPr>
          <p:cNvPr id="27" name="o26"/>
          <p:cNvSpPr/>
          <p:nvPr/>
        </p:nvSpPr>
        <p:spPr>
          <a:xfrm>
            <a:off x="8549640" y="1691640"/>
            <a:ext cx="3090672" cy="1828800"/>
          </a:xfrm>
          <a:prstGeom prst="roundRect">
            <a:avLst>
              <a:gd name="adj" fmla="val 7000"/>
            </a:avLst>
          </a:prstGeom>
          <a:solidFill>
            <a:srgbClr val="000000"/>
          </a:solidFill>
          <a:ln w="28575">
            <a:solidFill>
              <a:srgbClr val="FFE600"/>
            </a:solidFill>
            <a:prstDash val="solid"/>
          </a:ln>
        </p:spPr>
      </p:sp>
      <p:sp>
        <p:nvSpPr>
          <p:cNvPr id="28" name="o27"/>
          <p:cNvSpPr/>
          <p:nvPr/>
        </p:nvSpPr>
        <p:spPr>
          <a:xfrm>
            <a:off x="8618220" y="1760220"/>
            <a:ext cx="2953512" cy="1691640"/>
          </a:xfrm>
          <a:prstGeom prst="roundRect">
            <a:avLst>
              <a:gd name="adj" fmla="val 3514"/>
            </a:avLst>
          </a:prstGeom>
          <a:ln w="12700">
            <a:solidFill>
              <a:srgbClr val="FFE600"/>
            </a:solidFill>
            <a:prstDash val="solid"/>
          </a:ln>
        </p:spPr>
      </p:sp>
      <p:pic>
        <p:nvPicPr>
          <p:cNvPr id="29" name="o28" descr="688 M">    </p:cNvPr>
          <p:cNvPicPr>
            <a:picLocks noChangeAspect="1"/>
          </p:cNvPicPr>
          <p:nvPr/>
        </p:nvPicPr>
        <p:blipFill>
          <a:blip r:embed="rId8"/>
          <a:stretch>
            <a:fillRect/>
          </a:stretch>
        </p:blipFill>
        <p:spPr>
          <a:xfrm>
            <a:off x="8869680" y="2011680"/>
            <a:ext cx="1920240" cy="384048"/>
          </a:xfrm>
          <a:prstGeom prst="rect">
            <a:avLst/>
          </a:prstGeom>
        </p:spPr>
      </p:pic>
      <p:sp>
        <p:nvSpPr>
          <p:cNvPr id="30" name="o29"/>
          <p:cNvSpPr txBox="1"/>
          <p:nvPr/>
        </p:nvSpPr>
        <p:spPr>
          <a:xfrm>
            <a:off x="8869680" y="2606040"/>
            <a:ext cx="2560320" cy="685800"/>
          </a:xfrm>
          <a:prstGeom prst="rect">
            <a:avLst/>
          </a:prstGeom>
          <a:noFill/>
          <a:ln/>
        </p:spPr>
        <p:txBody>
          <a:bodyPr wrap="square" lIns="0" tIns="0" rIns="0" bIns="0" rtlCol="0" anchor="t"/>
          <a:lstStyle/>
          <a:p>
            <a:pPr indent="0" marL="0">
              <a:buNone/>
            </a:pPr>
            <a:r>
              <a:rPr lang="en-US" sz="1400" dirty="0">
                <a:solidFill>
                  <a:srgbClr val="C4C4E4"/>
                </a:solidFill>
                <a:latin typeface="Arial" pitchFamily="34" charset="0"/>
                <a:ea typeface="Arial" pitchFamily="34" charset="-122"/>
                <a:cs typeface="Arial" pitchFamily="34" charset="-120"/>
              </a:rPr>
              <a:t>d'exemplaires en 2008, le record</a:t>
            </a:r>
            <a:endParaRPr lang="en-US" sz="1400" dirty="0"/>
          </a:p>
        </p:txBody>
      </p:sp>
      <p:sp>
        <p:nvSpPr>
          <p:cNvPr id="31" name="o30"/>
          <p:cNvSpPr/>
          <p:nvPr/>
        </p:nvSpPr>
        <p:spPr>
          <a:xfrm>
            <a:off x="8549640" y="3703320"/>
            <a:ext cx="3090672" cy="1371600"/>
          </a:xfrm>
          <a:prstGeom prst="roundRect">
            <a:avLst>
              <a:gd name="adj" fmla="val 9333"/>
            </a:avLst>
          </a:prstGeom>
          <a:solidFill>
            <a:srgbClr val="000000"/>
          </a:solidFill>
          <a:ln w="28575">
            <a:solidFill>
              <a:srgbClr val="2121DE"/>
            </a:solidFill>
            <a:prstDash val="solid"/>
          </a:ln>
        </p:spPr>
      </p:sp>
      <p:sp>
        <p:nvSpPr>
          <p:cNvPr id="32" name="o31"/>
          <p:cNvSpPr/>
          <p:nvPr/>
        </p:nvSpPr>
        <p:spPr>
          <a:xfrm>
            <a:off x="8618220" y="3771900"/>
            <a:ext cx="2953512" cy="1234440"/>
          </a:xfrm>
          <a:prstGeom prst="roundRect">
            <a:avLst>
              <a:gd name="adj" fmla="val 4815"/>
            </a:avLst>
          </a:prstGeom>
          <a:ln w="12700">
            <a:solidFill>
              <a:srgbClr val="2121DE"/>
            </a:solidFill>
            <a:prstDash val="solid"/>
          </a:ln>
        </p:spPr>
      </p:sp>
      <p:pic>
        <p:nvPicPr>
          <p:cNvPr id="33" name="o32" descr="45%">    </p:cNvPr>
          <p:cNvPicPr>
            <a:picLocks noChangeAspect="1"/>
          </p:cNvPicPr>
          <p:nvPr/>
        </p:nvPicPr>
        <p:blipFill>
          <a:blip r:embed="rId9"/>
          <a:stretch>
            <a:fillRect/>
          </a:stretch>
        </p:blipFill>
        <p:spPr>
          <a:xfrm>
            <a:off x="8869680" y="3931920"/>
            <a:ext cx="768096" cy="256032"/>
          </a:xfrm>
          <a:prstGeom prst="rect">
            <a:avLst/>
          </a:prstGeom>
        </p:spPr>
      </p:pic>
      <p:sp>
        <p:nvSpPr>
          <p:cNvPr id="34" name="o33"/>
          <p:cNvSpPr txBox="1"/>
          <p:nvPr/>
        </p:nvSpPr>
        <p:spPr>
          <a:xfrm>
            <a:off x="8869680" y="4315968"/>
            <a:ext cx="2606040" cy="594360"/>
          </a:xfrm>
          <a:prstGeom prst="rect">
            <a:avLst/>
          </a:prstGeom>
          <a:noFill/>
          <a:ln/>
        </p:spPr>
        <p:txBody>
          <a:bodyPr wrap="square" lIns="0" tIns="0" rIns="0" bIns="0" rtlCol="0" anchor="t"/>
          <a:lstStyle/>
          <a:p>
            <a:pPr indent="0" marL="0">
              <a:buNone/>
            </a:pPr>
            <a:r>
              <a:rPr lang="en-US" sz="1200" dirty="0">
                <a:solidFill>
                  <a:srgbClr val="C4C4E4"/>
                </a:solidFill>
                <a:latin typeface="Arial" pitchFamily="34" charset="0"/>
                <a:ea typeface="Arial" pitchFamily="34" charset="-122"/>
                <a:cs typeface="Arial" pitchFamily="34" charset="-120"/>
              </a:rPr>
              <a:t>des ventes viennent de la 7e génération : Wii, DS, X360, PS3, PSP</a:t>
            </a:r>
            <a:endParaRPr lang="en-US" sz="1200" dirty="0"/>
          </a:p>
        </p:txBody>
      </p:sp>
      <p:pic>
        <p:nvPicPr>
          <p:cNvPr id="35" name="o34" descr="attention">    </p:cNvPr>
          <p:cNvPicPr>
            <a:picLocks noChangeAspect="1"/>
          </p:cNvPicPr>
          <p:nvPr/>
        </p:nvPicPr>
        <p:blipFill>
          <a:blip r:embed="rId10"/>
          <a:stretch>
            <a:fillRect/>
          </a:stretch>
        </p:blipFill>
        <p:spPr>
          <a:xfrm>
            <a:off x="8595360" y="5321808"/>
            <a:ext cx="292608" cy="292608"/>
          </a:xfrm>
          <a:prstGeom prst="rect">
            <a:avLst/>
          </a:prstGeom>
        </p:spPr>
      </p:pic>
      <p:sp>
        <p:nvSpPr>
          <p:cNvPr id="36" name="o35"/>
          <p:cNvSpPr txBox="1"/>
          <p:nvPr/>
        </p:nvSpPr>
        <p:spPr>
          <a:xfrm>
            <a:off x="9006840" y="5230368"/>
            <a:ext cx="2633472" cy="868680"/>
          </a:xfrm>
          <a:prstGeom prst="rect">
            <a:avLst/>
          </a:prstGeom>
          <a:noFill/>
          <a:ln/>
        </p:spPr>
        <p:txBody>
          <a:bodyPr wrap="square" lIns="0" tIns="0" rIns="0" bIns="0" rtlCol="0" anchor="t"/>
          <a:lstStyle/>
          <a:p>
            <a:pPr indent="0" marL="0">
              <a:buNone/>
            </a:pPr>
            <a:r>
              <a:rPr lang="en-US" sz="1200" dirty="0">
                <a:solidFill>
                  <a:srgbClr val="C4C4E4"/>
                </a:solidFill>
                <a:latin typeface="Arial" pitchFamily="34" charset="0"/>
                <a:ea typeface="Arial" pitchFamily="34" charset="-122"/>
                <a:cs typeface="Arial" pitchFamily="34" charset="-120"/>
              </a:rPr>
              <a:t>La baisse après 2009 reflète la montée du dématérialisé et du mobile, absents des données. 2016 est incomplète (gris).</a:t>
            </a:r>
            <a:endParaRPr lang="en-US" sz="12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7" fill="hold">
                            <p:stCondLst>
                              <p:cond delay="0"/>
                            </p:stCondLst>
                            <p:childTnLst>
                              <p:par>
                                <p:cTn id="4" presetID="1" presetClass="exit" presetSubtype="0" fill="hold" nodeType="withEffect">
                                  <p:stCondLst>
                                    <p:cond delay="83"/>
                                  </p:stCondLst>
                                  <p:childTnLst>
                                    <p:set>
                                      <p:cBhvr>
                                        <p:cTn id="5" dur="1" fill="hold">
                                          <p:stCondLst>
                                            <p:cond delay="0"/>
                                          </p:stCondLst>
                                        </p:cTn>
                                        <p:tgtEl>
                                          <p:spTgt spid="5"/>
                                        </p:tgtEl>
                                        <p:attrNameLst>
                                          <p:attrName>style.visibility</p:attrName>
                                        </p:attrNameLst>
                                      </p:cBhvr>
                                      <p:to>
                                        <p:strVal val="hidden"/>
                                      </p:to>
                                    </p:set>
                                  </p:childTnLst>
                                </p:cTn>
                              </p:par>
                              <p:par>
                                <p:cTn id="6" presetID="1" presetClass="exit" presetSubtype="0" fill="hold" nodeType="withEffect">
                                  <p:stCondLst>
                                    <p:cond delay="381"/>
                                  </p:stCondLst>
                                  <p:childTnLst>
                                    <p:set>
                                      <p:cBhvr>
                                        <p:cTn id="7" dur="1" fill="hold">
                                          <p:stCondLst>
                                            <p:cond delay="0"/>
                                          </p:stCondLst>
                                        </p:cTn>
                                        <p:tgtEl>
                                          <p:spTgt spid="6"/>
                                        </p:tgtEl>
                                        <p:attrNameLst>
                                          <p:attrName>style.visibility</p:attrName>
                                        </p:attrNameLst>
                                      </p:cBhvr>
                                      <p:to>
                                        <p:strVal val="hidden"/>
                                      </p:to>
                                    </p:set>
                                  </p:childTnLst>
                                </p:cTn>
                              </p:par>
                              <p:par>
                                <p:cTn id="8" presetID="1" presetClass="exit" presetSubtype="0" fill="hold" nodeType="withEffect">
                                  <p:stCondLst>
                                    <p:cond delay="678"/>
                                  </p:stCondLst>
                                  <p:childTnLst>
                                    <p:set>
                                      <p:cBhvr>
                                        <p:cTn id="9" dur="1" fill="hold">
                                          <p:stCondLst>
                                            <p:cond delay="0"/>
                                          </p:stCondLst>
                                        </p:cTn>
                                        <p:tgtEl>
                                          <p:spTgt spid="7"/>
                                        </p:tgtEl>
                                        <p:attrNameLst>
                                          <p:attrName>style.visibility</p:attrName>
                                        </p:attrNameLst>
                                      </p:cBhvr>
                                      <p:to>
                                        <p:strVal val="hidden"/>
                                      </p:to>
                                    </p:set>
                                  </p:childTnLst>
                                </p:cTn>
                              </p:par>
                              <p:par>
                                <p:cTn id="10" presetID="0" presetClass="path" presetSubtype="0" fill="hold" nodeType="withEffect">
                                  <p:stCondLst>
                                    <p:cond delay="0"/>
                                  </p:stCondLst>
                                  <p:childTnLst>
                                    <p:animMotion origin="layout" path="M 0 0 L 0.05675 0 E" pathEditMode="relative" ptsTypes="">
                                      <p:cBhvr>
                                        <p:cTn id="11" dur="900" fill="hold"/>
                                        <p:tgtEl>
                                          <p:spTgt spid="24"/>
                                        </p:tgtEl>
                                        <p:attrNameLst>
                                          <p:attrName>ppt_x</p:attrName>
                                          <p:attrName>ppt_y</p:attrName>
                                        </p:attrNameLst>
                                      </p:cBhvr>
                                    </p:animMotion>
                                  </p:childTnLst>
                                </p:cTn>
                              </p:par>
                              <p:par>
                                <p:cTn id="12" presetID="0" presetClass="path" presetSubtype="0" fill="hold" nodeType="withEffect">
                                  <p:stCondLst>
                                    <p:cond delay="0"/>
                                  </p:stCondLst>
                                  <p:childTnLst>
                                    <p:animMotion origin="layout" path="M 0 0 L 0.05675 0 E" pathEditMode="relative" ptsTypes="">
                                      <p:cBhvr>
                                        <p:cTn id="13" dur="900" fill="hold"/>
                                        <p:tgtEl>
                                          <p:spTgt spid="25"/>
                                        </p:tgtEl>
                                        <p:attrNameLst>
                                          <p:attrName>ppt_x</p:attrName>
                                          <p:attrName>ppt_y</p:attrName>
                                        </p:attrNameLst>
                                      </p:cBhvr>
                                    </p:animMotion>
                                  </p:childTnLst>
                                </p:cTn>
                              </p:par>
                              <p:par>
                                <p:cTn id="14" presetID="10" presetClass="entr" presetSubtype="0" fill="hold" nodeType="withEffect">
                                  <p:stCondLst>
                                    <p:cond delay="10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400"/>
                                        <p:tgtEl>
                                          <p:spTgt spid="26"/>
                                        </p:tgtEl>
                                      </p:cBhvr>
                                    </p:animEffect>
                                  </p:childTnLst>
                                </p:cTn>
                              </p:par>
                              <p:par>
                                <p:cTn id="17" presetID="10" presetClass="entr" presetSubtype="0" fill="hold" nodeType="withEffect">
                                  <p:stCondLst>
                                    <p:cond delay="60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400"/>
                                        <p:tgtEl>
                                          <p:spTgt spid="27"/>
                                        </p:tgtEl>
                                      </p:cBhvr>
                                    </p:animEffect>
                                  </p:childTnLst>
                                </p:cTn>
                              </p:par>
                              <p:par>
                                <p:cTn id="20" presetID="10" presetClass="entr" presetSubtype="0" fill="hold" nodeType="withEffect">
                                  <p:stCondLst>
                                    <p:cond delay="60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400"/>
                                        <p:tgtEl>
                                          <p:spTgt spid="28"/>
                                        </p:tgtEl>
                                      </p:cBhvr>
                                    </p:animEffect>
                                  </p:childTnLst>
                                </p:cTn>
                              </p:par>
                              <p:par>
                                <p:cTn id="23" presetID="10" presetClass="entr" presetSubtype="0" fill="hold" nodeType="withEffect">
                                  <p:stCondLst>
                                    <p:cond delay="60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400"/>
                                        <p:tgtEl>
                                          <p:spTgt spid="29"/>
                                        </p:tgtEl>
                                      </p:cBhvr>
                                    </p:animEffect>
                                  </p:childTnLst>
                                </p:cTn>
                              </p:par>
                              <p:par>
                                <p:cTn id="26" presetID="10" presetClass="entr" presetSubtype="0" fill="hold" nodeType="withEffect">
                                  <p:stCondLst>
                                    <p:cond delay="600"/>
                                  </p:stCondLst>
                                  <p:childTnLst>
                                    <p:set>
                                      <p:cBhvr>
                                        <p:cTn id="27" dur="1" fill="hold">
                                          <p:stCondLst>
                                            <p:cond delay="0"/>
                                          </p:stCondLst>
                                        </p:cTn>
                                        <p:tgtEl>
                                          <p:spTgt spid="30"/>
                                        </p:tgtEl>
                                        <p:attrNameLst>
                                          <p:attrName>style.visibility</p:attrName>
                                        </p:attrNameLst>
                                      </p:cBhvr>
                                      <p:to>
                                        <p:strVal val="visible"/>
                                      </p:to>
                                    </p:set>
                                    <p:animEffect transition="in" filter="fade">
                                      <p:cBhvr>
                                        <p:cTn id="28" dur="400"/>
                                        <p:tgtEl>
                                          <p:spTgt spid="30"/>
                                        </p:tgtEl>
                                      </p:cBhvr>
                                    </p:animEffect>
                                  </p:childTnLst>
                                </p:cTn>
                              </p:par>
                              <p:par>
                                <p:cTn id="29" presetID="10" presetClass="entr" presetSubtype="0" fill="hold" nodeType="withEffect">
                                  <p:stCondLst>
                                    <p:cond delay="90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400"/>
                                        <p:tgtEl>
                                          <p:spTgt spid="31"/>
                                        </p:tgtEl>
                                      </p:cBhvr>
                                    </p:animEffect>
                                  </p:childTnLst>
                                </p:cTn>
                              </p:par>
                              <p:par>
                                <p:cTn id="32" presetID="10" presetClass="entr" presetSubtype="0" fill="hold" nodeType="withEffect">
                                  <p:stCondLst>
                                    <p:cond delay="900"/>
                                  </p:stCondLst>
                                  <p:childTnLst>
                                    <p:set>
                                      <p:cBhvr>
                                        <p:cTn id="33" dur="1" fill="hold">
                                          <p:stCondLst>
                                            <p:cond delay="0"/>
                                          </p:stCondLst>
                                        </p:cTn>
                                        <p:tgtEl>
                                          <p:spTgt spid="32"/>
                                        </p:tgtEl>
                                        <p:attrNameLst>
                                          <p:attrName>style.visibility</p:attrName>
                                        </p:attrNameLst>
                                      </p:cBhvr>
                                      <p:to>
                                        <p:strVal val="visible"/>
                                      </p:to>
                                    </p:set>
                                    <p:animEffect transition="in" filter="fade">
                                      <p:cBhvr>
                                        <p:cTn id="34" dur="400"/>
                                        <p:tgtEl>
                                          <p:spTgt spid="32"/>
                                        </p:tgtEl>
                                      </p:cBhvr>
                                    </p:animEffect>
                                  </p:childTnLst>
                                </p:cTn>
                              </p:par>
                              <p:par>
                                <p:cTn id="35" presetID="10" presetClass="entr" presetSubtype="0" fill="hold" nodeType="withEffect">
                                  <p:stCondLst>
                                    <p:cond delay="900"/>
                                  </p:stCondLst>
                                  <p:childTnLst>
                                    <p:set>
                                      <p:cBhvr>
                                        <p:cTn id="36" dur="1" fill="hold">
                                          <p:stCondLst>
                                            <p:cond delay="0"/>
                                          </p:stCondLst>
                                        </p:cTn>
                                        <p:tgtEl>
                                          <p:spTgt spid="33"/>
                                        </p:tgtEl>
                                        <p:attrNameLst>
                                          <p:attrName>style.visibility</p:attrName>
                                        </p:attrNameLst>
                                      </p:cBhvr>
                                      <p:to>
                                        <p:strVal val="visible"/>
                                      </p:to>
                                    </p:set>
                                    <p:animEffect transition="in" filter="fade">
                                      <p:cBhvr>
                                        <p:cTn id="37" dur="400"/>
                                        <p:tgtEl>
                                          <p:spTgt spid="33"/>
                                        </p:tgtEl>
                                      </p:cBhvr>
                                    </p:animEffect>
                                  </p:childTnLst>
                                </p:cTn>
                              </p:par>
                              <p:par>
                                <p:cTn id="38" presetID="10" presetClass="entr" presetSubtype="0" fill="hold" nodeType="withEffect">
                                  <p:stCondLst>
                                    <p:cond delay="900"/>
                                  </p:stCondLst>
                                  <p:childTnLst>
                                    <p:set>
                                      <p:cBhvr>
                                        <p:cTn id="39" dur="1" fill="hold">
                                          <p:stCondLst>
                                            <p:cond delay="0"/>
                                          </p:stCondLst>
                                        </p:cTn>
                                        <p:tgtEl>
                                          <p:spTgt spid="34"/>
                                        </p:tgtEl>
                                        <p:attrNameLst>
                                          <p:attrName>style.visibility</p:attrName>
                                        </p:attrNameLst>
                                      </p:cBhvr>
                                      <p:to>
                                        <p:strVal val="visible"/>
                                      </p:to>
                                    </p:set>
                                    <p:animEffect transition="in" filter="fade">
                                      <p:cBhvr>
                                        <p:cTn id="40" dur="400"/>
                                        <p:tgtEl>
                                          <p:spTgt spid="34"/>
                                        </p:tgtEl>
                                      </p:cBhvr>
                                    </p:animEffect>
                                  </p:childTnLst>
                                </p:cTn>
                              </p:par>
                              <p:par>
                                <p:cTn id="41" presetID="10" presetClass="entr" presetSubtype="0" fill="hold" nodeType="withEffect">
                                  <p:stCondLst>
                                    <p:cond delay="1200"/>
                                  </p:stCondLst>
                                  <p:childTnLst>
                                    <p:set>
                                      <p:cBhvr>
                                        <p:cTn id="42" dur="1" fill="hold">
                                          <p:stCondLst>
                                            <p:cond delay="0"/>
                                          </p:stCondLst>
                                        </p:cTn>
                                        <p:tgtEl>
                                          <p:spTgt spid="35"/>
                                        </p:tgtEl>
                                        <p:attrNameLst>
                                          <p:attrName>style.visibility</p:attrName>
                                        </p:attrNameLst>
                                      </p:cBhvr>
                                      <p:to>
                                        <p:strVal val="visible"/>
                                      </p:to>
                                    </p:set>
                                    <p:animEffect transition="in" filter="fade">
                                      <p:cBhvr>
                                        <p:cTn id="43" dur="400"/>
                                        <p:tgtEl>
                                          <p:spTgt spid="35"/>
                                        </p:tgtEl>
                                      </p:cBhvr>
                                    </p:animEffect>
                                  </p:childTnLst>
                                </p:cTn>
                              </p:par>
                              <p:par>
                                <p:cTn id="44" presetID="10" presetClass="entr" presetSubtype="0" fill="hold" nodeType="withEffect">
                                  <p:stCondLst>
                                    <p:cond delay="1200"/>
                                  </p:stCondLst>
                                  <p:childTnLst>
                                    <p:set>
                                      <p:cBhvr>
                                        <p:cTn id="45" dur="1" fill="hold">
                                          <p:stCondLst>
                                            <p:cond delay="0"/>
                                          </p:stCondLst>
                                        </p:cTn>
                                        <p:tgtEl>
                                          <p:spTgt spid="36"/>
                                        </p:tgtEl>
                                        <p:attrNameLst>
                                          <p:attrName>style.visibility</p:attrName>
                                        </p:attrNameLst>
                                      </p:cBhvr>
                                      <p:to>
                                        <p:strVal val="visible"/>
                                      </p:to>
                                    </p:set>
                                    <p:animEffect transition="in" filter="fade">
                                      <p:cBhvr>
                                        <p:cTn id="46"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o1" descr="LEVEL 4 → INSIGHT 3/4">    </p:cNvPr>
          <p:cNvPicPr>
            <a:picLocks noChangeAspect="1"/>
          </p:cNvPicPr>
          <p:nvPr/>
        </p:nvPicPr>
        <p:blipFill>
          <a:blip r:embed="rId1"/>
          <a:stretch>
            <a:fillRect/>
          </a:stretch>
        </p:blipFill>
        <p:spPr>
          <a:xfrm>
            <a:off x="548640" y="411480"/>
            <a:ext cx="3072384" cy="146304"/>
          </a:xfrm>
          <a:prstGeom prst="rect">
            <a:avLst/>
          </a:prstGeom>
        </p:spPr>
      </p:pic>
      <p:pic>
        <p:nvPicPr>
          <p:cNvPr id="3" name="o2" descr="Deux mondes : Occident et Japon">    </p:cNvPr>
          <p:cNvPicPr>
            <a:picLocks noChangeAspect="1"/>
          </p:cNvPicPr>
          <p:nvPr/>
        </p:nvPicPr>
        <p:blipFill>
          <a:blip r:embed="rId2"/>
          <a:stretch>
            <a:fillRect/>
          </a:stretch>
        </p:blipFill>
        <p:spPr>
          <a:xfrm>
            <a:off x="548640" y="777240"/>
            <a:ext cx="8503920" cy="274320"/>
          </a:xfrm>
          <a:prstGeom prst="rect">
            <a:avLst/>
          </a:prstGeom>
        </p:spPr>
      </p:pic>
      <p:pic>
        <p:nvPicPr>
          <p:cNvPr id="4" name="o3" descr="apple">    </p:cNvPr>
          <p:cNvPicPr>
            <a:picLocks noChangeAspect="1"/>
          </p:cNvPicPr>
          <p:nvPr/>
        </p:nvPicPr>
        <p:blipFill>
          <a:blip r:embed="rId3"/>
          <a:stretch>
            <a:fillRect/>
          </a:stretch>
        </p:blipFill>
        <p:spPr>
          <a:xfrm>
            <a:off x="11073384" y="365760"/>
            <a:ext cx="566928" cy="566928"/>
          </a:xfrm>
          <a:prstGeom prst="rect">
            <a:avLst/>
          </a:prstGeom>
        </p:spPr>
      </p:pic>
      <p:sp>
        <p:nvSpPr>
          <p:cNvPr id="5" name="o4"/>
          <p:cNvSpPr/>
          <p:nvPr/>
        </p:nvSpPr>
        <p:spPr>
          <a:xfrm>
            <a:off x="7923276" y="6414516"/>
            <a:ext cx="64008" cy="64008"/>
          </a:xfrm>
          <a:prstGeom prst="rect">
            <a:avLst/>
          </a:prstGeom>
          <a:solidFill>
            <a:srgbClr val="FFB8AE"/>
          </a:solidFill>
          <a:ln/>
        </p:spPr>
      </p:sp>
      <p:sp>
        <p:nvSpPr>
          <p:cNvPr id="6" name="o5"/>
          <p:cNvSpPr/>
          <p:nvPr/>
        </p:nvSpPr>
        <p:spPr>
          <a:xfrm>
            <a:off x="8151876" y="6414516"/>
            <a:ext cx="64008" cy="64008"/>
          </a:xfrm>
          <a:prstGeom prst="rect">
            <a:avLst/>
          </a:prstGeom>
          <a:solidFill>
            <a:srgbClr val="FFB8AE"/>
          </a:solidFill>
          <a:ln/>
        </p:spPr>
      </p:sp>
      <p:sp>
        <p:nvSpPr>
          <p:cNvPr id="7" name="o6"/>
          <p:cNvSpPr/>
          <p:nvPr/>
        </p:nvSpPr>
        <p:spPr>
          <a:xfrm>
            <a:off x="8380476" y="6414516"/>
            <a:ext cx="64008" cy="64008"/>
          </a:xfrm>
          <a:prstGeom prst="rect">
            <a:avLst/>
          </a:prstGeom>
          <a:solidFill>
            <a:srgbClr val="FFB8AE"/>
          </a:solidFill>
          <a:ln/>
        </p:spPr>
      </p:sp>
      <p:sp>
        <p:nvSpPr>
          <p:cNvPr id="8" name="o7"/>
          <p:cNvSpPr/>
          <p:nvPr/>
        </p:nvSpPr>
        <p:spPr>
          <a:xfrm>
            <a:off x="8609076" y="6414516"/>
            <a:ext cx="64008" cy="64008"/>
          </a:xfrm>
          <a:prstGeom prst="rect">
            <a:avLst/>
          </a:prstGeom>
          <a:solidFill>
            <a:srgbClr val="FFB8AE"/>
          </a:solidFill>
          <a:ln/>
        </p:spPr>
      </p:sp>
      <p:sp>
        <p:nvSpPr>
          <p:cNvPr id="9" name="o8"/>
          <p:cNvSpPr/>
          <p:nvPr/>
        </p:nvSpPr>
        <p:spPr>
          <a:xfrm>
            <a:off x="8837676" y="6414516"/>
            <a:ext cx="64008" cy="64008"/>
          </a:xfrm>
          <a:prstGeom prst="rect">
            <a:avLst/>
          </a:prstGeom>
          <a:solidFill>
            <a:srgbClr val="FFB8AE"/>
          </a:solidFill>
          <a:ln/>
        </p:spPr>
      </p:sp>
      <p:sp>
        <p:nvSpPr>
          <p:cNvPr id="10" name="o9"/>
          <p:cNvSpPr/>
          <p:nvPr/>
        </p:nvSpPr>
        <p:spPr>
          <a:xfrm>
            <a:off x="9066276" y="6414516"/>
            <a:ext cx="64008" cy="64008"/>
          </a:xfrm>
          <a:prstGeom prst="rect">
            <a:avLst/>
          </a:prstGeom>
          <a:solidFill>
            <a:srgbClr val="FFB8AE"/>
          </a:solidFill>
          <a:ln/>
        </p:spPr>
      </p:sp>
      <p:sp>
        <p:nvSpPr>
          <p:cNvPr id="11" name="o10"/>
          <p:cNvSpPr/>
          <p:nvPr/>
        </p:nvSpPr>
        <p:spPr>
          <a:xfrm>
            <a:off x="9294876" y="6414516"/>
            <a:ext cx="64008" cy="64008"/>
          </a:xfrm>
          <a:prstGeom prst="rect">
            <a:avLst/>
          </a:prstGeom>
          <a:solidFill>
            <a:srgbClr val="FFB8AE"/>
          </a:solidFill>
          <a:ln/>
        </p:spPr>
      </p:sp>
      <p:sp>
        <p:nvSpPr>
          <p:cNvPr id="12" name="o11"/>
          <p:cNvSpPr/>
          <p:nvPr/>
        </p:nvSpPr>
        <p:spPr>
          <a:xfrm>
            <a:off x="9523476" y="6414516"/>
            <a:ext cx="64008" cy="64008"/>
          </a:xfrm>
          <a:prstGeom prst="rect">
            <a:avLst/>
          </a:prstGeom>
          <a:solidFill>
            <a:srgbClr val="FFB8AE"/>
          </a:solidFill>
          <a:ln/>
        </p:spPr>
      </p:sp>
      <p:sp>
        <p:nvSpPr>
          <p:cNvPr id="13" name="o12"/>
          <p:cNvSpPr/>
          <p:nvPr/>
        </p:nvSpPr>
        <p:spPr>
          <a:xfrm>
            <a:off x="9752076" y="6414516"/>
            <a:ext cx="64008" cy="64008"/>
          </a:xfrm>
          <a:prstGeom prst="rect">
            <a:avLst/>
          </a:prstGeom>
          <a:solidFill>
            <a:srgbClr val="FFB8AE"/>
          </a:solidFill>
          <a:ln/>
        </p:spPr>
      </p:sp>
      <p:sp>
        <p:nvSpPr>
          <p:cNvPr id="14" name="o13"/>
          <p:cNvSpPr/>
          <p:nvPr/>
        </p:nvSpPr>
        <p:spPr>
          <a:xfrm>
            <a:off x="9980676" y="6414516"/>
            <a:ext cx="64008" cy="64008"/>
          </a:xfrm>
          <a:prstGeom prst="rect">
            <a:avLst/>
          </a:prstGeom>
          <a:solidFill>
            <a:srgbClr val="FFB8AE"/>
          </a:solidFill>
          <a:ln/>
        </p:spPr>
      </p:sp>
      <p:sp>
        <p:nvSpPr>
          <p:cNvPr id="15" name="o14"/>
          <p:cNvSpPr/>
          <p:nvPr/>
        </p:nvSpPr>
        <p:spPr>
          <a:xfrm>
            <a:off x="10209276" y="6414516"/>
            <a:ext cx="64008" cy="64008"/>
          </a:xfrm>
          <a:prstGeom prst="rect">
            <a:avLst/>
          </a:prstGeom>
          <a:solidFill>
            <a:srgbClr val="FFB8AE"/>
          </a:solidFill>
          <a:ln/>
        </p:spPr>
      </p:sp>
      <p:sp>
        <p:nvSpPr>
          <p:cNvPr id="16" name="o15"/>
          <p:cNvSpPr/>
          <p:nvPr/>
        </p:nvSpPr>
        <p:spPr>
          <a:xfrm>
            <a:off x="10437876" y="6414516"/>
            <a:ext cx="64008" cy="64008"/>
          </a:xfrm>
          <a:prstGeom prst="rect">
            <a:avLst/>
          </a:prstGeom>
          <a:solidFill>
            <a:srgbClr val="FFB8AE"/>
          </a:solidFill>
          <a:ln/>
        </p:spPr>
      </p:sp>
      <p:sp>
        <p:nvSpPr>
          <p:cNvPr id="17" name="o16"/>
          <p:cNvSpPr/>
          <p:nvPr/>
        </p:nvSpPr>
        <p:spPr>
          <a:xfrm>
            <a:off x="10666476" y="6414516"/>
            <a:ext cx="64008" cy="64008"/>
          </a:xfrm>
          <a:prstGeom prst="rect">
            <a:avLst/>
          </a:prstGeom>
          <a:solidFill>
            <a:srgbClr val="FFB8AE"/>
          </a:solidFill>
          <a:ln/>
        </p:spPr>
      </p:sp>
      <p:sp>
        <p:nvSpPr>
          <p:cNvPr id="18" name="o17"/>
          <p:cNvSpPr/>
          <p:nvPr/>
        </p:nvSpPr>
        <p:spPr>
          <a:xfrm>
            <a:off x="10895076" y="6414516"/>
            <a:ext cx="64008" cy="64008"/>
          </a:xfrm>
          <a:prstGeom prst="rect">
            <a:avLst/>
          </a:prstGeom>
          <a:solidFill>
            <a:srgbClr val="FFB8AE"/>
          </a:solidFill>
          <a:ln/>
        </p:spPr>
      </p:sp>
      <p:sp>
        <p:nvSpPr>
          <p:cNvPr id="19" name="o18"/>
          <p:cNvSpPr/>
          <p:nvPr/>
        </p:nvSpPr>
        <p:spPr>
          <a:xfrm>
            <a:off x="11123676" y="6414516"/>
            <a:ext cx="64008" cy="64008"/>
          </a:xfrm>
          <a:prstGeom prst="rect">
            <a:avLst/>
          </a:prstGeom>
          <a:solidFill>
            <a:srgbClr val="FFB8AE"/>
          </a:solidFill>
          <a:ln/>
        </p:spPr>
      </p:sp>
      <p:pic>
        <p:nvPicPr>
          <p:cNvPr id="20" name="o19" descr="super pac-gomme">    </p:cNvPr>
          <p:cNvPicPr>
            <a:picLocks noChangeAspect="1"/>
          </p:cNvPicPr>
          <p:nvPr/>
        </p:nvPicPr>
        <p:blipFill>
          <a:blip r:embed="rId4"/>
          <a:stretch>
            <a:fillRect/>
          </a:stretch>
        </p:blipFill>
        <p:spPr>
          <a:xfrm>
            <a:off x="11448288" y="6355080"/>
            <a:ext cx="182880" cy="182880"/>
          </a:xfrm>
          <a:prstGeom prst="rect">
            <a:avLst/>
          </a:prstGeom>
        </p:spPr>
      </p:pic>
      <p:pic>
        <p:nvPicPr>
          <p:cNvPr id="21" name="o20" descr="Pac-Man : progression">    </p:cNvPr>
          <p:cNvPicPr>
            <a:picLocks noChangeAspect="1"/>
          </p:cNvPicPr>
          <p:nvPr/>
        </p:nvPicPr>
        <p:blipFill>
          <a:blip r:embed="rId5"/>
          <a:stretch>
            <a:fillRect/>
          </a:stretch>
        </p:blipFill>
        <p:spPr>
          <a:xfrm>
            <a:off x="7632192" y="6291072"/>
            <a:ext cx="310896" cy="310896"/>
          </a:xfrm>
          <a:prstGeom prst="rect">
            <a:avLst/>
          </a:prstGeom>
        </p:spPr>
      </p:pic>
      <p:pic>
        <p:nvPicPr>
          <p:cNvPr id="22" name="o21" descr="fantôme">    </p:cNvPr>
          <p:cNvPicPr>
            <a:picLocks noChangeAspect="1"/>
          </p:cNvPicPr>
          <p:nvPr/>
        </p:nvPicPr>
        <p:blipFill>
          <a:blip r:embed="rId6"/>
          <a:stretch>
            <a:fillRect/>
          </a:stretch>
        </p:blipFill>
        <p:spPr>
          <a:xfrm>
            <a:off x="7065264" y="6291072"/>
            <a:ext cx="310896" cy="310896"/>
          </a:xfrm>
          <a:prstGeom prst="rect">
            <a:avLst/>
          </a:prstGeom>
        </p:spPr>
      </p:pic>
      <p:graphicFrame>
        <p:nvGraphicFramePr>
          <p:cNvPr id="23" name="o22" descr=""/>
          <p:cNvGraphicFramePr/>
          <p:nvPr/>
        </p:nvGraphicFramePr>
        <p:xfrm>
          <a:off x="457200" y="1600200"/>
          <a:ext cx="7040880" cy="4434840"/>
        </p:xfrm>
        <a:graphic xmlns:a="http://schemas.openxmlformats.org/drawingml/2006/main">
          <a:graphicData uri="http://schemas.openxmlformats.org/drawingml/2006/chart">
            <c:chart xmlns:c="http://schemas.openxmlformats.org/drawingml/2006/chart" r:id="rId7"/>
          </a:graphicData>
        </a:graphic>
      </p:graphicFrame>
      <p:sp>
        <p:nvSpPr>
          <p:cNvPr id="24" name="o23"/>
          <p:cNvSpPr/>
          <p:nvPr/>
        </p:nvSpPr>
        <p:spPr>
          <a:xfrm>
            <a:off x="8001000" y="1691640"/>
            <a:ext cx="3639312" cy="1298448"/>
          </a:xfrm>
          <a:prstGeom prst="roundRect">
            <a:avLst>
              <a:gd name="adj" fmla="val 9859"/>
            </a:avLst>
          </a:prstGeom>
          <a:solidFill>
            <a:srgbClr val="000000"/>
          </a:solidFill>
          <a:ln w="28575">
            <a:solidFill>
              <a:srgbClr val="2121DE"/>
            </a:solidFill>
            <a:prstDash val="solid"/>
          </a:ln>
        </p:spPr>
      </p:sp>
      <p:sp>
        <p:nvSpPr>
          <p:cNvPr id="25" name="o24"/>
          <p:cNvSpPr/>
          <p:nvPr/>
        </p:nvSpPr>
        <p:spPr>
          <a:xfrm>
            <a:off x="8069580" y="1760220"/>
            <a:ext cx="3502152" cy="1161288"/>
          </a:xfrm>
          <a:prstGeom prst="roundRect">
            <a:avLst>
              <a:gd name="adj" fmla="val 5118"/>
            </a:avLst>
          </a:prstGeom>
          <a:ln w="12700">
            <a:solidFill>
              <a:srgbClr val="2121DE"/>
            </a:solidFill>
            <a:prstDash val="solid"/>
          </a:ln>
        </p:spPr>
      </p:sp>
      <p:pic>
        <p:nvPicPr>
          <p:cNvPr id="26" name="o25" descr="27%">    </p:cNvPr>
          <p:cNvPicPr>
            <a:picLocks noChangeAspect="1"/>
          </p:cNvPicPr>
          <p:nvPr/>
        </p:nvPicPr>
        <p:blipFill>
          <a:blip r:embed="rId8"/>
          <a:stretch>
            <a:fillRect/>
          </a:stretch>
        </p:blipFill>
        <p:spPr>
          <a:xfrm>
            <a:off x="8275320" y="2194560"/>
            <a:ext cx="715518" cy="237744"/>
          </a:xfrm>
          <a:prstGeom prst="rect">
            <a:avLst/>
          </a:prstGeom>
        </p:spPr>
      </p:pic>
      <p:sp>
        <p:nvSpPr>
          <p:cNvPr id="27" name="o26"/>
          <p:cNvSpPr txBox="1"/>
          <p:nvPr/>
        </p:nvSpPr>
        <p:spPr>
          <a:xfrm>
            <a:off x="9509760" y="1828800"/>
            <a:ext cx="1965960" cy="1024128"/>
          </a:xfrm>
          <a:prstGeom prst="rect">
            <a:avLst/>
          </a:prstGeom>
          <a:noFill/>
          <a:ln/>
        </p:spPr>
        <p:txBody>
          <a:bodyPr wrap="square" lIns="0" tIns="0" rIns="0" bIns="0" rtlCol="0" anchor="ctr"/>
          <a:lstStyle/>
          <a:p>
            <a:pPr indent="0" marL="0">
              <a:buNone/>
            </a:pPr>
            <a:r>
              <a:rPr lang="en-US" sz="1300" dirty="0">
                <a:solidFill>
                  <a:srgbClr val="C4C4E4"/>
                </a:solidFill>
                <a:latin typeface="Arial" pitchFamily="34" charset="0"/>
                <a:ea typeface="Arial" pitchFamily="34" charset="-122"/>
                <a:cs typeface="Arial" pitchFamily="34" charset="-120"/>
              </a:rPr>
              <a:t>des ventes au Japon sont des RPG, contre 8 % en Occident</a:t>
            </a:r>
            <a:endParaRPr lang="en-US" sz="1300" dirty="0"/>
          </a:p>
        </p:txBody>
      </p:sp>
      <p:sp>
        <p:nvSpPr>
          <p:cNvPr id="28" name="o27"/>
          <p:cNvSpPr/>
          <p:nvPr/>
        </p:nvSpPr>
        <p:spPr>
          <a:xfrm>
            <a:off x="8001000" y="3154680"/>
            <a:ext cx="3639312" cy="1298448"/>
          </a:xfrm>
          <a:prstGeom prst="roundRect">
            <a:avLst>
              <a:gd name="adj" fmla="val 9859"/>
            </a:avLst>
          </a:prstGeom>
          <a:solidFill>
            <a:srgbClr val="000000"/>
          </a:solidFill>
          <a:ln w="28575">
            <a:solidFill>
              <a:srgbClr val="2121DE"/>
            </a:solidFill>
            <a:prstDash val="solid"/>
          </a:ln>
        </p:spPr>
      </p:sp>
      <p:sp>
        <p:nvSpPr>
          <p:cNvPr id="29" name="o28"/>
          <p:cNvSpPr/>
          <p:nvPr/>
        </p:nvSpPr>
        <p:spPr>
          <a:xfrm>
            <a:off x="8069580" y="3223260"/>
            <a:ext cx="3502152" cy="1161288"/>
          </a:xfrm>
          <a:prstGeom prst="roundRect">
            <a:avLst>
              <a:gd name="adj" fmla="val 5118"/>
            </a:avLst>
          </a:prstGeom>
          <a:ln w="12700">
            <a:solidFill>
              <a:srgbClr val="2121DE"/>
            </a:solidFill>
            <a:prstDash val="solid"/>
          </a:ln>
        </p:spPr>
      </p:sp>
      <p:pic>
        <p:nvPicPr>
          <p:cNvPr id="30" name="o29" descr="0,01">    </p:cNvPr>
          <p:cNvPicPr>
            <a:picLocks noChangeAspect="1"/>
          </p:cNvPicPr>
          <p:nvPr/>
        </p:nvPicPr>
        <p:blipFill>
          <a:blip r:embed="rId9"/>
          <a:stretch>
            <a:fillRect/>
          </a:stretch>
        </p:blipFill>
        <p:spPr>
          <a:xfrm>
            <a:off x="8275320" y="3657600"/>
            <a:ext cx="953262" cy="237744"/>
          </a:xfrm>
          <a:prstGeom prst="rect">
            <a:avLst/>
          </a:prstGeom>
        </p:spPr>
      </p:pic>
      <p:sp>
        <p:nvSpPr>
          <p:cNvPr id="31" name="o30"/>
          <p:cNvSpPr txBox="1"/>
          <p:nvPr/>
        </p:nvSpPr>
        <p:spPr>
          <a:xfrm>
            <a:off x="9509760" y="3291840"/>
            <a:ext cx="1965960" cy="1024128"/>
          </a:xfrm>
          <a:prstGeom prst="rect">
            <a:avLst/>
          </a:prstGeom>
          <a:noFill/>
          <a:ln/>
        </p:spPr>
        <p:txBody>
          <a:bodyPr wrap="square" lIns="0" tIns="0" rIns="0" bIns="0" rtlCol="0" anchor="ctr"/>
          <a:lstStyle/>
          <a:p>
            <a:pPr indent="0" marL="0">
              <a:buNone/>
            </a:pPr>
            <a:r>
              <a:rPr lang="en-US" sz="1300" dirty="0">
                <a:solidFill>
                  <a:srgbClr val="C4C4E4"/>
                </a:solidFill>
                <a:latin typeface="Arial" pitchFamily="34" charset="0"/>
                <a:ea typeface="Arial" pitchFamily="34" charset="-122"/>
                <a:cs typeface="Arial" pitchFamily="34" charset="-120"/>
              </a:rPr>
              <a:t>de divergence entre Amérique du Nord et Europe : des goûts quasi identiques</a:t>
            </a:r>
            <a:endParaRPr lang="en-US" sz="1300" dirty="0"/>
          </a:p>
        </p:txBody>
      </p:sp>
      <p:sp>
        <p:nvSpPr>
          <p:cNvPr id="32" name="o31"/>
          <p:cNvSpPr/>
          <p:nvPr/>
        </p:nvSpPr>
        <p:spPr>
          <a:xfrm>
            <a:off x="8001000" y="4617720"/>
            <a:ext cx="3639312" cy="1298448"/>
          </a:xfrm>
          <a:prstGeom prst="roundRect">
            <a:avLst>
              <a:gd name="adj" fmla="val 9859"/>
            </a:avLst>
          </a:prstGeom>
          <a:solidFill>
            <a:srgbClr val="000000"/>
          </a:solidFill>
          <a:ln w="28575">
            <a:solidFill>
              <a:srgbClr val="2121DE"/>
            </a:solidFill>
            <a:prstDash val="solid"/>
          </a:ln>
        </p:spPr>
      </p:sp>
      <p:sp>
        <p:nvSpPr>
          <p:cNvPr id="33" name="o32"/>
          <p:cNvSpPr/>
          <p:nvPr/>
        </p:nvSpPr>
        <p:spPr>
          <a:xfrm>
            <a:off x="8069580" y="4686300"/>
            <a:ext cx="3502152" cy="1161288"/>
          </a:xfrm>
          <a:prstGeom prst="roundRect">
            <a:avLst>
              <a:gd name="adj" fmla="val 5118"/>
            </a:avLst>
          </a:prstGeom>
          <a:ln w="12700">
            <a:solidFill>
              <a:srgbClr val="2121DE"/>
            </a:solidFill>
            <a:prstDash val="solid"/>
          </a:ln>
        </p:spPr>
      </p:sp>
      <p:pic>
        <p:nvPicPr>
          <p:cNvPr id="34" name="o33" descr="77%">    </p:cNvPr>
          <p:cNvPicPr>
            <a:picLocks noChangeAspect="1"/>
          </p:cNvPicPr>
          <p:nvPr/>
        </p:nvPicPr>
        <p:blipFill>
          <a:blip r:embed="rId10"/>
          <a:stretch>
            <a:fillRect/>
          </a:stretch>
        </p:blipFill>
        <p:spPr>
          <a:xfrm>
            <a:off x="8275320" y="5120640"/>
            <a:ext cx="715518" cy="237744"/>
          </a:xfrm>
          <a:prstGeom prst="rect">
            <a:avLst/>
          </a:prstGeom>
        </p:spPr>
      </p:pic>
      <p:sp>
        <p:nvSpPr>
          <p:cNvPr id="35" name="o34"/>
          <p:cNvSpPr txBox="1"/>
          <p:nvPr/>
        </p:nvSpPr>
        <p:spPr>
          <a:xfrm>
            <a:off x="9509760" y="4754880"/>
            <a:ext cx="1965960" cy="1024128"/>
          </a:xfrm>
          <a:prstGeom prst="rect">
            <a:avLst/>
          </a:prstGeom>
          <a:noFill/>
          <a:ln/>
        </p:spPr>
        <p:txBody>
          <a:bodyPr wrap="square" lIns="0" tIns="0" rIns="0" bIns="0" rtlCol="0" anchor="ctr"/>
          <a:lstStyle/>
          <a:p>
            <a:pPr indent="0" marL="0">
              <a:buNone/>
            </a:pPr>
            <a:r>
              <a:rPr lang="en-US" sz="1300" dirty="0">
                <a:solidFill>
                  <a:srgbClr val="C4C4E4"/>
                </a:solidFill>
                <a:latin typeface="Arial" pitchFamily="34" charset="0"/>
                <a:ea typeface="Arial" pitchFamily="34" charset="-122"/>
                <a:cs typeface="Arial" pitchFamily="34" charset="-120"/>
              </a:rPr>
              <a:t>des jeux ultra-régionaux (outliers culturels) sont japonais</a:t>
            </a:r>
            <a:endParaRPr lang="en-US" sz="13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53" fill="hold">
                            <p:stCondLst>
                              <p:cond delay="0"/>
                            </p:stCondLst>
                            <p:childTnLst>
                              <p:par>
                                <p:cTn id="4" presetID="1" presetClass="exit" presetSubtype="0" fill="hold" nodeType="withEffect">
                                  <p:stCondLst>
                                    <p:cond delay="75"/>
                                  </p:stCondLst>
                                  <p:childTnLst>
                                    <p:set>
                                      <p:cBhvr>
                                        <p:cTn id="5" dur="1" fill="hold">
                                          <p:stCondLst>
                                            <p:cond delay="0"/>
                                          </p:stCondLst>
                                        </p:cTn>
                                        <p:tgtEl>
                                          <p:spTgt spid="5"/>
                                        </p:tgtEl>
                                        <p:attrNameLst>
                                          <p:attrName>style.visibility</p:attrName>
                                        </p:attrNameLst>
                                      </p:cBhvr>
                                      <p:to>
                                        <p:strVal val="hidden"/>
                                      </p:to>
                                    </p:set>
                                  </p:childTnLst>
                                </p:cTn>
                              </p:par>
                              <p:par>
                                <p:cTn id="6" presetID="1" presetClass="exit" presetSubtype="0" fill="hold" nodeType="withEffect">
                                  <p:stCondLst>
                                    <p:cond delay="373"/>
                                  </p:stCondLst>
                                  <p:childTnLst>
                                    <p:set>
                                      <p:cBhvr>
                                        <p:cTn id="7" dur="1" fill="hold">
                                          <p:stCondLst>
                                            <p:cond delay="0"/>
                                          </p:stCondLst>
                                        </p:cTn>
                                        <p:tgtEl>
                                          <p:spTgt spid="6"/>
                                        </p:tgtEl>
                                        <p:attrNameLst>
                                          <p:attrName>style.visibility</p:attrName>
                                        </p:attrNameLst>
                                      </p:cBhvr>
                                      <p:to>
                                        <p:strVal val="hidden"/>
                                      </p:to>
                                    </p:set>
                                  </p:childTnLst>
                                </p:cTn>
                              </p:par>
                              <p:par>
                                <p:cTn id="8" presetID="1" presetClass="exit" presetSubtype="0" fill="hold" nodeType="withEffect">
                                  <p:stCondLst>
                                    <p:cond delay="670"/>
                                  </p:stCondLst>
                                  <p:childTnLst>
                                    <p:set>
                                      <p:cBhvr>
                                        <p:cTn id="9" dur="1" fill="hold">
                                          <p:stCondLst>
                                            <p:cond delay="0"/>
                                          </p:stCondLst>
                                        </p:cTn>
                                        <p:tgtEl>
                                          <p:spTgt spid="7"/>
                                        </p:tgtEl>
                                        <p:attrNameLst>
                                          <p:attrName>style.visibility</p:attrName>
                                        </p:attrNameLst>
                                      </p:cBhvr>
                                      <p:to>
                                        <p:strVal val="hidden"/>
                                      </p:to>
                                    </p:set>
                                  </p:childTnLst>
                                </p:cTn>
                              </p:par>
                              <p:par>
                                <p:cTn id="10" presetID="0" presetClass="path" presetSubtype="0" fill="hold" nodeType="withEffect">
                                  <p:stCondLst>
                                    <p:cond delay="0"/>
                                  </p:stCondLst>
                                  <p:childTnLst>
                                    <p:animMotion origin="layout" path="M 0 0 L 0.05675 0 E" pathEditMode="relative" ptsTypes="">
                                      <p:cBhvr>
                                        <p:cTn id="11" dur="900" fill="hold"/>
                                        <p:tgtEl>
                                          <p:spTgt spid="21"/>
                                        </p:tgtEl>
                                        <p:attrNameLst>
                                          <p:attrName>ppt_x</p:attrName>
                                          <p:attrName>ppt_y</p:attrName>
                                        </p:attrNameLst>
                                      </p:cBhvr>
                                    </p:animMotion>
                                  </p:childTnLst>
                                </p:cTn>
                              </p:par>
                              <p:par>
                                <p:cTn id="12" presetID="0" presetClass="path" presetSubtype="0" fill="hold" nodeType="withEffect">
                                  <p:stCondLst>
                                    <p:cond delay="0"/>
                                  </p:stCondLst>
                                  <p:childTnLst>
                                    <p:animMotion origin="layout" path="M 0 0 L 0.05675 0 E" pathEditMode="relative" ptsTypes="">
                                      <p:cBhvr>
                                        <p:cTn id="13" dur="900" fill="hold"/>
                                        <p:tgtEl>
                                          <p:spTgt spid="22"/>
                                        </p:tgtEl>
                                        <p:attrNameLst>
                                          <p:attrName>ppt_x</p:attrName>
                                          <p:attrName>ppt_y</p:attrName>
                                        </p:attrNameLst>
                                      </p:cBhvr>
                                    </p:animMotion>
                                  </p:childTnLst>
                                </p:cTn>
                              </p:par>
                              <p:par>
                                <p:cTn id="14" presetID="10" presetClass="entr" presetSubtype="0" fill="hold" nodeType="withEffect">
                                  <p:stCondLst>
                                    <p:cond delay="10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400"/>
                                        <p:tgtEl>
                                          <p:spTgt spid="23"/>
                                        </p:tgtEl>
                                      </p:cBhvr>
                                    </p:animEffect>
                                  </p:childTnLst>
                                </p:cTn>
                              </p:par>
                              <p:par>
                                <p:cTn id="17" presetID="10" presetClass="entr" presetSubtype="0" fill="hold" nodeType="withEffect">
                                  <p:stCondLst>
                                    <p:cond delay="60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400"/>
                                        <p:tgtEl>
                                          <p:spTgt spid="24"/>
                                        </p:tgtEl>
                                      </p:cBhvr>
                                    </p:animEffect>
                                  </p:childTnLst>
                                </p:cTn>
                              </p:par>
                              <p:par>
                                <p:cTn id="20" presetID="10" presetClass="entr" presetSubtype="0" fill="hold" nodeType="withEffect">
                                  <p:stCondLst>
                                    <p:cond delay="600"/>
                                  </p:stCondLst>
                                  <p:childTnLst>
                                    <p:set>
                                      <p:cBhvr>
                                        <p:cTn id="21" dur="1" fill="hold">
                                          <p:stCondLst>
                                            <p:cond delay="0"/>
                                          </p:stCondLst>
                                        </p:cTn>
                                        <p:tgtEl>
                                          <p:spTgt spid="25"/>
                                        </p:tgtEl>
                                        <p:attrNameLst>
                                          <p:attrName>style.visibility</p:attrName>
                                        </p:attrNameLst>
                                      </p:cBhvr>
                                      <p:to>
                                        <p:strVal val="visible"/>
                                      </p:to>
                                    </p:set>
                                    <p:animEffect transition="in" filter="fade">
                                      <p:cBhvr>
                                        <p:cTn id="22" dur="400"/>
                                        <p:tgtEl>
                                          <p:spTgt spid="25"/>
                                        </p:tgtEl>
                                      </p:cBhvr>
                                    </p:animEffect>
                                  </p:childTnLst>
                                </p:cTn>
                              </p:par>
                              <p:par>
                                <p:cTn id="23" presetID="10" presetClass="entr" presetSubtype="0" fill="hold" nodeType="withEffect">
                                  <p:stCondLst>
                                    <p:cond delay="60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400"/>
                                        <p:tgtEl>
                                          <p:spTgt spid="26"/>
                                        </p:tgtEl>
                                      </p:cBhvr>
                                    </p:animEffect>
                                  </p:childTnLst>
                                </p:cTn>
                              </p:par>
                              <p:par>
                                <p:cTn id="26" presetID="10" presetClass="entr" presetSubtype="0" fill="hold" nodeType="withEffect">
                                  <p:stCondLst>
                                    <p:cond delay="60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400"/>
                                        <p:tgtEl>
                                          <p:spTgt spid="27"/>
                                        </p:tgtEl>
                                      </p:cBhvr>
                                    </p:animEffect>
                                  </p:childTnLst>
                                </p:cTn>
                              </p:par>
                              <p:par>
                                <p:cTn id="29" presetID="10" presetClass="entr" presetSubtype="0" fill="hold" nodeType="withEffect">
                                  <p:stCondLst>
                                    <p:cond delay="90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400"/>
                                        <p:tgtEl>
                                          <p:spTgt spid="28"/>
                                        </p:tgtEl>
                                      </p:cBhvr>
                                    </p:animEffect>
                                  </p:childTnLst>
                                </p:cTn>
                              </p:par>
                              <p:par>
                                <p:cTn id="32" presetID="10" presetClass="entr" presetSubtype="0" fill="hold" nodeType="withEffect">
                                  <p:stCondLst>
                                    <p:cond delay="90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par>
                                <p:cTn id="35" presetID="10" presetClass="entr" presetSubtype="0" fill="hold" nodeType="withEffect">
                                  <p:stCondLst>
                                    <p:cond delay="90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400"/>
                                        <p:tgtEl>
                                          <p:spTgt spid="30"/>
                                        </p:tgtEl>
                                      </p:cBhvr>
                                    </p:animEffect>
                                  </p:childTnLst>
                                </p:cTn>
                              </p:par>
                              <p:par>
                                <p:cTn id="38" presetID="10" presetClass="entr" presetSubtype="0" fill="hold" nodeType="withEffect">
                                  <p:stCondLst>
                                    <p:cond delay="900"/>
                                  </p:stCondLst>
                                  <p:childTnLst>
                                    <p:set>
                                      <p:cBhvr>
                                        <p:cTn id="39" dur="1" fill="hold">
                                          <p:stCondLst>
                                            <p:cond delay="0"/>
                                          </p:stCondLst>
                                        </p:cTn>
                                        <p:tgtEl>
                                          <p:spTgt spid="31"/>
                                        </p:tgtEl>
                                        <p:attrNameLst>
                                          <p:attrName>style.visibility</p:attrName>
                                        </p:attrNameLst>
                                      </p:cBhvr>
                                      <p:to>
                                        <p:strVal val="visible"/>
                                      </p:to>
                                    </p:set>
                                    <p:animEffect transition="in" filter="fade">
                                      <p:cBhvr>
                                        <p:cTn id="40" dur="400"/>
                                        <p:tgtEl>
                                          <p:spTgt spid="31"/>
                                        </p:tgtEl>
                                      </p:cBhvr>
                                    </p:animEffect>
                                  </p:childTnLst>
                                </p:cTn>
                              </p:par>
                              <p:par>
                                <p:cTn id="41" presetID="10" presetClass="entr" presetSubtype="0" fill="hold" nodeType="withEffect">
                                  <p:stCondLst>
                                    <p:cond delay="120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400"/>
                                        <p:tgtEl>
                                          <p:spTgt spid="32"/>
                                        </p:tgtEl>
                                      </p:cBhvr>
                                    </p:animEffect>
                                  </p:childTnLst>
                                </p:cTn>
                              </p:par>
                              <p:par>
                                <p:cTn id="44" presetID="10" presetClass="entr" presetSubtype="0" fill="hold" nodeType="withEffect">
                                  <p:stCondLst>
                                    <p:cond delay="1200"/>
                                  </p:stCondLst>
                                  <p:childTnLst>
                                    <p:set>
                                      <p:cBhvr>
                                        <p:cTn id="45" dur="1" fill="hold">
                                          <p:stCondLst>
                                            <p:cond delay="0"/>
                                          </p:stCondLst>
                                        </p:cTn>
                                        <p:tgtEl>
                                          <p:spTgt spid="33"/>
                                        </p:tgtEl>
                                        <p:attrNameLst>
                                          <p:attrName>style.visibility</p:attrName>
                                        </p:attrNameLst>
                                      </p:cBhvr>
                                      <p:to>
                                        <p:strVal val="visible"/>
                                      </p:to>
                                    </p:set>
                                    <p:animEffect transition="in" filter="fade">
                                      <p:cBhvr>
                                        <p:cTn id="46" dur="400"/>
                                        <p:tgtEl>
                                          <p:spTgt spid="33"/>
                                        </p:tgtEl>
                                      </p:cBhvr>
                                    </p:animEffect>
                                  </p:childTnLst>
                                </p:cTn>
                              </p:par>
                              <p:par>
                                <p:cTn id="47" presetID="10" presetClass="entr" presetSubtype="0" fill="hold" nodeType="withEffect">
                                  <p:stCondLst>
                                    <p:cond delay="1200"/>
                                  </p:stCondLst>
                                  <p:childTnLst>
                                    <p:set>
                                      <p:cBhvr>
                                        <p:cTn id="48" dur="1" fill="hold">
                                          <p:stCondLst>
                                            <p:cond delay="0"/>
                                          </p:stCondLst>
                                        </p:cTn>
                                        <p:tgtEl>
                                          <p:spTgt spid="34"/>
                                        </p:tgtEl>
                                        <p:attrNameLst>
                                          <p:attrName>style.visibility</p:attrName>
                                        </p:attrNameLst>
                                      </p:cBhvr>
                                      <p:to>
                                        <p:strVal val="visible"/>
                                      </p:to>
                                    </p:set>
                                    <p:animEffect transition="in" filter="fade">
                                      <p:cBhvr>
                                        <p:cTn id="49" dur="400"/>
                                        <p:tgtEl>
                                          <p:spTgt spid="34"/>
                                        </p:tgtEl>
                                      </p:cBhvr>
                                    </p:animEffect>
                                  </p:childTnLst>
                                </p:cTn>
                              </p:par>
                              <p:par>
                                <p:cTn id="50" presetID="10" presetClass="entr" presetSubtype="0" fill="hold" nodeType="withEffect">
                                  <p:stCondLst>
                                    <p:cond delay="1200"/>
                                  </p:stCondLst>
                                  <p:childTnLst>
                                    <p:set>
                                      <p:cBhvr>
                                        <p:cTn id="51" dur="1" fill="hold">
                                          <p:stCondLst>
                                            <p:cond delay="0"/>
                                          </p:stCondLst>
                                        </p:cTn>
                                        <p:tgtEl>
                                          <p:spTgt spid="35"/>
                                        </p:tgtEl>
                                        <p:attrNameLst>
                                          <p:attrName>style.visibility</p:attrName>
                                        </p:attrNameLst>
                                      </p:cBhvr>
                                      <p:to>
                                        <p:strVal val="visible"/>
                                      </p:to>
                                    </p:set>
                                    <p:animEffect transition="in" filter="fade">
                                      <p:cBhvr>
                                        <p:cTn id="52"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o1" descr="LEVEL 4 → INSIGHT 4/4">    </p:cNvPr>
          <p:cNvPicPr>
            <a:picLocks noChangeAspect="1"/>
          </p:cNvPicPr>
          <p:nvPr/>
        </p:nvPicPr>
        <p:blipFill>
          <a:blip r:embed="rId1"/>
          <a:stretch>
            <a:fillRect/>
          </a:stretch>
        </p:blipFill>
        <p:spPr>
          <a:xfrm>
            <a:off x="548640" y="411480"/>
            <a:ext cx="3072384" cy="146304"/>
          </a:xfrm>
          <a:prstGeom prst="rect">
            <a:avLst/>
          </a:prstGeom>
        </p:spPr>
      </p:pic>
      <p:pic>
        <p:nvPicPr>
          <p:cNvPr id="3" name="o2" descr="L'Action et le Tir prennent tout">    </p:cNvPr>
          <p:cNvPicPr>
            <a:picLocks noChangeAspect="1"/>
          </p:cNvPicPr>
          <p:nvPr/>
        </p:nvPicPr>
        <p:blipFill>
          <a:blip r:embed="rId2"/>
          <a:stretch>
            <a:fillRect/>
          </a:stretch>
        </p:blipFill>
        <p:spPr>
          <a:xfrm>
            <a:off x="548640" y="777240"/>
            <a:ext cx="8778240" cy="274320"/>
          </a:xfrm>
          <a:prstGeom prst="rect">
            <a:avLst/>
          </a:prstGeom>
        </p:spPr>
      </p:pic>
      <p:pic>
        <p:nvPicPr>
          <p:cNvPr id="4" name="o3" descr="apple">    </p:cNvPr>
          <p:cNvPicPr>
            <a:picLocks noChangeAspect="1"/>
          </p:cNvPicPr>
          <p:nvPr/>
        </p:nvPicPr>
        <p:blipFill>
          <a:blip r:embed="rId3"/>
          <a:stretch>
            <a:fillRect/>
          </a:stretch>
        </p:blipFill>
        <p:spPr>
          <a:xfrm>
            <a:off x="11073384" y="365760"/>
            <a:ext cx="566928" cy="566928"/>
          </a:xfrm>
          <a:prstGeom prst="rect">
            <a:avLst/>
          </a:prstGeom>
        </p:spPr>
      </p:pic>
      <p:sp>
        <p:nvSpPr>
          <p:cNvPr id="5" name="o4"/>
          <p:cNvSpPr/>
          <p:nvPr/>
        </p:nvSpPr>
        <p:spPr>
          <a:xfrm>
            <a:off x="8609076" y="6414516"/>
            <a:ext cx="64008" cy="64008"/>
          </a:xfrm>
          <a:prstGeom prst="rect">
            <a:avLst/>
          </a:prstGeom>
          <a:solidFill>
            <a:srgbClr val="FFB8AE"/>
          </a:solidFill>
          <a:ln/>
        </p:spPr>
      </p:sp>
      <p:sp>
        <p:nvSpPr>
          <p:cNvPr id="6" name="o5"/>
          <p:cNvSpPr/>
          <p:nvPr/>
        </p:nvSpPr>
        <p:spPr>
          <a:xfrm>
            <a:off x="8837676" y="6414516"/>
            <a:ext cx="64008" cy="64008"/>
          </a:xfrm>
          <a:prstGeom prst="rect">
            <a:avLst/>
          </a:prstGeom>
          <a:solidFill>
            <a:srgbClr val="FFB8AE"/>
          </a:solidFill>
          <a:ln/>
        </p:spPr>
      </p:sp>
      <p:sp>
        <p:nvSpPr>
          <p:cNvPr id="7" name="o6"/>
          <p:cNvSpPr/>
          <p:nvPr/>
        </p:nvSpPr>
        <p:spPr>
          <a:xfrm>
            <a:off x="9066276" y="6414516"/>
            <a:ext cx="64008" cy="64008"/>
          </a:xfrm>
          <a:prstGeom prst="rect">
            <a:avLst/>
          </a:prstGeom>
          <a:solidFill>
            <a:srgbClr val="FFB8AE"/>
          </a:solidFill>
          <a:ln/>
        </p:spPr>
      </p:sp>
      <p:sp>
        <p:nvSpPr>
          <p:cNvPr id="8" name="o7"/>
          <p:cNvSpPr/>
          <p:nvPr/>
        </p:nvSpPr>
        <p:spPr>
          <a:xfrm>
            <a:off x="9294876" y="6414516"/>
            <a:ext cx="64008" cy="64008"/>
          </a:xfrm>
          <a:prstGeom prst="rect">
            <a:avLst/>
          </a:prstGeom>
          <a:solidFill>
            <a:srgbClr val="FFB8AE"/>
          </a:solidFill>
          <a:ln/>
        </p:spPr>
      </p:sp>
      <p:sp>
        <p:nvSpPr>
          <p:cNvPr id="9" name="o8"/>
          <p:cNvSpPr/>
          <p:nvPr/>
        </p:nvSpPr>
        <p:spPr>
          <a:xfrm>
            <a:off x="9523476" y="6414516"/>
            <a:ext cx="64008" cy="64008"/>
          </a:xfrm>
          <a:prstGeom prst="rect">
            <a:avLst/>
          </a:prstGeom>
          <a:solidFill>
            <a:srgbClr val="FFB8AE"/>
          </a:solidFill>
          <a:ln/>
        </p:spPr>
      </p:sp>
      <p:sp>
        <p:nvSpPr>
          <p:cNvPr id="10" name="o9"/>
          <p:cNvSpPr/>
          <p:nvPr/>
        </p:nvSpPr>
        <p:spPr>
          <a:xfrm>
            <a:off x="9752076" y="6414516"/>
            <a:ext cx="64008" cy="64008"/>
          </a:xfrm>
          <a:prstGeom prst="rect">
            <a:avLst/>
          </a:prstGeom>
          <a:solidFill>
            <a:srgbClr val="FFB8AE"/>
          </a:solidFill>
          <a:ln/>
        </p:spPr>
      </p:sp>
      <p:sp>
        <p:nvSpPr>
          <p:cNvPr id="11" name="o10"/>
          <p:cNvSpPr/>
          <p:nvPr/>
        </p:nvSpPr>
        <p:spPr>
          <a:xfrm>
            <a:off x="9980676" y="6414516"/>
            <a:ext cx="64008" cy="64008"/>
          </a:xfrm>
          <a:prstGeom prst="rect">
            <a:avLst/>
          </a:prstGeom>
          <a:solidFill>
            <a:srgbClr val="FFB8AE"/>
          </a:solidFill>
          <a:ln/>
        </p:spPr>
      </p:sp>
      <p:sp>
        <p:nvSpPr>
          <p:cNvPr id="12" name="o11"/>
          <p:cNvSpPr/>
          <p:nvPr/>
        </p:nvSpPr>
        <p:spPr>
          <a:xfrm>
            <a:off x="10209276" y="6414516"/>
            <a:ext cx="64008" cy="64008"/>
          </a:xfrm>
          <a:prstGeom prst="rect">
            <a:avLst/>
          </a:prstGeom>
          <a:solidFill>
            <a:srgbClr val="FFB8AE"/>
          </a:solidFill>
          <a:ln/>
        </p:spPr>
      </p:sp>
      <p:sp>
        <p:nvSpPr>
          <p:cNvPr id="13" name="o12"/>
          <p:cNvSpPr/>
          <p:nvPr/>
        </p:nvSpPr>
        <p:spPr>
          <a:xfrm>
            <a:off x="10437876" y="6414516"/>
            <a:ext cx="64008" cy="64008"/>
          </a:xfrm>
          <a:prstGeom prst="rect">
            <a:avLst/>
          </a:prstGeom>
          <a:solidFill>
            <a:srgbClr val="FFB8AE"/>
          </a:solidFill>
          <a:ln/>
        </p:spPr>
      </p:sp>
      <p:sp>
        <p:nvSpPr>
          <p:cNvPr id="14" name="o13"/>
          <p:cNvSpPr/>
          <p:nvPr/>
        </p:nvSpPr>
        <p:spPr>
          <a:xfrm>
            <a:off x="10666476" y="6414516"/>
            <a:ext cx="64008" cy="64008"/>
          </a:xfrm>
          <a:prstGeom prst="rect">
            <a:avLst/>
          </a:prstGeom>
          <a:solidFill>
            <a:srgbClr val="FFB8AE"/>
          </a:solidFill>
          <a:ln/>
        </p:spPr>
      </p:sp>
      <p:sp>
        <p:nvSpPr>
          <p:cNvPr id="15" name="o14"/>
          <p:cNvSpPr/>
          <p:nvPr/>
        </p:nvSpPr>
        <p:spPr>
          <a:xfrm>
            <a:off x="10895076" y="6414516"/>
            <a:ext cx="64008" cy="64008"/>
          </a:xfrm>
          <a:prstGeom prst="rect">
            <a:avLst/>
          </a:prstGeom>
          <a:solidFill>
            <a:srgbClr val="FFB8AE"/>
          </a:solidFill>
          <a:ln/>
        </p:spPr>
      </p:sp>
      <p:sp>
        <p:nvSpPr>
          <p:cNvPr id="16" name="o15"/>
          <p:cNvSpPr/>
          <p:nvPr/>
        </p:nvSpPr>
        <p:spPr>
          <a:xfrm>
            <a:off x="11123676" y="6414516"/>
            <a:ext cx="64008" cy="64008"/>
          </a:xfrm>
          <a:prstGeom prst="rect">
            <a:avLst/>
          </a:prstGeom>
          <a:solidFill>
            <a:srgbClr val="FFB8AE"/>
          </a:solidFill>
          <a:ln/>
        </p:spPr>
      </p:sp>
      <p:pic>
        <p:nvPicPr>
          <p:cNvPr id="17" name="o16" descr="super pac-gomme">    </p:cNvPr>
          <p:cNvPicPr>
            <a:picLocks noChangeAspect="1"/>
          </p:cNvPicPr>
          <p:nvPr/>
        </p:nvPicPr>
        <p:blipFill>
          <a:blip r:embed="rId4"/>
          <a:stretch>
            <a:fillRect/>
          </a:stretch>
        </p:blipFill>
        <p:spPr>
          <a:xfrm>
            <a:off x="11448288" y="6355080"/>
            <a:ext cx="182880" cy="182880"/>
          </a:xfrm>
          <a:prstGeom prst="rect">
            <a:avLst/>
          </a:prstGeom>
        </p:spPr>
      </p:pic>
      <p:pic>
        <p:nvPicPr>
          <p:cNvPr id="18" name="o17" descr="Pac-Man : progression">    </p:cNvPr>
          <p:cNvPicPr>
            <a:picLocks noChangeAspect="1"/>
          </p:cNvPicPr>
          <p:nvPr/>
        </p:nvPicPr>
        <p:blipFill>
          <a:blip r:embed="rId5"/>
          <a:stretch>
            <a:fillRect/>
          </a:stretch>
        </p:blipFill>
        <p:spPr>
          <a:xfrm>
            <a:off x="8324088" y="6291072"/>
            <a:ext cx="310896" cy="310896"/>
          </a:xfrm>
          <a:prstGeom prst="rect">
            <a:avLst/>
          </a:prstGeom>
        </p:spPr>
      </p:pic>
      <p:pic>
        <p:nvPicPr>
          <p:cNvPr id="19" name="o18" descr="fantôme">    </p:cNvPr>
          <p:cNvPicPr>
            <a:picLocks noChangeAspect="1"/>
          </p:cNvPicPr>
          <p:nvPr/>
        </p:nvPicPr>
        <p:blipFill>
          <a:blip r:embed="rId6"/>
          <a:stretch>
            <a:fillRect/>
          </a:stretch>
        </p:blipFill>
        <p:spPr>
          <a:xfrm>
            <a:off x="7757160" y="6291072"/>
            <a:ext cx="310896" cy="310896"/>
          </a:xfrm>
          <a:prstGeom prst="rect">
            <a:avLst/>
          </a:prstGeom>
        </p:spPr>
      </p:pic>
      <p:graphicFrame>
        <p:nvGraphicFramePr>
          <p:cNvPr id="20" name="o19" descr=""/>
          <p:cNvGraphicFramePr/>
          <p:nvPr/>
        </p:nvGraphicFramePr>
        <p:xfrm>
          <a:off x="457200" y="1600200"/>
          <a:ext cx="7223760" cy="4434840"/>
        </p:xfrm>
        <a:graphic xmlns:a="http://schemas.openxmlformats.org/drawingml/2006/main">
          <a:graphicData uri="http://schemas.openxmlformats.org/drawingml/2006/chart">
            <c:chart xmlns:c="http://schemas.openxmlformats.org/drawingml/2006/chart" r:id="rId7"/>
          </a:graphicData>
        </a:graphic>
      </p:graphicFrame>
      <p:sp>
        <p:nvSpPr>
          <p:cNvPr id="21" name="o20"/>
          <p:cNvSpPr/>
          <p:nvPr/>
        </p:nvSpPr>
        <p:spPr>
          <a:xfrm>
            <a:off x="8183880" y="1691640"/>
            <a:ext cx="3456432" cy="2057400"/>
          </a:xfrm>
          <a:prstGeom prst="roundRect">
            <a:avLst>
              <a:gd name="adj" fmla="val 6222"/>
            </a:avLst>
          </a:prstGeom>
          <a:solidFill>
            <a:srgbClr val="000000"/>
          </a:solidFill>
          <a:ln w="28575">
            <a:solidFill>
              <a:srgbClr val="FF2D2D"/>
            </a:solidFill>
            <a:prstDash val="solid"/>
          </a:ln>
        </p:spPr>
      </p:sp>
      <p:sp>
        <p:nvSpPr>
          <p:cNvPr id="22" name="o21"/>
          <p:cNvSpPr/>
          <p:nvPr/>
        </p:nvSpPr>
        <p:spPr>
          <a:xfrm>
            <a:off x="8252460" y="1760220"/>
            <a:ext cx="3319272" cy="1920240"/>
          </a:xfrm>
          <a:prstGeom prst="roundRect">
            <a:avLst>
              <a:gd name="adj" fmla="val 3095"/>
            </a:avLst>
          </a:prstGeom>
          <a:ln w="12700">
            <a:solidFill>
              <a:srgbClr val="FF2D2D"/>
            </a:solidFill>
            <a:prstDash val="solid"/>
          </a:ln>
        </p:spPr>
      </p:sp>
      <p:pic>
        <p:nvPicPr>
          <p:cNvPr id="23" name="o22" descr="ACTION + TIR">    </p:cNvPr>
          <p:cNvPicPr>
            <a:picLocks noChangeAspect="1"/>
          </p:cNvPicPr>
          <p:nvPr/>
        </p:nvPicPr>
        <p:blipFill>
          <a:blip r:embed="rId8"/>
          <a:stretch>
            <a:fillRect/>
          </a:stretch>
        </p:blipFill>
        <p:spPr>
          <a:xfrm>
            <a:off x="8503920" y="1965960"/>
            <a:ext cx="1536192" cy="128016"/>
          </a:xfrm>
          <a:prstGeom prst="rect">
            <a:avLst/>
          </a:prstGeom>
        </p:spPr>
      </p:pic>
      <p:pic>
        <p:nvPicPr>
          <p:cNvPr id="24" name="o23" descr="18%→45%">    </p:cNvPr>
          <p:cNvPicPr>
            <a:picLocks noChangeAspect="1"/>
          </p:cNvPicPr>
          <p:nvPr/>
        </p:nvPicPr>
        <p:blipFill>
          <a:blip r:embed="rId9"/>
          <a:stretch>
            <a:fillRect/>
          </a:stretch>
        </p:blipFill>
        <p:spPr>
          <a:xfrm>
            <a:off x="8503920" y="2377440"/>
            <a:ext cx="2176272" cy="310896"/>
          </a:xfrm>
          <a:prstGeom prst="rect">
            <a:avLst/>
          </a:prstGeom>
        </p:spPr>
      </p:pic>
      <p:sp>
        <p:nvSpPr>
          <p:cNvPr id="25" name="o24"/>
          <p:cNvSpPr txBox="1"/>
          <p:nvPr/>
        </p:nvSpPr>
        <p:spPr>
          <a:xfrm>
            <a:off x="8503920" y="2926080"/>
            <a:ext cx="2926080" cy="548640"/>
          </a:xfrm>
          <a:prstGeom prst="rect">
            <a:avLst/>
          </a:prstGeom>
          <a:noFill/>
          <a:ln/>
        </p:spPr>
        <p:txBody>
          <a:bodyPr wrap="square" lIns="0" tIns="0" rIns="0" bIns="0" rtlCol="0" anchor="t"/>
          <a:lstStyle/>
          <a:p>
            <a:pPr indent="0" marL="0">
              <a:buNone/>
            </a:pPr>
            <a:r>
              <a:rPr lang="en-US" sz="1400" dirty="0">
                <a:solidFill>
                  <a:srgbClr val="C4C4E4"/>
                </a:solidFill>
                <a:latin typeface="Arial" pitchFamily="34" charset="0"/>
                <a:ea typeface="Arial" pitchFamily="34" charset="-122"/>
                <a:cs typeface="Arial" pitchFamily="34" charset="-120"/>
              </a:rPr>
              <a:t>des ventes, entre 1995–1999 et 2010–2016</a:t>
            </a:r>
            <a:endParaRPr lang="en-US" sz="1400" dirty="0"/>
          </a:p>
        </p:txBody>
      </p:sp>
      <p:sp>
        <p:nvSpPr>
          <p:cNvPr id="26" name="o25"/>
          <p:cNvSpPr/>
          <p:nvPr/>
        </p:nvSpPr>
        <p:spPr>
          <a:xfrm>
            <a:off x="8183880" y="3931920"/>
            <a:ext cx="3456432" cy="2103120"/>
          </a:xfrm>
          <a:prstGeom prst="roundRect">
            <a:avLst>
              <a:gd name="adj" fmla="val 6087"/>
            </a:avLst>
          </a:prstGeom>
          <a:solidFill>
            <a:srgbClr val="000000"/>
          </a:solidFill>
          <a:ln w="28575">
            <a:solidFill>
              <a:srgbClr val="2121DE"/>
            </a:solidFill>
            <a:prstDash val="solid"/>
          </a:ln>
        </p:spPr>
      </p:sp>
      <p:sp>
        <p:nvSpPr>
          <p:cNvPr id="27" name="o26"/>
          <p:cNvSpPr/>
          <p:nvPr/>
        </p:nvSpPr>
        <p:spPr>
          <a:xfrm>
            <a:off x="8252460" y="4000500"/>
            <a:ext cx="3319272" cy="1965960"/>
          </a:xfrm>
          <a:prstGeom prst="roundRect">
            <a:avLst>
              <a:gd name="adj" fmla="val 3023"/>
            </a:avLst>
          </a:prstGeom>
          <a:ln w="12700">
            <a:solidFill>
              <a:srgbClr val="2121DE"/>
            </a:solidFill>
            <a:prstDash val="solid"/>
          </a:ln>
        </p:spPr>
      </p:sp>
      <p:pic>
        <p:nvPicPr>
          <p:cNvPr id="28" name="o27" descr="PIEGE">    </p:cNvPr>
          <p:cNvPicPr>
            <a:picLocks noChangeAspect="1"/>
          </p:cNvPicPr>
          <p:nvPr/>
        </p:nvPicPr>
        <p:blipFill>
          <a:blip r:embed="rId10"/>
          <a:stretch>
            <a:fillRect/>
          </a:stretch>
        </p:blipFill>
        <p:spPr>
          <a:xfrm>
            <a:off x="8503920" y="4187952"/>
            <a:ext cx="640080" cy="128016"/>
          </a:xfrm>
          <a:prstGeom prst="rect">
            <a:avLst/>
          </a:prstGeom>
        </p:spPr>
      </p:pic>
      <p:sp>
        <p:nvSpPr>
          <p:cNvPr id="29" name="o28"/>
          <p:cNvSpPr txBox="1"/>
          <p:nvPr/>
        </p:nvSpPr>
        <p:spPr>
          <a:xfrm>
            <a:off x="8503920" y="4462272"/>
            <a:ext cx="3017520" cy="411480"/>
          </a:xfrm>
          <a:prstGeom prst="rect">
            <a:avLst/>
          </a:prstGeom>
          <a:noFill/>
          <a:ln/>
        </p:spPr>
        <p:txBody>
          <a:bodyPr wrap="square" lIns="0" tIns="0" rIns="0" bIns="0" rtlCol="0" anchor="t"/>
          <a:lstStyle/>
          <a:p>
            <a:pPr indent="0" marL="0">
              <a:buNone/>
            </a:pPr>
            <a:r>
              <a:rPr lang="en-US" sz="2000" b="1" dirty="0">
                <a:solidFill>
                  <a:srgbClr val="FFFFFF"/>
                </a:solidFill>
                <a:latin typeface="Arial" pitchFamily="34" charset="0"/>
                <a:ea typeface="Arial" pitchFamily="34" charset="-122"/>
                <a:cs typeface="Arial" pitchFamily="34" charset="-120"/>
              </a:rPr>
              <a:t>Fréquent ≠ rentable</a:t>
            </a:r>
            <a:endParaRPr lang="en-US" sz="2000" dirty="0"/>
          </a:p>
        </p:txBody>
      </p:sp>
      <p:sp>
        <p:nvSpPr>
          <p:cNvPr id="30" name="o29"/>
          <p:cNvSpPr txBox="1"/>
          <p:nvPr/>
        </p:nvSpPr>
        <p:spPr>
          <a:xfrm>
            <a:off x="8503920" y="4892040"/>
            <a:ext cx="2926080" cy="1005840"/>
          </a:xfrm>
          <a:prstGeom prst="rect">
            <a:avLst/>
          </a:prstGeom>
          <a:noFill/>
          <a:ln/>
        </p:spPr>
        <p:txBody>
          <a:bodyPr wrap="square" lIns="0" tIns="0" rIns="0" bIns="0" rtlCol="0" anchor="t"/>
          <a:lstStyle/>
          <a:p>
            <a:pPr indent="0" marL="0">
              <a:buNone/>
            </a:pPr>
            <a:r>
              <a:rPr lang="en-US" sz="1300" dirty="0">
                <a:solidFill>
                  <a:srgbClr val="C4C4E4"/>
                </a:solidFill>
                <a:latin typeface="Arial" pitchFamily="34" charset="0"/>
                <a:ea typeface="Arial" pitchFamily="34" charset="-122"/>
                <a:cs typeface="Arial" pitchFamily="34" charset="-120"/>
              </a:rPr>
              <a:t>L'Aventure vend 3 fois moins que son poids dans le catalogue. Les Plates-formes chutent de 12 % à 5 % des ventes.</a:t>
            </a:r>
            <a:endParaRPr lang="en-US" sz="13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7" fill="hold">
                            <p:stCondLst>
                              <p:cond delay="0"/>
                            </p:stCondLst>
                            <p:childTnLst>
                              <p:par>
                                <p:cTn id="4" presetID="1" presetClass="exit" presetSubtype="0" fill="hold" nodeType="withEffect">
                                  <p:stCondLst>
                                    <p:cond delay="67"/>
                                  </p:stCondLst>
                                  <p:childTnLst>
                                    <p:set>
                                      <p:cBhvr>
                                        <p:cTn id="5" dur="1" fill="hold">
                                          <p:stCondLst>
                                            <p:cond delay="0"/>
                                          </p:stCondLst>
                                        </p:cTn>
                                        <p:tgtEl>
                                          <p:spTgt spid="5"/>
                                        </p:tgtEl>
                                        <p:attrNameLst>
                                          <p:attrName>style.visibility</p:attrName>
                                        </p:attrNameLst>
                                      </p:cBhvr>
                                      <p:to>
                                        <p:strVal val="hidden"/>
                                      </p:to>
                                    </p:set>
                                  </p:childTnLst>
                                </p:cTn>
                              </p:par>
                              <p:par>
                                <p:cTn id="6" presetID="1" presetClass="exit" presetSubtype="0" fill="hold" nodeType="withEffect">
                                  <p:stCondLst>
                                    <p:cond delay="365"/>
                                  </p:stCondLst>
                                  <p:childTnLst>
                                    <p:set>
                                      <p:cBhvr>
                                        <p:cTn id="7" dur="1" fill="hold">
                                          <p:stCondLst>
                                            <p:cond delay="0"/>
                                          </p:stCondLst>
                                        </p:cTn>
                                        <p:tgtEl>
                                          <p:spTgt spid="6"/>
                                        </p:tgtEl>
                                        <p:attrNameLst>
                                          <p:attrName>style.visibility</p:attrName>
                                        </p:attrNameLst>
                                      </p:cBhvr>
                                      <p:to>
                                        <p:strVal val="hidden"/>
                                      </p:to>
                                    </p:set>
                                  </p:childTnLst>
                                </p:cTn>
                              </p:par>
                              <p:par>
                                <p:cTn id="8" presetID="1" presetClass="exit" presetSubtype="0" fill="hold" nodeType="withEffect">
                                  <p:stCondLst>
                                    <p:cond delay="662"/>
                                  </p:stCondLst>
                                  <p:childTnLst>
                                    <p:set>
                                      <p:cBhvr>
                                        <p:cTn id="9" dur="1" fill="hold">
                                          <p:stCondLst>
                                            <p:cond delay="0"/>
                                          </p:stCondLst>
                                        </p:cTn>
                                        <p:tgtEl>
                                          <p:spTgt spid="7"/>
                                        </p:tgtEl>
                                        <p:attrNameLst>
                                          <p:attrName>style.visibility</p:attrName>
                                        </p:attrNameLst>
                                      </p:cBhvr>
                                      <p:to>
                                        <p:strVal val="hidden"/>
                                      </p:to>
                                    </p:set>
                                  </p:childTnLst>
                                </p:cTn>
                              </p:par>
                              <p:par>
                                <p:cTn id="10" presetID="0" presetClass="path" presetSubtype="0" fill="hold" nodeType="withEffect">
                                  <p:stCondLst>
                                    <p:cond delay="0"/>
                                  </p:stCondLst>
                                  <p:childTnLst>
                                    <p:animMotion origin="layout" path="M 0 0 L 0.05675 0 E" pathEditMode="relative" ptsTypes="">
                                      <p:cBhvr>
                                        <p:cTn id="11" dur="900" fill="hold"/>
                                        <p:tgtEl>
                                          <p:spTgt spid="18"/>
                                        </p:tgtEl>
                                        <p:attrNameLst>
                                          <p:attrName>ppt_x</p:attrName>
                                          <p:attrName>ppt_y</p:attrName>
                                        </p:attrNameLst>
                                      </p:cBhvr>
                                    </p:animMotion>
                                  </p:childTnLst>
                                </p:cTn>
                              </p:par>
                              <p:par>
                                <p:cTn id="12" presetID="0" presetClass="path" presetSubtype="0" fill="hold" nodeType="withEffect">
                                  <p:stCondLst>
                                    <p:cond delay="0"/>
                                  </p:stCondLst>
                                  <p:childTnLst>
                                    <p:animMotion origin="layout" path="M 0 0 L 0.05675 0 E" pathEditMode="relative" ptsTypes="">
                                      <p:cBhvr>
                                        <p:cTn id="13" dur="900" fill="hold"/>
                                        <p:tgtEl>
                                          <p:spTgt spid="19"/>
                                        </p:tgtEl>
                                        <p:attrNameLst>
                                          <p:attrName>ppt_x</p:attrName>
                                          <p:attrName>ppt_y</p:attrName>
                                        </p:attrNameLst>
                                      </p:cBhvr>
                                    </p:animMotion>
                                  </p:childTnLst>
                                </p:cTn>
                              </p:par>
                              <p:par>
                                <p:cTn id="14" presetID="10" presetClass="entr" presetSubtype="0" fill="hold" nodeType="withEffect">
                                  <p:stCondLst>
                                    <p:cond delay="100"/>
                                  </p:stCondLst>
                                  <p:childTnLst>
                                    <p:set>
                                      <p:cBhvr>
                                        <p:cTn id="15" dur="1" fill="hold">
                                          <p:stCondLst>
                                            <p:cond delay="0"/>
                                          </p:stCondLst>
                                        </p:cTn>
                                        <p:tgtEl>
                                          <p:spTgt spid="20"/>
                                        </p:tgtEl>
                                        <p:attrNameLst>
                                          <p:attrName>style.visibility</p:attrName>
                                        </p:attrNameLst>
                                      </p:cBhvr>
                                      <p:to>
                                        <p:strVal val="visible"/>
                                      </p:to>
                                    </p:set>
                                    <p:animEffect transition="in" filter="fade">
                                      <p:cBhvr>
                                        <p:cTn id="16" dur="400"/>
                                        <p:tgtEl>
                                          <p:spTgt spid="20"/>
                                        </p:tgtEl>
                                      </p:cBhvr>
                                    </p:animEffect>
                                  </p:childTnLst>
                                </p:cTn>
                              </p:par>
                              <p:par>
                                <p:cTn id="17" presetID="10" presetClass="entr" presetSubtype="0" fill="hold" nodeType="withEffect">
                                  <p:stCondLst>
                                    <p:cond delay="60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400"/>
                                        <p:tgtEl>
                                          <p:spTgt spid="21"/>
                                        </p:tgtEl>
                                      </p:cBhvr>
                                    </p:animEffect>
                                  </p:childTnLst>
                                </p:cTn>
                              </p:par>
                              <p:par>
                                <p:cTn id="20" presetID="10" presetClass="entr" presetSubtype="0" fill="hold" nodeType="withEffect">
                                  <p:stCondLst>
                                    <p:cond delay="60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400"/>
                                        <p:tgtEl>
                                          <p:spTgt spid="22"/>
                                        </p:tgtEl>
                                      </p:cBhvr>
                                    </p:animEffect>
                                  </p:childTnLst>
                                </p:cTn>
                              </p:par>
                              <p:par>
                                <p:cTn id="23" presetID="10" presetClass="entr" presetSubtype="0" fill="hold" nodeType="withEffect">
                                  <p:stCondLst>
                                    <p:cond delay="60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400"/>
                                        <p:tgtEl>
                                          <p:spTgt spid="23"/>
                                        </p:tgtEl>
                                      </p:cBhvr>
                                    </p:animEffect>
                                  </p:childTnLst>
                                </p:cTn>
                              </p:par>
                              <p:par>
                                <p:cTn id="26" presetID="10" presetClass="entr" presetSubtype="0" fill="hold" nodeType="withEffect">
                                  <p:stCondLst>
                                    <p:cond delay="60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400"/>
                                        <p:tgtEl>
                                          <p:spTgt spid="24"/>
                                        </p:tgtEl>
                                      </p:cBhvr>
                                    </p:animEffect>
                                  </p:childTnLst>
                                </p:cTn>
                              </p:par>
                              <p:par>
                                <p:cTn id="29" presetID="10" presetClass="entr" presetSubtype="0" fill="hold" nodeType="withEffect">
                                  <p:stCondLst>
                                    <p:cond delay="60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400"/>
                                        <p:tgtEl>
                                          <p:spTgt spid="25"/>
                                        </p:tgtEl>
                                      </p:cBhvr>
                                    </p:animEffect>
                                  </p:childTnLst>
                                </p:cTn>
                              </p:par>
                              <p:par>
                                <p:cTn id="32" presetID="10" presetClass="entr" presetSubtype="0" fill="hold" nodeType="withEffect">
                                  <p:stCondLst>
                                    <p:cond delay="1000"/>
                                  </p:stCondLst>
                                  <p:childTnLst>
                                    <p:set>
                                      <p:cBhvr>
                                        <p:cTn id="33" dur="1" fill="hold">
                                          <p:stCondLst>
                                            <p:cond delay="0"/>
                                          </p:stCondLst>
                                        </p:cTn>
                                        <p:tgtEl>
                                          <p:spTgt spid="26"/>
                                        </p:tgtEl>
                                        <p:attrNameLst>
                                          <p:attrName>style.visibility</p:attrName>
                                        </p:attrNameLst>
                                      </p:cBhvr>
                                      <p:to>
                                        <p:strVal val="visible"/>
                                      </p:to>
                                    </p:set>
                                    <p:animEffect transition="in" filter="fade">
                                      <p:cBhvr>
                                        <p:cTn id="34" dur="400"/>
                                        <p:tgtEl>
                                          <p:spTgt spid="26"/>
                                        </p:tgtEl>
                                      </p:cBhvr>
                                    </p:animEffect>
                                  </p:childTnLst>
                                </p:cTn>
                              </p:par>
                              <p:par>
                                <p:cTn id="35" presetID="10" presetClass="entr" presetSubtype="0" fill="hold" nodeType="withEffect">
                                  <p:stCondLst>
                                    <p:cond delay="100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400"/>
                                        <p:tgtEl>
                                          <p:spTgt spid="27"/>
                                        </p:tgtEl>
                                      </p:cBhvr>
                                    </p:animEffect>
                                  </p:childTnLst>
                                </p:cTn>
                              </p:par>
                              <p:par>
                                <p:cTn id="38" presetID="10" presetClass="entr" presetSubtype="0" fill="hold" nodeType="withEffect">
                                  <p:stCondLst>
                                    <p:cond delay="100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00"/>
                                        <p:tgtEl>
                                          <p:spTgt spid="28"/>
                                        </p:tgtEl>
                                      </p:cBhvr>
                                    </p:animEffect>
                                  </p:childTnLst>
                                </p:cTn>
                              </p:par>
                              <p:par>
                                <p:cTn id="41" presetID="10" presetClass="entr" presetSubtype="0" fill="hold" nodeType="withEffect">
                                  <p:stCondLst>
                                    <p:cond delay="1000"/>
                                  </p:stCondLst>
                                  <p:childTnLst>
                                    <p:set>
                                      <p:cBhvr>
                                        <p:cTn id="42" dur="1" fill="hold">
                                          <p:stCondLst>
                                            <p:cond delay="0"/>
                                          </p:stCondLst>
                                        </p:cTn>
                                        <p:tgtEl>
                                          <p:spTgt spid="29"/>
                                        </p:tgtEl>
                                        <p:attrNameLst>
                                          <p:attrName>style.visibility</p:attrName>
                                        </p:attrNameLst>
                                      </p:cBhvr>
                                      <p:to>
                                        <p:strVal val="visible"/>
                                      </p:to>
                                    </p:set>
                                    <p:animEffect transition="in" filter="fade">
                                      <p:cBhvr>
                                        <p:cTn id="43" dur="400"/>
                                        <p:tgtEl>
                                          <p:spTgt spid="29"/>
                                        </p:tgtEl>
                                      </p:cBhvr>
                                    </p:animEffect>
                                  </p:childTnLst>
                                </p:cTn>
                              </p:par>
                              <p:par>
                                <p:cTn id="44" presetID="10" presetClass="entr" presetSubtype="0" fill="hold" nodeType="withEffect">
                                  <p:stCondLst>
                                    <p:cond delay="100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1"/>
          <p:cNvSpPr/>
          <p:nvPr/>
        </p:nvSpPr>
        <p:spPr>
          <a:xfrm>
            <a:off x="274320" y="228600"/>
            <a:ext cx="11643055" cy="5897880"/>
          </a:xfrm>
          <a:prstGeom prst="roundRect">
            <a:avLst>
              <a:gd name="adj" fmla="val 3876"/>
            </a:avLst>
          </a:prstGeom>
          <a:solidFill>
            <a:srgbClr val="000000"/>
          </a:solidFill>
          <a:ln w="28575">
            <a:solidFill>
              <a:srgbClr val="2121DE"/>
            </a:solidFill>
            <a:prstDash val="solid"/>
          </a:ln>
        </p:spPr>
      </p:sp>
      <p:sp>
        <p:nvSpPr>
          <p:cNvPr id="3" name="o2"/>
          <p:cNvSpPr/>
          <p:nvPr/>
        </p:nvSpPr>
        <p:spPr>
          <a:xfrm>
            <a:off x="342900" y="297180"/>
            <a:ext cx="11505895" cy="5760720"/>
          </a:xfrm>
          <a:prstGeom prst="roundRect">
            <a:avLst>
              <a:gd name="adj" fmla="val 2778"/>
            </a:avLst>
          </a:prstGeom>
          <a:ln w="12700">
            <a:solidFill>
              <a:srgbClr val="2121DE"/>
            </a:solidFill>
            <a:prstDash val="solid"/>
          </a:ln>
        </p:spPr>
      </p:sp>
      <p:sp>
        <p:nvSpPr>
          <p:cNvPr id="4" name="o3"/>
          <p:cNvSpPr/>
          <p:nvPr/>
        </p:nvSpPr>
        <p:spPr>
          <a:xfrm>
            <a:off x="868680" y="822960"/>
            <a:ext cx="1554480" cy="457200"/>
          </a:xfrm>
          <a:prstGeom prst="roundRect">
            <a:avLst>
              <a:gd name="adj" fmla="val 24000"/>
            </a:avLst>
          </a:prstGeom>
          <a:solidFill>
            <a:srgbClr val="000000"/>
          </a:solidFill>
          <a:ln w="28575">
            <a:solidFill>
              <a:srgbClr val="2121DE"/>
            </a:solidFill>
            <a:prstDash val="solid"/>
          </a:ln>
        </p:spPr>
      </p:sp>
      <p:sp>
        <p:nvSpPr>
          <p:cNvPr id="5" name="o4"/>
          <p:cNvSpPr/>
          <p:nvPr/>
        </p:nvSpPr>
        <p:spPr>
          <a:xfrm>
            <a:off x="937260" y="891540"/>
            <a:ext cx="1417320" cy="320040"/>
          </a:xfrm>
          <a:prstGeom prst="roundRect">
            <a:avLst>
              <a:gd name="adj" fmla="val 12857"/>
            </a:avLst>
          </a:prstGeom>
          <a:ln w="12700">
            <a:solidFill>
              <a:srgbClr val="2121DE"/>
            </a:solidFill>
            <a:prstDash val="solid"/>
          </a:ln>
        </p:spPr>
      </p:sp>
      <p:sp>
        <p:nvSpPr>
          <p:cNvPr id="6" name="o5"/>
          <p:cNvSpPr/>
          <p:nvPr/>
        </p:nvSpPr>
        <p:spPr>
          <a:xfrm>
            <a:off x="9768535" y="822960"/>
            <a:ext cx="1554480" cy="457200"/>
          </a:xfrm>
          <a:prstGeom prst="roundRect">
            <a:avLst>
              <a:gd name="adj" fmla="val 24000"/>
            </a:avLst>
          </a:prstGeom>
          <a:solidFill>
            <a:srgbClr val="000000"/>
          </a:solidFill>
          <a:ln w="28575">
            <a:solidFill>
              <a:srgbClr val="2121DE"/>
            </a:solidFill>
            <a:prstDash val="solid"/>
          </a:ln>
        </p:spPr>
      </p:sp>
      <p:sp>
        <p:nvSpPr>
          <p:cNvPr id="7" name="o6"/>
          <p:cNvSpPr/>
          <p:nvPr/>
        </p:nvSpPr>
        <p:spPr>
          <a:xfrm>
            <a:off x="9837115" y="891540"/>
            <a:ext cx="1417320" cy="320040"/>
          </a:xfrm>
          <a:prstGeom prst="roundRect">
            <a:avLst>
              <a:gd name="adj" fmla="val 12857"/>
            </a:avLst>
          </a:prstGeom>
          <a:ln w="12700">
            <a:solidFill>
              <a:srgbClr val="2121DE"/>
            </a:solidFill>
            <a:prstDash val="solid"/>
          </a:ln>
        </p:spPr>
      </p:sp>
      <p:sp>
        <p:nvSpPr>
          <p:cNvPr id="8" name="o7"/>
          <p:cNvSpPr/>
          <p:nvPr/>
        </p:nvSpPr>
        <p:spPr>
          <a:xfrm>
            <a:off x="868680" y="5074920"/>
            <a:ext cx="1554480" cy="457200"/>
          </a:xfrm>
          <a:prstGeom prst="roundRect">
            <a:avLst>
              <a:gd name="adj" fmla="val 24000"/>
            </a:avLst>
          </a:prstGeom>
          <a:solidFill>
            <a:srgbClr val="000000"/>
          </a:solidFill>
          <a:ln w="28575">
            <a:solidFill>
              <a:srgbClr val="2121DE"/>
            </a:solidFill>
            <a:prstDash val="solid"/>
          </a:ln>
        </p:spPr>
      </p:sp>
      <p:sp>
        <p:nvSpPr>
          <p:cNvPr id="9" name="o8"/>
          <p:cNvSpPr/>
          <p:nvPr/>
        </p:nvSpPr>
        <p:spPr>
          <a:xfrm>
            <a:off x="937260" y="5143500"/>
            <a:ext cx="1417320" cy="320040"/>
          </a:xfrm>
          <a:prstGeom prst="roundRect">
            <a:avLst>
              <a:gd name="adj" fmla="val 12857"/>
            </a:avLst>
          </a:prstGeom>
          <a:ln w="12700">
            <a:solidFill>
              <a:srgbClr val="2121DE"/>
            </a:solidFill>
            <a:prstDash val="solid"/>
          </a:ln>
        </p:spPr>
      </p:sp>
      <p:sp>
        <p:nvSpPr>
          <p:cNvPr id="10" name="o9"/>
          <p:cNvSpPr/>
          <p:nvPr/>
        </p:nvSpPr>
        <p:spPr>
          <a:xfrm>
            <a:off x="9768535" y="5074920"/>
            <a:ext cx="1554480" cy="457200"/>
          </a:xfrm>
          <a:prstGeom prst="roundRect">
            <a:avLst>
              <a:gd name="adj" fmla="val 24000"/>
            </a:avLst>
          </a:prstGeom>
          <a:solidFill>
            <a:srgbClr val="000000"/>
          </a:solidFill>
          <a:ln w="28575">
            <a:solidFill>
              <a:srgbClr val="2121DE"/>
            </a:solidFill>
            <a:prstDash val="solid"/>
          </a:ln>
        </p:spPr>
      </p:sp>
      <p:sp>
        <p:nvSpPr>
          <p:cNvPr id="11" name="o10"/>
          <p:cNvSpPr/>
          <p:nvPr/>
        </p:nvSpPr>
        <p:spPr>
          <a:xfrm>
            <a:off x="9837115" y="5143500"/>
            <a:ext cx="1417320" cy="320040"/>
          </a:xfrm>
          <a:prstGeom prst="roundRect">
            <a:avLst>
              <a:gd name="adj" fmla="val 12857"/>
            </a:avLst>
          </a:prstGeom>
          <a:ln w="12700">
            <a:solidFill>
              <a:srgbClr val="2121DE"/>
            </a:solidFill>
            <a:prstDash val="solid"/>
          </a:ln>
        </p:spPr>
      </p:sp>
      <p:pic>
        <p:nvPicPr>
          <p:cNvPr id="12" name="o11" descr="melon">    </p:cNvPr>
          <p:cNvPicPr>
            <a:picLocks noChangeAspect="1"/>
          </p:cNvPicPr>
          <p:nvPr/>
        </p:nvPicPr>
        <p:blipFill>
          <a:blip r:embed="rId1"/>
          <a:stretch>
            <a:fillRect/>
          </a:stretch>
        </p:blipFill>
        <p:spPr>
          <a:xfrm>
            <a:off x="5684368" y="777240"/>
            <a:ext cx="822960" cy="822960"/>
          </a:xfrm>
          <a:prstGeom prst="rect">
            <a:avLst/>
          </a:prstGeom>
        </p:spPr>
      </p:pic>
      <p:pic>
        <p:nvPicPr>
          <p:cNvPr id="13" name="o12" descr="LEVEL 5">    </p:cNvPr>
          <p:cNvPicPr>
            <a:picLocks noChangeAspect="1"/>
          </p:cNvPicPr>
          <p:nvPr/>
        </p:nvPicPr>
        <p:blipFill>
          <a:blip r:embed="rId2"/>
          <a:stretch>
            <a:fillRect/>
          </a:stretch>
        </p:blipFill>
        <p:spPr>
          <a:xfrm>
            <a:off x="5262601" y="1828800"/>
            <a:ext cx="1666494" cy="237744"/>
          </a:xfrm>
          <a:prstGeom prst="rect">
            <a:avLst/>
          </a:prstGeom>
        </p:spPr>
      </p:pic>
      <p:pic>
        <p:nvPicPr>
          <p:cNvPr id="14" name="o13" descr="BOSS FINAL">    </p:cNvPr>
          <p:cNvPicPr>
            <a:picLocks noChangeAspect="1"/>
          </p:cNvPicPr>
          <p:nvPr/>
        </p:nvPicPr>
        <p:blipFill>
          <a:blip r:embed="rId3"/>
          <a:stretch>
            <a:fillRect/>
          </a:stretch>
        </p:blipFill>
        <p:spPr>
          <a:xfrm>
            <a:off x="3535528" y="2331720"/>
            <a:ext cx="5120640" cy="512064"/>
          </a:xfrm>
          <a:prstGeom prst="rect">
            <a:avLst/>
          </a:prstGeom>
        </p:spPr>
      </p:pic>
      <p:sp>
        <p:nvSpPr>
          <p:cNvPr id="15" name="o14"/>
          <p:cNvSpPr txBox="1"/>
          <p:nvPr/>
        </p:nvSpPr>
        <p:spPr>
          <a:xfrm>
            <a:off x="1371600" y="3108960"/>
            <a:ext cx="9448495" cy="411480"/>
          </a:xfrm>
          <a:prstGeom prst="rect">
            <a:avLst/>
          </a:prstGeom>
          <a:noFill/>
          <a:ln/>
        </p:spPr>
        <p:txBody>
          <a:bodyPr wrap="square" lIns="0" tIns="0" rIns="0" bIns="0" rtlCol="0" anchor="t"/>
          <a:lstStyle/>
          <a:p>
            <a:pPr algn="ctr" indent="0" marL="0">
              <a:buNone/>
            </a:pPr>
            <a:r>
              <a:rPr lang="en-US" sz="2000" dirty="0">
                <a:solidFill>
                  <a:srgbClr val="C4C4E4"/>
                </a:solidFill>
                <a:latin typeface="Arial" pitchFamily="34" charset="0"/>
                <a:ea typeface="Arial" pitchFamily="34" charset="-122"/>
                <a:cs typeface="Arial" pitchFamily="34" charset="-120"/>
              </a:rPr>
              <a:t>Le Market Power Index des éditeurs</a:t>
            </a:r>
            <a:endParaRPr lang="en-US" sz="2000" dirty="0"/>
          </a:p>
        </p:txBody>
      </p:sp>
      <p:sp>
        <p:nvSpPr>
          <p:cNvPr id="16" name="o15"/>
          <p:cNvSpPr/>
          <p:nvPr/>
        </p:nvSpPr>
        <p:spPr>
          <a:xfrm>
            <a:off x="3707892" y="4119372"/>
            <a:ext cx="82296" cy="82296"/>
          </a:xfrm>
          <a:prstGeom prst="rect">
            <a:avLst/>
          </a:prstGeom>
          <a:solidFill>
            <a:srgbClr val="FFB8AE"/>
          </a:solidFill>
          <a:ln/>
        </p:spPr>
      </p:sp>
      <p:sp>
        <p:nvSpPr>
          <p:cNvPr id="17" name="o16"/>
          <p:cNvSpPr/>
          <p:nvPr/>
        </p:nvSpPr>
        <p:spPr>
          <a:xfrm>
            <a:off x="4073652" y="4119372"/>
            <a:ext cx="82296" cy="82296"/>
          </a:xfrm>
          <a:prstGeom prst="rect">
            <a:avLst/>
          </a:prstGeom>
          <a:solidFill>
            <a:srgbClr val="FFB8AE"/>
          </a:solidFill>
          <a:ln/>
        </p:spPr>
      </p:sp>
      <p:sp>
        <p:nvSpPr>
          <p:cNvPr id="18" name="o17"/>
          <p:cNvSpPr/>
          <p:nvPr/>
        </p:nvSpPr>
        <p:spPr>
          <a:xfrm>
            <a:off x="4439412" y="4119372"/>
            <a:ext cx="82296" cy="82296"/>
          </a:xfrm>
          <a:prstGeom prst="rect">
            <a:avLst/>
          </a:prstGeom>
          <a:solidFill>
            <a:srgbClr val="FFB8AE"/>
          </a:solidFill>
          <a:ln/>
        </p:spPr>
      </p:sp>
      <p:sp>
        <p:nvSpPr>
          <p:cNvPr id="19" name="o18"/>
          <p:cNvSpPr/>
          <p:nvPr/>
        </p:nvSpPr>
        <p:spPr>
          <a:xfrm>
            <a:off x="4805172" y="4119372"/>
            <a:ext cx="82296" cy="82296"/>
          </a:xfrm>
          <a:prstGeom prst="rect">
            <a:avLst/>
          </a:prstGeom>
          <a:solidFill>
            <a:srgbClr val="FFB8AE"/>
          </a:solidFill>
          <a:ln/>
        </p:spPr>
      </p:sp>
      <p:sp>
        <p:nvSpPr>
          <p:cNvPr id="20" name="o19"/>
          <p:cNvSpPr/>
          <p:nvPr/>
        </p:nvSpPr>
        <p:spPr>
          <a:xfrm>
            <a:off x="5170932" y="4119372"/>
            <a:ext cx="82296" cy="82296"/>
          </a:xfrm>
          <a:prstGeom prst="rect">
            <a:avLst/>
          </a:prstGeom>
          <a:solidFill>
            <a:srgbClr val="FFB8AE"/>
          </a:solidFill>
          <a:ln/>
        </p:spPr>
      </p:sp>
      <p:sp>
        <p:nvSpPr>
          <p:cNvPr id="21" name="o20"/>
          <p:cNvSpPr/>
          <p:nvPr/>
        </p:nvSpPr>
        <p:spPr>
          <a:xfrm>
            <a:off x="5536692" y="4119372"/>
            <a:ext cx="82296" cy="82296"/>
          </a:xfrm>
          <a:prstGeom prst="rect">
            <a:avLst/>
          </a:prstGeom>
          <a:solidFill>
            <a:srgbClr val="FFB8AE"/>
          </a:solidFill>
          <a:ln/>
        </p:spPr>
      </p:sp>
      <p:sp>
        <p:nvSpPr>
          <p:cNvPr id="22" name="o21"/>
          <p:cNvSpPr/>
          <p:nvPr/>
        </p:nvSpPr>
        <p:spPr>
          <a:xfrm>
            <a:off x="5902452" y="4119372"/>
            <a:ext cx="82296" cy="82296"/>
          </a:xfrm>
          <a:prstGeom prst="rect">
            <a:avLst/>
          </a:prstGeom>
          <a:solidFill>
            <a:srgbClr val="FFB8AE"/>
          </a:solidFill>
          <a:ln/>
        </p:spPr>
      </p:sp>
      <p:sp>
        <p:nvSpPr>
          <p:cNvPr id="23" name="o22"/>
          <p:cNvSpPr/>
          <p:nvPr/>
        </p:nvSpPr>
        <p:spPr>
          <a:xfrm>
            <a:off x="6268212" y="4119372"/>
            <a:ext cx="82296" cy="82296"/>
          </a:xfrm>
          <a:prstGeom prst="rect">
            <a:avLst/>
          </a:prstGeom>
          <a:solidFill>
            <a:srgbClr val="FFB8AE"/>
          </a:solidFill>
          <a:ln/>
        </p:spPr>
      </p:sp>
      <p:sp>
        <p:nvSpPr>
          <p:cNvPr id="24" name="o23"/>
          <p:cNvSpPr/>
          <p:nvPr/>
        </p:nvSpPr>
        <p:spPr>
          <a:xfrm>
            <a:off x="6633972" y="4119372"/>
            <a:ext cx="82296" cy="82296"/>
          </a:xfrm>
          <a:prstGeom prst="rect">
            <a:avLst/>
          </a:prstGeom>
          <a:solidFill>
            <a:srgbClr val="FFB8AE"/>
          </a:solidFill>
          <a:ln/>
        </p:spPr>
      </p:sp>
      <p:sp>
        <p:nvSpPr>
          <p:cNvPr id="25" name="o24"/>
          <p:cNvSpPr/>
          <p:nvPr/>
        </p:nvSpPr>
        <p:spPr>
          <a:xfrm>
            <a:off x="6999732" y="4119372"/>
            <a:ext cx="82296" cy="82296"/>
          </a:xfrm>
          <a:prstGeom prst="rect">
            <a:avLst/>
          </a:prstGeom>
          <a:solidFill>
            <a:srgbClr val="FFB8AE"/>
          </a:solidFill>
          <a:ln/>
        </p:spPr>
      </p:sp>
      <p:sp>
        <p:nvSpPr>
          <p:cNvPr id="26" name="o25"/>
          <p:cNvSpPr/>
          <p:nvPr/>
        </p:nvSpPr>
        <p:spPr>
          <a:xfrm>
            <a:off x="7365492" y="4119372"/>
            <a:ext cx="82296" cy="82296"/>
          </a:xfrm>
          <a:prstGeom prst="rect">
            <a:avLst/>
          </a:prstGeom>
          <a:solidFill>
            <a:srgbClr val="FFB8AE"/>
          </a:solidFill>
          <a:ln/>
        </p:spPr>
      </p:sp>
      <p:sp>
        <p:nvSpPr>
          <p:cNvPr id="27" name="o26"/>
          <p:cNvSpPr/>
          <p:nvPr/>
        </p:nvSpPr>
        <p:spPr>
          <a:xfrm>
            <a:off x="7731252" y="4119372"/>
            <a:ext cx="82296" cy="82296"/>
          </a:xfrm>
          <a:prstGeom prst="rect">
            <a:avLst/>
          </a:prstGeom>
          <a:solidFill>
            <a:srgbClr val="FFB8AE"/>
          </a:solidFill>
          <a:ln/>
        </p:spPr>
      </p:sp>
      <p:sp>
        <p:nvSpPr>
          <p:cNvPr id="28" name="o27"/>
          <p:cNvSpPr/>
          <p:nvPr/>
        </p:nvSpPr>
        <p:spPr>
          <a:xfrm>
            <a:off x="8097012" y="4119372"/>
            <a:ext cx="82296" cy="82296"/>
          </a:xfrm>
          <a:prstGeom prst="rect">
            <a:avLst/>
          </a:prstGeom>
          <a:solidFill>
            <a:srgbClr val="FFB8AE"/>
          </a:solidFill>
          <a:ln/>
        </p:spPr>
      </p:sp>
      <p:sp>
        <p:nvSpPr>
          <p:cNvPr id="29" name="o28"/>
          <p:cNvSpPr/>
          <p:nvPr/>
        </p:nvSpPr>
        <p:spPr>
          <a:xfrm>
            <a:off x="8462772" y="4119372"/>
            <a:ext cx="82296" cy="82296"/>
          </a:xfrm>
          <a:prstGeom prst="rect">
            <a:avLst/>
          </a:prstGeom>
          <a:solidFill>
            <a:srgbClr val="FFB8AE"/>
          </a:solidFill>
          <a:ln/>
        </p:spPr>
      </p:sp>
      <p:sp>
        <p:nvSpPr>
          <p:cNvPr id="30" name="o29"/>
          <p:cNvSpPr/>
          <p:nvPr/>
        </p:nvSpPr>
        <p:spPr>
          <a:xfrm>
            <a:off x="8828532" y="4119372"/>
            <a:ext cx="82296" cy="82296"/>
          </a:xfrm>
          <a:prstGeom prst="rect">
            <a:avLst/>
          </a:prstGeom>
          <a:solidFill>
            <a:srgbClr val="FFB8AE"/>
          </a:solidFill>
          <a:ln/>
        </p:spPr>
      </p:sp>
      <p:sp>
        <p:nvSpPr>
          <p:cNvPr id="31" name="o30"/>
          <p:cNvSpPr/>
          <p:nvPr/>
        </p:nvSpPr>
        <p:spPr>
          <a:xfrm>
            <a:off x="9194292" y="4119372"/>
            <a:ext cx="82296" cy="82296"/>
          </a:xfrm>
          <a:prstGeom prst="rect">
            <a:avLst/>
          </a:prstGeom>
          <a:solidFill>
            <a:srgbClr val="FFB8AE"/>
          </a:solidFill>
          <a:ln/>
        </p:spPr>
      </p:sp>
      <p:sp>
        <p:nvSpPr>
          <p:cNvPr id="32" name="o31"/>
          <p:cNvSpPr/>
          <p:nvPr/>
        </p:nvSpPr>
        <p:spPr>
          <a:xfrm>
            <a:off x="9560052" y="4119372"/>
            <a:ext cx="82296" cy="82296"/>
          </a:xfrm>
          <a:prstGeom prst="rect">
            <a:avLst/>
          </a:prstGeom>
          <a:solidFill>
            <a:srgbClr val="FFB8AE"/>
          </a:solidFill>
          <a:ln/>
        </p:spPr>
      </p:sp>
      <p:sp>
        <p:nvSpPr>
          <p:cNvPr id="33" name="o32"/>
          <p:cNvSpPr/>
          <p:nvPr/>
        </p:nvSpPr>
        <p:spPr>
          <a:xfrm>
            <a:off x="9925812" y="4119372"/>
            <a:ext cx="82296" cy="82296"/>
          </a:xfrm>
          <a:prstGeom prst="rect">
            <a:avLst/>
          </a:prstGeom>
          <a:solidFill>
            <a:srgbClr val="FFB8AE"/>
          </a:solidFill>
          <a:ln/>
        </p:spPr>
      </p:sp>
      <p:pic>
        <p:nvPicPr>
          <p:cNvPr id="34" name="o33" descr="Pac-Man">    </p:cNvPr>
          <p:cNvPicPr>
            <a:picLocks noChangeAspect="1"/>
          </p:cNvPicPr>
          <p:nvPr/>
        </p:nvPicPr>
        <p:blipFill>
          <a:blip r:embed="rId4"/>
          <a:stretch>
            <a:fillRect/>
          </a:stretch>
        </p:blipFill>
        <p:spPr>
          <a:xfrm>
            <a:off x="2990088" y="3950208"/>
            <a:ext cx="420624" cy="420624"/>
          </a:xfrm>
          <a:prstGeom prst="rect">
            <a:avLst/>
          </a:prstGeom>
        </p:spPr>
      </p:pic>
      <p:pic>
        <p:nvPicPr>
          <p:cNvPr id="35" name="o34" descr="fantôme">    </p:cNvPr>
          <p:cNvPicPr>
            <a:picLocks noChangeAspect="1"/>
          </p:cNvPicPr>
          <p:nvPr/>
        </p:nvPicPr>
        <p:blipFill>
          <a:blip r:embed="rId5"/>
          <a:stretch>
            <a:fillRect/>
          </a:stretch>
        </p:blipFill>
        <p:spPr>
          <a:xfrm>
            <a:off x="2350008" y="3950208"/>
            <a:ext cx="420624" cy="420624"/>
          </a:xfrm>
          <a:prstGeom prst="rect">
            <a:avLst/>
          </a:prstGeom>
        </p:spPr>
      </p:pic>
      <p:pic>
        <p:nvPicPr>
          <p:cNvPr id="36" name="o35" descr="fantôme">    </p:cNvPr>
          <p:cNvPicPr>
            <a:picLocks noChangeAspect="1"/>
          </p:cNvPicPr>
          <p:nvPr/>
        </p:nvPicPr>
        <p:blipFill>
          <a:blip r:embed="rId6"/>
          <a:stretch>
            <a:fillRect/>
          </a:stretch>
        </p:blipFill>
        <p:spPr>
          <a:xfrm>
            <a:off x="1801368" y="3950208"/>
            <a:ext cx="420624" cy="420624"/>
          </a:xfrm>
          <a:prstGeom prst="rect">
            <a:avLst/>
          </a:prstGeom>
        </p:spPr>
      </p:pic>
      <p:pic>
        <p:nvPicPr>
          <p:cNvPr id="37" name="o36" descr="fantôme">    </p:cNvPr>
          <p:cNvPicPr>
            <a:picLocks noChangeAspect="1"/>
          </p:cNvPicPr>
          <p:nvPr/>
        </p:nvPicPr>
        <p:blipFill>
          <a:blip r:embed="rId7"/>
          <a:stretch>
            <a:fillRect/>
          </a:stretch>
        </p:blipFill>
        <p:spPr>
          <a:xfrm>
            <a:off x="1252728" y="3950208"/>
            <a:ext cx="420624" cy="420624"/>
          </a:xfrm>
          <a:prstGeom prst="rect">
            <a:avLst/>
          </a:prstGeom>
        </p:spPr>
      </p:pic>
      <p:pic>
        <p:nvPicPr>
          <p:cNvPr id="38" name="o37" descr="fantôme">    </p:cNvPr>
          <p:cNvPicPr>
            <a:picLocks noChangeAspect="1"/>
          </p:cNvPicPr>
          <p:nvPr/>
        </p:nvPicPr>
        <p:blipFill>
          <a:blip r:embed="rId8"/>
          <a:stretch>
            <a:fillRect/>
          </a:stretch>
        </p:blipFill>
        <p:spPr>
          <a:xfrm>
            <a:off x="704088" y="3950208"/>
            <a:ext cx="420624" cy="420624"/>
          </a:xfrm>
          <a:prstGeom prst="rect">
            <a:avLst/>
          </a:prstGeom>
        </p:spPr>
      </p:pic>
      <p:pic>
        <p:nvPicPr>
          <p:cNvPr id="39" name="o38" descr="READY!">    </p:cNvPr>
          <p:cNvPicPr>
            <a:picLocks noChangeAspect="1"/>
          </p:cNvPicPr>
          <p:nvPr/>
        </p:nvPicPr>
        <p:blipFill>
          <a:blip r:embed="rId9"/>
          <a:stretch>
            <a:fillRect/>
          </a:stretch>
        </p:blipFill>
        <p:spPr>
          <a:xfrm>
            <a:off x="5492344" y="4617720"/>
            <a:ext cx="1207008" cy="201168"/>
          </a:xfrm>
          <a:prstGeom prst="rect">
            <a:avLst/>
          </a:prstGeom>
        </p:spPr>
      </p:pic>
      <p:sp>
        <p:nvSpPr>
          <p:cNvPr id="40" name="o39"/>
          <p:cNvSpPr/>
          <p:nvPr/>
        </p:nvSpPr>
        <p:spPr>
          <a:xfrm>
            <a:off x="9294876" y="6414516"/>
            <a:ext cx="64008" cy="64008"/>
          </a:xfrm>
          <a:prstGeom prst="rect">
            <a:avLst/>
          </a:prstGeom>
          <a:solidFill>
            <a:srgbClr val="FFB8AE"/>
          </a:solidFill>
          <a:ln/>
        </p:spPr>
      </p:sp>
      <p:sp>
        <p:nvSpPr>
          <p:cNvPr id="41" name="o40"/>
          <p:cNvSpPr/>
          <p:nvPr/>
        </p:nvSpPr>
        <p:spPr>
          <a:xfrm>
            <a:off x="9523476" y="6414516"/>
            <a:ext cx="64008" cy="64008"/>
          </a:xfrm>
          <a:prstGeom prst="rect">
            <a:avLst/>
          </a:prstGeom>
          <a:solidFill>
            <a:srgbClr val="FFB8AE"/>
          </a:solidFill>
          <a:ln/>
        </p:spPr>
      </p:sp>
      <p:sp>
        <p:nvSpPr>
          <p:cNvPr id="42" name="o41"/>
          <p:cNvSpPr/>
          <p:nvPr/>
        </p:nvSpPr>
        <p:spPr>
          <a:xfrm>
            <a:off x="9752076" y="6414516"/>
            <a:ext cx="64008" cy="64008"/>
          </a:xfrm>
          <a:prstGeom prst="rect">
            <a:avLst/>
          </a:prstGeom>
          <a:solidFill>
            <a:srgbClr val="FFB8AE"/>
          </a:solidFill>
          <a:ln/>
        </p:spPr>
      </p:sp>
      <p:sp>
        <p:nvSpPr>
          <p:cNvPr id="43" name="o42"/>
          <p:cNvSpPr/>
          <p:nvPr/>
        </p:nvSpPr>
        <p:spPr>
          <a:xfrm>
            <a:off x="9980676" y="6414516"/>
            <a:ext cx="64008" cy="64008"/>
          </a:xfrm>
          <a:prstGeom prst="rect">
            <a:avLst/>
          </a:prstGeom>
          <a:solidFill>
            <a:srgbClr val="FFB8AE"/>
          </a:solidFill>
          <a:ln/>
        </p:spPr>
      </p:sp>
      <p:sp>
        <p:nvSpPr>
          <p:cNvPr id="44" name="o43"/>
          <p:cNvSpPr/>
          <p:nvPr/>
        </p:nvSpPr>
        <p:spPr>
          <a:xfrm>
            <a:off x="10209276" y="6414516"/>
            <a:ext cx="64008" cy="64008"/>
          </a:xfrm>
          <a:prstGeom prst="rect">
            <a:avLst/>
          </a:prstGeom>
          <a:solidFill>
            <a:srgbClr val="FFB8AE"/>
          </a:solidFill>
          <a:ln/>
        </p:spPr>
      </p:sp>
      <p:sp>
        <p:nvSpPr>
          <p:cNvPr id="45" name="o44"/>
          <p:cNvSpPr/>
          <p:nvPr/>
        </p:nvSpPr>
        <p:spPr>
          <a:xfrm>
            <a:off x="10437876" y="6414516"/>
            <a:ext cx="64008" cy="64008"/>
          </a:xfrm>
          <a:prstGeom prst="rect">
            <a:avLst/>
          </a:prstGeom>
          <a:solidFill>
            <a:srgbClr val="FFB8AE"/>
          </a:solidFill>
          <a:ln/>
        </p:spPr>
      </p:sp>
      <p:sp>
        <p:nvSpPr>
          <p:cNvPr id="46" name="o45"/>
          <p:cNvSpPr/>
          <p:nvPr/>
        </p:nvSpPr>
        <p:spPr>
          <a:xfrm>
            <a:off x="10666476" y="6414516"/>
            <a:ext cx="64008" cy="64008"/>
          </a:xfrm>
          <a:prstGeom prst="rect">
            <a:avLst/>
          </a:prstGeom>
          <a:solidFill>
            <a:srgbClr val="FFB8AE"/>
          </a:solidFill>
          <a:ln/>
        </p:spPr>
      </p:sp>
      <p:sp>
        <p:nvSpPr>
          <p:cNvPr id="47" name="o46"/>
          <p:cNvSpPr/>
          <p:nvPr/>
        </p:nvSpPr>
        <p:spPr>
          <a:xfrm>
            <a:off x="10895076" y="6414516"/>
            <a:ext cx="64008" cy="64008"/>
          </a:xfrm>
          <a:prstGeom prst="rect">
            <a:avLst/>
          </a:prstGeom>
          <a:solidFill>
            <a:srgbClr val="FFB8AE"/>
          </a:solidFill>
          <a:ln/>
        </p:spPr>
      </p:sp>
      <p:sp>
        <p:nvSpPr>
          <p:cNvPr id="48" name="o47"/>
          <p:cNvSpPr/>
          <p:nvPr/>
        </p:nvSpPr>
        <p:spPr>
          <a:xfrm>
            <a:off x="11123676" y="6414516"/>
            <a:ext cx="64008" cy="64008"/>
          </a:xfrm>
          <a:prstGeom prst="rect">
            <a:avLst/>
          </a:prstGeom>
          <a:solidFill>
            <a:srgbClr val="FFB8AE"/>
          </a:solidFill>
          <a:ln/>
        </p:spPr>
      </p:sp>
      <p:pic>
        <p:nvPicPr>
          <p:cNvPr id="49" name="o48" descr="super pac-gomme">    </p:cNvPr>
          <p:cNvPicPr>
            <a:picLocks noChangeAspect="1"/>
          </p:cNvPicPr>
          <p:nvPr/>
        </p:nvPicPr>
        <p:blipFill>
          <a:blip r:embed="rId10"/>
          <a:stretch>
            <a:fillRect/>
          </a:stretch>
        </p:blipFill>
        <p:spPr>
          <a:xfrm>
            <a:off x="11448288" y="6355080"/>
            <a:ext cx="182880" cy="182880"/>
          </a:xfrm>
          <a:prstGeom prst="rect">
            <a:avLst/>
          </a:prstGeom>
        </p:spPr>
      </p:pic>
      <p:pic>
        <p:nvPicPr>
          <p:cNvPr id="50" name="o49" descr="Pac-Man : progression">    </p:cNvPr>
          <p:cNvPicPr>
            <a:picLocks noChangeAspect="1"/>
          </p:cNvPicPr>
          <p:nvPr/>
        </p:nvPicPr>
        <p:blipFill>
          <a:blip r:embed="rId11"/>
          <a:stretch>
            <a:fillRect/>
          </a:stretch>
        </p:blipFill>
        <p:spPr>
          <a:xfrm>
            <a:off x="9015984" y="6291072"/>
            <a:ext cx="310896" cy="310896"/>
          </a:xfrm>
          <a:prstGeom prst="rect">
            <a:avLst/>
          </a:prstGeom>
        </p:spPr>
      </p:pic>
      <p:pic>
        <p:nvPicPr>
          <p:cNvPr id="51" name="o50" descr="fantôme">    </p:cNvPr>
          <p:cNvPicPr>
            <a:picLocks noChangeAspect="1"/>
          </p:cNvPicPr>
          <p:nvPr/>
        </p:nvPicPr>
        <p:blipFill>
          <a:blip r:embed="rId12"/>
          <a:stretch>
            <a:fillRect/>
          </a:stretch>
        </p:blipFill>
        <p:spPr>
          <a:xfrm>
            <a:off x="8449056" y="6291072"/>
            <a:ext cx="310896" cy="310896"/>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2" fill="hold">
                            <p:stCondLst>
                              <p:cond delay="0"/>
                            </p:stCondLst>
                            <p:childTnLst>
                              <p:par>
                                <p:cTn id="4" presetID="1" presetClass="exit" presetSubtype="0" fill="hold" nodeType="withEffect">
                                  <p:stCondLst>
                                    <p:cond delay="1054"/>
                                  </p:stCondLst>
                                  <p:childTnLst>
                                    <p:set>
                                      <p:cBhvr>
                                        <p:cTn id="5" dur="1" fill="hold">
                                          <p:stCondLst>
                                            <p:cond delay="0"/>
                                          </p:stCondLst>
                                        </p:cTn>
                                        <p:tgtEl>
                                          <p:spTgt spid="16"/>
                                        </p:tgtEl>
                                        <p:attrNameLst>
                                          <p:attrName>style.visibility</p:attrName>
                                        </p:attrNameLst>
                                      </p:cBhvr>
                                      <p:to>
                                        <p:strVal val="hidden"/>
                                      </p:to>
                                    </p:set>
                                  </p:childTnLst>
                                </p:cTn>
                              </p:par>
                              <p:par>
                                <p:cTn id="6" presetID="1" presetClass="exit" presetSubtype="0" fill="hold" nodeType="withEffect">
                                  <p:stCondLst>
                                    <p:cond delay="1191"/>
                                  </p:stCondLst>
                                  <p:childTnLst>
                                    <p:set>
                                      <p:cBhvr>
                                        <p:cTn id="7" dur="1" fill="hold">
                                          <p:stCondLst>
                                            <p:cond delay="0"/>
                                          </p:stCondLst>
                                        </p:cTn>
                                        <p:tgtEl>
                                          <p:spTgt spid="17"/>
                                        </p:tgtEl>
                                        <p:attrNameLst>
                                          <p:attrName>style.visibility</p:attrName>
                                        </p:attrNameLst>
                                      </p:cBhvr>
                                      <p:to>
                                        <p:strVal val="hidden"/>
                                      </p:to>
                                    </p:set>
                                  </p:childTnLst>
                                </p:cTn>
                              </p:par>
                              <p:par>
                                <p:cTn id="8" presetID="1" presetClass="exit" presetSubtype="0" fill="hold" nodeType="withEffect">
                                  <p:stCondLst>
                                    <p:cond delay="1328"/>
                                  </p:stCondLst>
                                  <p:childTnLst>
                                    <p:set>
                                      <p:cBhvr>
                                        <p:cTn id="9" dur="1" fill="hold">
                                          <p:stCondLst>
                                            <p:cond delay="0"/>
                                          </p:stCondLst>
                                        </p:cTn>
                                        <p:tgtEl>
                                          <p:spTgt spid="18"/>
                                        </p:tgtEl>
                                        <p:attrNameLst>
                                          <p:attrName>style.visibility</p:attrName>
                                        </p:attrNameLst>
                                      </p:cBhvr>
                                      <p:to>
                                        <p:strVal val="hidden"/>
                                      </p:to>
                                    </p:set>
                                  </p:childTnLst>
                                </p:cTn>
                              </p:par>
                              <p:par>
                                <p:cTn id="10" presetID="1" presetClass="exit" presetSubtype="0" fill="hold" nodeType="withEffect">
                                  <p:stCondLst>
                                    <p:cond delay="1464"/>
                                  </p:stCondLst>
                                  <p:childTnLst>
                                    <p:set>
                                      <p:cBhvr>
                                        <p:cTn id="11" dur="1" fill="hold">
                                          <p:stCondLst>
                                            <p:cond delay="0"/>
                                          </p:stCondLst>
                                        </p:cTn>
                                        <p:tgtEl>
                                          <p:spTgt spid="19"/>
                                        </p:tgtEl>
                                        <p:attrNameLst>
                                          <p:attrName>style.visibility</p:attrName>
                                        </p:attrNameLst>
                                      </p:cBhvr>
                                      <p:to>
                                        <p:strVal val="hidden"/>
                                      </p:to>
                                    </p:set>
                                  </p:childTnLst>
                                </p:cTn>
                              </p:par>
                              <p:par>
                                <p:cTn id="12" presetID="1" presetClass="exit" presetSubtype="0" fill="hold" nodeType="withEffect">
                                  <p:stCondLst>
                                    <p:cond delay="1601"/>
                                  </p:stCondLst>
                                  <p:childTnLst>
                                    <p:set>
                                      <p:cBhvr>
                                        <p:cTn id="13" dur="1" fill="hold">
                                          <p:stCondLst>
                                            <p:cond delay="0"/>
                                          </p:stCondLst>
                                        </p:cTn>
                                        <p:tgtEl>
                                          <p:spTgt spid="20"/>
                                        </p:tgtEl>
                                        <p:attrNameLst>
                                          <p:attrName>style.visibility</p:attrName>
                                        </p:attrNameLst>
                                      </p:cBhvr>
                                      <p:to>
                                        <p:strVal val="hidden"/>
                                      </p:to>
                                    </p:set>
                                  </p:childTnLst>
                                </p:cTn>
                              </p:par>
                              <p:par>
                                <p:cTn id="14" presetID="1" presetClass="exit" presetSubtype="0" fill="hold" nodeType="withEffect">
                                  <p:stCondLst>
                                    <p:cond delay="1738"/>
                                  </p:stCondLst>
                                  <p:childTnLst>
                                    <p:set>
                                      <p:cBhvr>
                                        <p:cTn id="15" dur="1" fill="hold">
                                          <p:stCondLst>
                                            <p:cond delay="0"/>
                                          </p:stCondLst>
                                        </p:cTn>
                                        <p:tgtEl>
                                          <p:spTgt spid="21"/>
                                        </p:tgtEl>
                                        <p:attrNameLst>
                                          <p:attrName>style.visibility</p:attrName>
                                        </p:attrNameLst>
                                      </p:cBhvr>
                                      <p:to>
                                        <p:strVal val="hidden"/>
                                      </p:to>
                                    </p:set>
                                  </p:childTnLst>
                                </p:cTn>
                              </p:par>
                              <p:par>
                                <p:cTn id="16" presetID="1" presetClass="exit" presetSubtype="0" fill="hold" nodeType="withEffect">
                                  <p:stCondLst>
                                    <p:cond delay="1875"/>
                                  </p:stCondLst>
                                  <p:childTnLst>
                                    <p:set>
                                      <p:cBhvr>
                                        <p:cTn id="17" dur="1" fill="hold">
                                          <p:stCondLst>
                                            <p:cond delay="0"/>
                                          </p:stCondLst>
                                        </p:cTn>
                                        <p:tgtEl>
                                          <p:spTgt spid="22"/>
                                        </p:tgtEl>
                                        <p:attrNameLst>
                                          <p:attrName>style.visibility</p:attrName>
                                        </p:attrNameLst>
                                      </p:cBhvr>
                                      <p:to>
                                        <p:strVal val="hidden"/>
                                      </p:to>
                                    </p:set>
                                  </p:childTnLst>
                                </p:cTn>
                              </p:par>
                              <p:par>
                                <p:cTn id="18" presetID="1" presetClass="exit" presetSubtype="0" fill="hold" nodeType="withEffect">
                                  <p:stCondLst>
                                    <p:cond delay="2012"/>
                                  </p:stCondLst>
                                  <p:childTnLst>
                                    <p:set>
                                      <p:cBhvr>
                                        <p:cTn id="19" dur="1" fill="hold">
                                          <p:stCondLst>
                                            <p:cond delay="0"/>
                                          </p:stCondLst>
                                        </p:cTn>
                                        <p:tgtEl>
                                          <p:spTgt spid="23"/>
                                        </p:tgtEl>
                                        <p:attrNameLst>
                                          <p:attrName>style.visibility</p:attrName>
                                        </p:attrNameLst>
                                      </p:cBhvr>
                                      <p:to>
                                        <p:strVal val="hidden"/>
                                      </p:to>
                                    </p:set>
                                  </p:childTnLst>
                                </p:cTn>
                              </p:par>
                              <p:par>
                                <p:cTn id="20" presetID="1" presetClass="exit" presetSubtype="0" fill="hold" nodeType="withEffect">
                                  <p:stCondLst>
                                    <p:cond delay="2149"/>
                                  </p:stCondLst>
                                  <p:childTnLst>
                                    <p:set>
                                      <p:cBhvr>
                                        <p:cTn id="21" dur="1" fill="hold">
                                          <p:stCondLst>
                                            <p:cond delay="0"/>
                                          </p:stCondLst>
                                        </p:cTn>
                                        <p:tgtEl>
                                          <p:spTgt spid="24"/>
                                        </p:tgtEl>
                                        <p:attrNameLst>
                                          <p:attrName>style.visibility</p:attrName>
                                        </p:attrNameLst>
                                      </p:cBhvr>
                                      <p:to>
                                        <p:strVal val="hidden"/>
                                      </p:to>
                                    </p:set>
                                  </p:childTnLst>
                                </p:cTn>
                              </p:par>
                              <p:par>
                                <p:cTn id="22" presetID="1" presetClass="exit" presetSubtype="0" fill="hold" nodeType="withEffect">
                                  <p:stCondLst>
                                    <p:cond delay="2286"/>
                                  </p:stCondLst>
                                  <p:childTnLst>
                                    <p:set>
                                      <p:cBhvr>
                                        <p:cTn id="23" dur="1" fill="hold">
                                          <p:stCondLst>
                                            <p:cond delay="0"/>
                                          </p:stCondLst>
                                        </p:cTn>
                                        <p:tgtEl>
                                          <p:spTgt spid="25"/>
                                        </p:tgtEl>
                                        <p:attrNameLst>
                                          <p:attrName>style.visibility</p:attrName>
                                        </p:attrNameLst>
                                      </p:cBhvr>
                                      <p:to>
                                        <p:strVal val="hidden"/>
                                      </p:to>
                                    </p:set>
                                  </p:childTnLst>
                                </p:cTn>
                              </p:par>
                              <p:par>
                                <p:cTn id="24" presetID="1" presetClass="exit" presetSubtype="0" fill="hold" nodeType="withEffect">
                                  <p:stCondLst>
                                    <p:cond delay="2422"/>
                                  </p:stCondLst>
                                  <p:childTnLst>
                                    <p:set>
                                      <p:cBhvr>
                                        <p:cTn id="25" dur="1" fill="hold">
                                          <p:stCondLst>
                                            <p:cond delay="0"/>
                                          </p:stCondLst>
                                        </p:cTn>
                                        <p:tgtEl>
                                          <p:spTgt spid="26"/>
                                        </p:tgtEl>
                                        <p:attrNameLst>
                                          <p:attrName>style.visibility</p:attrName>
                                        </p:attrNameLst>
                                      </p:cBhvr>
                                      <p:to>
                                        <p:strVal val="hidden"/>
                                      </p:to>
                                    </p:set>
                                  </p:childTnLst>
                                </p:cTn>
                              </p:par>
                              <p:par>
                                <p:cTn id="26" presetID="1" presetClass="exit" presetSubtype="0" fill="hold" nodeType="withEffect">
                                  <p:stCondLst>
                                    <p:cond delay="2559"/>
                                  </p:stCondLst>
                                  <p:childTnLst>
                                    <p:set>
                                      <p:cBhvr>
                                        <p:cTn id="27" dur="1" fill="hold">
                                          <p:stCondLst>
                                            <p:cond delay="0"/>
                                          </p:stCondLst>
                                        </p:cTn>
                                        <p:tgtEl>
                                          <p:spTgt spid="27"/>
                                        </p:tgtEl>
                                        <p:attrNameLst>
                                          <p:attrName>style.visibility</p:attrName>
                                        </p:attrNameLst>
                                      </p:cBhvr>
                                      <p:to>
                                        <p:strVal val="hidden"/>
                                      </p:to>
                                    </p:set>
                                  </p:childTnLst>
                                </p:cTn>
                              </p:par>
                              <p:par>
                                <p:cTn id="28" presetID="1" presetClass="exit" presetSubtype="0" fill="hold" nodeType="withEffect">
                                  <p:stCondLst>
                                    <p:cond delay="2696"/>
                                  </p:stCondLst>
                                  <p:childTnLst>
                                    <p:set>
                                      <p:cBhvr>
                                        <p:cTn id="29" dur="1" fill="hold">
                                          <p:stCondLst>
                                            <p:cond delay="0"/>
                                          </p:stCondLst>
                                        </p:cTn>
                                        <p:tgtEl>
                                          <p:spTgt spid="28"/>
                                        </p:tgtEl>
                                        <p:attrNameLst>
                                          <p:attrName>style.visibility</p:attrName>
                                        </p:attrNameLst>
                                      </p:cBhvr>
                                      <p:to>
                                        <p:strVal val="hidden"/>
                                      </p:to>
                                    </p:set>
                                  </p:childTnLst>
                                </p:cTn>
                              </p:par>
                              <p:par>
                                <p:cTn id="30" presetID="1" presetClass="exit" presetSubtype="0" fill="hold" nodeType="withEffect">
                                  <p:stCondLst>
                                    <p:cond delay="2833"/>
                                  </p:stCondLst>
                                  <p:childTnLst>
                                    <p:set>
                                      <p:cBhvr>
                                        <p:cTn id="31" dur="1" fill="hold">
                                          <p:stCondLst>
                                            <p:cond delay="0"/>
                                          </p:stCondLst>
                                        </p:cTn>
                                        <p:tgtEl>
                                          <p:spTgt spid="29"/>
                                        </p:tgtEl>
                                        <p:attrNameLst>
                                          <p:attrName>style.visibility</p:attrName>
                                        </p:attrNameLst>
                                      </p:cBhvr>
                                      <p:to>
                                        <p:strVal val="hidden"/>
                                      </p:to>
                                    </p:set>
                                  </p:childTnLst>
                                </p:cTn>
                              </p:par>
                              <p:par>
                                <p:cTn id="32" presetID="1" presetClass="exit" presetSubtype="0" fill="hold" nodeType="withEffect">
                                  <p:stCondLst>
                                    <p:cond delay="2970"/>
                                  </p:stCondLst>
                                  <p:childTnLst>
                                    <p:set>
                                      <p:cBhvr>
                                        <p:cTn id="33" dur="1" fill="hold">
                                          <p:stCondLst>
                                            <p:cond delay="0"/>
                                          </p:stCondLst>
                                        </p:cTn>
                                        <p:tgtEl>
                                          <p:spTgt spid="30"/>
                                        </p:tgtEl>
                                        <p:attrNameLst>
                                          <p:attrName>style.visibility</p:attrName>
                                        </p:attrNameLst>
                                      </p:cBhvr>
                                      <p:to>
                                        <p:strVal val="hidden"/>
                                      </p:to>
                                    </p:set>
                                  </p:childTnLst>
                                </p:cTn>
                              </p:par>
                              <p:par>
                                <p:cTn id="34" presetID="1" presetClass="exit" presetSubtype="0" fill="hold" nodeType="withEffect">
                                  <p:stCondLst>
                                    <p:cond delay="3107"/>
                                  </p:stCondLst>
                                  <p:childTnLst>
                                    <p:set>
                                      <p:cBhvr>
                                        <p:cTn id="35" dur="1" fill="hold">
                                          <p:stCondLst>
                                            <p:cond delay="0"/>
                                          </p:stCondLst>
                                        </p:cTn>
                                        <p:tgtEl>
                                          <p:spTgt spid="31"/>
                                        </p:tgtEl>
                                        <p:attrNameLst>
                                          <p:attrName>style.visibility</p:attrName>
                                        </p:attrNameLst>
                                      </p:cBhvr>
                                      <p:to>
                                        <p:strVal val="hidden"/>
                                      </p:to>
                                    </p:set>
                                  </p:childTnLst>
                                </p:cTn>
                              </p:par>
                              <p:par>
                                <p:cTn id="36" presetID="1" presetClass="exit" presetSubtype="0" fill="hold" nodeType="withEffect">
                                  <p:stCondLst>
                                    <p:cond delay="3243"/>
                                  </p:stCondLst>
                                  <p:childTnLst>
                                    <p:set>
                                      <p:cBhvr>
                                        <p:cTn id="37" dur="1" fill="hold">
                                          <p:stCondLst>
                                            <p:cond delay="0"/>
                                          </p:stCondLst>
                                        </p:cTn>
                                        <p:tgtEl>
                                          <p:spTgt spid="32"/>
                                        </p:tgtEl>
                                        <p:attrNameLst>
                                          <p:attrName>style.visibility</p:attrName>
                                        </p:attrNameLst>
                                      </p:cBhvr>
                                      <p:to>
                                        <p:strVal val="hidden"/>
                                      </p:to>
                                    </p:set>
                                  </p:childTnLst>
                                </p:cTn>
                              </p:par>
                              <p:par>
                                <p:cTn id="38" presetID="1" presetClass="exit" presetSubtype="0" fill="hold" nodeType="withEffect">
                                  <p:stCondLst>
                                    <p:cond delay="3380"/>
                                  </p:stCondLst>
                                  <p:childTnLst>
                                    <p:set>
                                      <p:cBhvr>
                                        <p:cTn id="39" dur="1" fill="hold">
                                          <p:stCondLst>
                                            <p:cond delay="0"/>
                                          </p:stCondLst>
                                        </p:cTn>
                                        <p:tgtEl>
                                          <p:spTgt spid="33"/>
                                        </p:tgtEl>
                                        <p:attrNameLst>
                                          <p:attrName>style.visibility</p:attrName>
                                        </p:attrNameLst>
                                      </p:cBhvr>
                                      <p:to>
                                        <p:strVal val="hidden"/>
                                      </p:to>
                                    </p:set>
                                  </p:childTnLst>
                                </p:cTn>
                              </p:par>
                              <p:par>
                                <p:cTn id="40" presetID="0" presetClass="path" presetSubtype="0" fill="hold" nodeType="withEffect">
                                  <p:stCondLst>
                                    <p:cond delay="900"/>
                                  </p:stCondLst>
                                  <p:childTnLst>
                                    <p:animMotion origin="layout" path="M 0 0 L 0.57001 0 E" pathEditMode="relative" ptsTypes="">
                                      <p:cBhvr>
                                        <p:cTn id="41" dur="2600" fill="hold"/>
                                        <p:tgtEl>
                                          <p:spTgt spid="34"/>
                                        </p:tgtEl>
                                        <p:attrNameLst>
                                          <p:attrName>ppt_x</p:attrName>
                                          <p:attrName>ppt_y</p:attrName>
                                        </p:attrNameLst>
                                      </p:cBhvr>
                                    </p:animMotion>
                                  </p:childTnLst>
                                </p:cTn>
                              </p:par>
                              <p:par>
                                <p:cTn id="42" presetID="0" presetClass="path" presetSubtype="0" fill="hold" nodeType="withEffect">
                                  <p:stCondLst>
                                    <p:cond delay="900"/>
                                  </p:stCondLst>
                                  <p:childTnLst>
                                    <p:animMotion origin="layout" path="M 0 0 L 0.57001 0 E" pathEditMode="relative" ptsTypes="">
                                      <p:cBhvr>
                                        <p:cTn id="43" dur="2600" fill="hold"/>
                                        <p:tgtEl>
                                          <p:spTgt spid="35"/>
                                        </p:tgtEl>
                                        <p:attrNameLst>
                                          <p:attrName>ppt_x</p:attrName>
                                          <p:attrName>ppt_y</p:attrName>
                                        </p:attrNameLst>
                                      </p:cBhvr>
                                    </p:animMotion>
                                  </p:childTnLst>
                                </p:cTn>
                              </p:par>
                              <p:par>
                                <p:cTn id="44" presetID="0" presetClass="path" presetSubtype="0" fill="hold" nodeType="withEffect">
                                  <p:stCondLst>
                                    <p:cond delay="900"/>
                                  </p:stCondLst>
                                  <p:childTnLst>
                                    <p:animMotion origin="layout" path="M 0 0 L 0.57001 0 E" pathEditMode="relative" ptsTypes="">
                                      <p:cBhvr>
                                        <p:cTn id="45" dur="2600" fill="hold"/>
                                        <p:tgtEl>
                                          <p:spTgt spid="36"/>
                                        </p:tgtEl>
                                        <p:attrNameLst>
                                          <p:attrName>ppt_x</p:attrName>
                                          <p:attrName>ppt_y</p:attrName>
                                        </p:attrNameLst>
                                      </p:cBhvr>
                                    </p:animMotion>
                                  </p:childTnLst>
                                </p:cTn>
                              </p:par>
                              <p:par>
                                <p:cTn id="46" presetID="0" presetClass="path" presetSubtype="0" fill="hold" nodeType="withEffect">
                                  <p:stCondLst>
                                    <p:cond delay="900"/>
                                  </p:stCondLst>
                                  <p:childTnLst>
                                    <p:animMotion origin="layout" path="M 0 0 L 0.57001 0 E" pathEditMode="relative" ptsTypes="">
                                      <p:cBhvr>
                                        <p:cTn id="47" dur="2600" fill="hold"/>
                                        <p:tgtEl>
                                          <p:spTgt spid="37"/>
                                        </p:tgtEl>
                                        <p:attrNameLst>
                                          <p:attrName>ppt_x</p:attrName>
                                          <p:attrName>ppt_y</p:attrName>
                                        </p:attrNameLst>
                                      </p:cBhvr>
                                    </p:animMotion>
                                  </p:childTnLst>
                                </p:cTn>
                              </p:par>
                              <p:par>
                                <p:cTn id="48" presetID="0" presetClass="path" presetSubtype="0" fill="hold" nodeType="withEffect">
                                  <p:stCondLst>
                                    <p:cond delay="900"/>
                                  </p:stCondLst>
                                  <p:childTnLst>
                                    <p:animMotion origin="layout" path="M 0 0 L 0.57001 0 E" pathEditMode="relative" ptsTypes="">
                                      <p:cBhvr>
                                        <p:cTn id="49" dur="2600" fill="hold"/>
                                        <p:tgtEl>
                                          <p:spTgt spid="38"/>
                                        </p:tgtEl>
                                        <p:attrNameLst>
                                          <p:attrName>ppt_x</p:attrName>
                                          <p:attrName>ppt_y</p:attrName>
                                        </p:attrNameLst>
                                      </p:cBhvr>
                                    </p:animMotion>
                                  </p:childTnLst>
                                </p:cTn>
                              </p:par>
                              <p:par>
                                <p:cTn id="50" presetID="1" presetClass="exit" presetSubtype="0" fill="hold" nodeType="withEffect">
                                  <p:stCondLst>
                                    <p:cond delay="900"/>
                                  </p:stCondLst>
                                  <p:childTnLst>
                                    <p:set>
                                      <p:cBhvr>
                                        <p:cTn id="51" dur="1" fill="hold">
                                          <p:stCondLst>
                                            <p:cond delay="0"/>
                                          </p:stCondLst>
                                        </p:cTn>
                                        <p:tgtEl>
                                          <p:spTgt spid="39"/>
                                        </p:tgtEl>
                                        <p:attrNameLst>
                                          <p:attrName>style.visibility</p:attrName>
                                        </p:attrNameLst>
                                      </p:cBhvr>
                                      <p:to>
                                        <p:strVal val="hidden"/>
                                      </p:to>
                                    </p:set>
                                  </p:childTnLst>
                                </p:cTn>
                              </p:par>
                              <p:par>
                                <p:cTn id="52" presetID="1" presetClass="exit" presetSubtype="0" fill="hold" nodeType="withEffect">
                                  <p:stCondLst>
                                    <p:cond delay="59"/>
                                  </p:stCondLst>
                                  <p:childTnLst>
                                    <p:set>
                                      <p:cBhvr>
                                        <p:cTn id="53" dur="1" fill="hold">
                                          <p:stCondLst>
                                            <p:cond delay="0"/>
                                          </p:stCondLst>
                                        </p:cTn>
                                        <p:tgtEl>
                                          <p:spTgt spid="40"/>
                                        </p:tgtEl>
                                        <p:attrNameLst>
                                          <p:attrName>style.visibility</p:attrName>
                                        </p:attrNameLst>
                                      </p:cBhvr>
                                      <p:to>
                                        <p:strVal val="hidden"/>
                                      </p:to>
                                    </p:set>
                                  </p:childTnLst>
                                </p:cTn>
                              </p:par>
                              <p:par>
                                <p:cTn id="54" presetID="1" presetClass="exit" presetSubtype="0" fill="hold" nodeType="withEffect">
                                  <p:stCondLst>
                                    <p:cond delay="357"/>
                                  </p:stCondLst>
                                  <p:childTnLst>
                                    <p:set>
                                      <p:cBhvr>
                                        <p:cTn id="55" dur="1" fill="hold">
                                          <p:stCondLst>
                                            <p:cond delay="0"/>
                                          </p:stCondLst>
                                        </p:cTn>
                                        <p:tgtEl>
                                          <p:spTgt spid="41"/>
                                        </p:tgtEl>
                                        <p:attrNameLst>
                                          <p:attrName>style.visibility</p:attrName>
                                        </p:attrNameLst>
                                      </p:cBhvr>
                                      <p:to>
                                        <p:strVal val="hidden"/>
                                      </p:to>
                                    </p:set>
                                  </p:childTnLst>
                                </p:cTn>
                              </p:par>
                              <p:par>
                                <p:cTn id="56" presetID="1" presetClass="exit" presetSubtype="0" fill="hold" nodeType="withEffect">
                                  <p:stCondLst>
                                    <p:cond delay="654"/>
                                  </p:stCondLst>
                                  <p:childTnLst>
                                    <p:set>
                                      <p:cBhvr>
                                        <p:cTn id="57" dur="1" fill="hold">
                                          <p:stCondLst>
                                            <p:cond delay="0"/>
                                          </p:stCondLst>
                                        </p:cTn>
                                        <p:tgtEl>
                                          <p:spTgt spid="42"/>
                                        </p:tgtEl>
                                        <p:attrNameLst>
                                          <p:attrName>style.visibility</p:attrName>
                                        </p:attrNameLst>
                                      </p:cBhvr>
                                      <p:to>
                                        <p:strVal val="hidden"/>
                                      </p:to>
                                    </p:set>
                                  </p:childTnLst>
                                </p:cTn>
                              </p:par>
                              <p:par>
                                <p:cTn id="58" presetID="0" presetClass="path" presetSubtype="0" fill="hold" nodeType="withEffect">
                                  <p:stCondLst>
                                    <p:cond delay="0"/>
                                  </p:stCondLst>
                                  <p:childTnLst>
                                    <p:animMotion origin="layout" path="M 0 0 L 0.05675 0 E" pathEditMode="relative" ptsTypes="">
                                      <p:cBhvr>
                                        <p:cTn id="59" dur="900" fill="hold"/>
                                        <p:tgtEl>
                                          <p:spTgt spid="50"/>
                                        </p:tgtEl>
                                        <p:attrNameLst>
                                          <p:attrName>ppt_x</p:attrName>
                                          <p:attrName>ppt_y</p:attrName>
                                        </p:attrNameLst>
                                      </p:cBhvr>
                                    </p:animMotion>
                                  </p:childTnLst>
                                </p:cTn>
                              </p:par>
                              <p:par>
                                <p:cTn id="60" presetID="0" presetClass="path" presetSubtype="0" fill="hold" nodeType="withEffect">
                                  <p:stCondLst>
                                    <p:cond delay="0"/>
                                  </p:stCondLst>
                                  <p:childTnLst>
                                    <p:animMotion origin="layout" path="M 0 0 L 0.05675 0 E" pathEditMode="relative" ptsTypes="">
                                      <p:cBhvr>
                                        <p:cTn id="61" dur="900" fill="hold"/>
                                        <p:tgtEl>
                                          <p:spTgt spid="5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o1" descr="LEVEL 5 → MARKET POWER INDEX">    </p:cNvPr>
          <p:cNvPicPr>
            <a:picLocks noChangeAspect="1"/>
          </p:cNvPicPr>
          <p:nvPr/>
        </p:nvPicPr>
        <p:blipFill>
          <a:blip r:embed="rId1"/>
          <a:stretch>
            <a:fillRect/>
          </a:stretch>
        </p:blipFill>
        <p:spPr>
          <a:xfrm>
            <a:off x="548640" y="411480"/>
            <a:ext cx="4096512" cy="146304"/>
          </a:xfrm>
          <a:prstGeom prst="rect">
            <a:avLst/>
          </a:prstGeom>
        </p:spPr>
      </p:pic>
      <p:pic>
        <p:nvPicPr>
          <p:cNvPr id="3" name="o2" descr="Nintendo, boss hors catégorie">    </p:cNvPr>
          <p:cNvPicPr>
            <a:picLocks noChangeAspect="1"/>
          </p:cNvPicPr>
          <p:nvPr/>
        </p:nvPicPr>
        <p:blipFill>
          <a:blip r:embed="rId2"/>
          <a:stretch>
            <a:fillRect/>
          </a:stretch>
        </p:blipFill>
        <p:spPr>
          <a:xfrm>
            <a:off x="548640" y="777240"/>
            <a:ext cx="7955280" cy="274320"/>
          </a:xfrm>
          <a:prstGeom prst="rect">
            <a:avLst/>
          </a:prstGeom>
        </p:spPr>
      </p:pic>
      <p:pic>
        <p:nvPicPr>
          <p:cNvPr id="4" name="o3" descr="melon">    </p:cNvPr>
          <p:cNvPicPr>
            <a:picLocks noChangeAspect="1"/>
          </p:cNvPicPr>
          <p:nvPr/>
        </p:nvPicPr>
        <p:blipFill>
          <a:blip r:embed="rId3"/>
          <a:stretch>
            <a:fillRect/>
          </a:stretch>
        </p:blipFill>
        <p:spPr>
          <a:xfrm>
            <a:off x="11073384" y="365760"/>
            <a:ext cx="566928" cy="566928"/>
          </a:xfrm>
          <a:prstGeom prst="rect">
            <a:avLst/>
          </a:prstGeom>
        </p:spPr>
      </p:pic>
      <p:sp>
        <p:nvSpPr>
          <p:cNvPr id="5" name="o4"/>
          <p:cNvSpPr/>
          <p:nvPr/>
        </p:nvSpPr>
        <p:spPr>
          <a:xfrm>
            <a:off x="9980676" y="6414516"/>
            <a:ext cx="64008" cy="64008"/>
          </a:xfrm>
          <a:prstGeom prst="rect">
            <a:avLst/>
          </a:prstGeom>
          <a:solidFill>
            <a:srgbClr val="FFB8AE"/>
          </a:solidFill>
          <a:ln/>
        </p:spPr>
      </p:sp>
      <p:sp>
        <p:nvSpPr>
          <p:cNvPr id="6" name="o5"/>
          <p:cNvSpPr/>
          <p:nvPr/>
        </p:nvSpPr>
        <p:spPr>
          <a:xfrm>
            <a:off x="10209276" y="6414516"/>
            <a:ext cx="64008" cy="64008"/>
          </a:xfrm>
          <a:prstGeom prst="rect">
            <a:avLst/>
          </a:prstGeom>
          <a:solidFill>
            <a:srgbClr val="FFB8AE"/>
          </a:solidFill>
          <a:ln/>
        </p:spPr>
      </p:sp>
      <p:sp>
        <p:nvSpPr>
          <p:cNvPr id="7" name="o6"/>
          <p:cNvSpPr/>
          <p:nvPr/>
        </p:nvSpPr>
        <p:spPr>
          <a:xfrm>
            <a:off x="10437876" y="6414516"/>
            <a:ext cx="64008" cy="64008"/>
          </a:xfrm>
          <a:prstGeom prst="rect">
            <a:avLst/>
          </a:prstGeom>
          <a:solidFill>
            <a:srgbClr val="FFB8AE"/>
          </a:solidFill>
          <a:ln/>
        </p:spPr>
      </p:sp>
      <p:sp>
        <p:nvSpPr>
          <p:cNvPr id="8" name="o7"/>
          <p:cNvSpPr/>
          <p:nvPr/>
        </p:nvSpPr>
        <p:spPr>
          <a:xfrm>
            <a:off x="10666476" y="6414516"/>
            <a:ext cx="64008" cy="64008"/>
          </a:xfrm>
          <a:prstGeom prst="rect">
            <a:avLst/>
          </a:prstGeom>
          <a:solidFill>
            <a:srgbClr val="FFB8AE"/>
          </a:solidFill>
          <a:ln/>
        </p:spPr>
      </p:sp>
      <p:sp>
        <p:nvSpPr>
          <p:cNvPr id="9" name="o8"/>
          <p:cNvSpPr/>
          <p:nvPr/>
        </p:nvSpPr>
        <p:spPr>
          <a:xfrm>
            <a:off x="10895076" y="6414516"/>
            <a:ext cx="64008" cy="64008"/>
          </a:xfrm>
          <a:prstGeom prst="rect">
            <a:avLst/>
          </a:prstGeom>
          <a:solidFill>
            <a:srgbClr val="FFB8AE"/>
          </a:solidFill>
          <a:ln/>
        </p:spPr>
      </p:sp>
      <p:sp>
        <p:nvSpPr>
          <p:cNvPr id="10" name="o9"/>
          <p:cNvSpPr/>
          <p:nvPr/>
        </p:nvSpPr>
        <p:spPr>
          <a:xfrm>
            <a:off x="11123676" y="6414516"/>
            <a:ext cx="64008" cy="64008"/>
          </a:xfrm>
          <a:prstGeom prst="rect">
            <a:avLst/>
          </a:prstGeom>
          <a:solidFill>
            <a:srgbClr val="FFB8AE"/>
          </a:solidFill>
          <a:ln/>
        </p:spPr>
      </p:sp>
      <p:pic>
        <p:nvPicPr>
          <p:cNvPr id="11" name="o10" descr="super pac-gomme">    </p:cNvPr>
          <p:cNvPicPr>
            <a:picLocks noChangeAspect="1"/>
          </p:cNvPicPr>
          <p:nvPr/>
        </p:nvPicPr>
        <p:blipFill>
          <a:blip r:embed="rId4"/>
          <a:stretch>
            <a:fillRect/>
          </a:stretch>
        </p:blipFill>
        <p:spPr>
          <a:xfrm>
            <a:off x="11448288" y="6355080"/>
            <a:ext cx="182880" cy="182880"/>
          </a:xfrm>
          <a:prstGeom prst="rect">
            <a:avLst/>
          </a:prstGeom>
        </p:spPr>
      </p:pic>
      <p:pic>
        <p:nvPicPr>
          <p:cNvPr id="12" name="o11" descr="Pac-Man : progression">    </p:cNvPr>
          <p:cNvPicPr>
            <a:picLocks noChangeAspect="1"/>
          </p:cNvPicPr>
          <p:nvPr/>
        </p:nvPicPr>
        <p:blipFill>
          <a:blip r:embed="rId5"/>
          <a:stretch>
            <a:fillRect/>
          </a:stretch>
        </p:blipFill>
        <p:spPr>
          <a:xfrm>
            <a:off x="9707880" y="6291072"/>
            <a:ext cx="310896" cy="310896"/>
          </a:xfrm>
          <a:prstGeom prst="rect">
            <a:avLst/>
          </a:prstGeom>
        </p:spPr>
      </p:pic>
      <p:pic>
        <p:nvPicPr>
          <p:cNvPr id="13" name="o12" descr="fantôme">    </p:cNvPr>
          <p:cNvPicPr>
            <a:picLocks noChangeAspect="1"/>
          </p:cNvPicPr>
          <p:nvPr/>
        </p:nvPicPr>
        <p:blipFill>
          <a:blip r:embed="rId6"/>
          <a:stretch>
            <a:fillRect/>
          </a:stretch>
        </p:blipFill>
        <p:spPr>
          <a:xfrm>
            <a:off x="9140952" y="6291072"/>
            <a:ext cx="310896" cy="310896"/>
          </a:xfrm>
          <a:prstGeom prst="rect">
            <a:avLst/>
          </a:prstGeom>
        </p:spPr>
      </p:pic>
      <p:graphicFrame>
        <p:nvGraphicFramePr>
          <p:cNvPr id="14" name="o13" descr=""/>
          <p:cNvGraphicFramePr/>
          <p:nvPr/>
        </p:nvGraphicFramePr>
        <p:xfrm>
          <a:off x="457200" y="1600200"/>
          <a:ext cx="6309360" cy="3840480"/>
        </p:xfrm>
        <a:graphic xmlns:a="http://schemas.openxmlformats.org/drawingml/2006/main">
          <a:graphicData uri="http://schemas.openxmlformats.org/drawingml/2006/chart">
            <c:chart xmlns:c="http://schemas.openxmlformats.org/drawingml/2006/chart" r:id="rId7"/>
          </a:graphicData>
        </a:graphic>
      </p:graphicFrame>
      <p:pic>
        <p:nvPicPr>
          <p:cNvPr id="15" name="o14" descr="trophée">    </p:cNvPr>
          <p:cNvPicPr>
            <a:picLocks noChangeAspect="1"/>
          </p:cNvPicPr>
          <p:nvPr/>
        </p:nvPicPr>
        <p:blipFill>
          <a:blip r:embed="rId8"/>
          <a:stretch>
            <a:fillRect/>
          </a:stretch>
        </p:blipFill>
        <p:spPr>
          <a:xfrm>
            <a:off x="548640" y="5559552"/>
            <a:ext cx="347472" cy="347472"/>
          </a:xfrm>
          <a:prstGeom prst="rect">
            <a:avLst/>
          </a:prstGeom>
        </p:spPr>
      </p:pic>
      <p:sp>
        <p:nvSpPr>
          <p:cNvPr id="16" name="o15"/>
          <p:cNvSpPr txBox="1"/>
          <p:nvPr/>
        </p:nvSpPr>
        <p:spPr>
          <a:xfrm>
            <a:off x="1051560" y="5486400"/>
            <a:ext cx="5760720" cy="5029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Le pouvoir de marché récompense le taux de succès, pas la taille du catalogue.</a:t>
            </a:r>
            <a:endParaRPr lang="en-US" sz="1400" dirty="0"/>
          </a:p>
        </p:txBody>
      </p:sp>
      <p:sp>
        <p:nvSpPr>
          <p:cNvPr id="17" name="o16"/>
          <p:cNvSpPr/>
          <p:nvPr/>
        </p:nvSpPr>
        <p:spPr>
          <a:xfrm>
            <a:off x="7086600" y="1645920"/>
            <a:ext cx="4553712" cy="4389120"/>
          </a:xfrm>
          <a:prstGeom prst="roundRect">
            <a:avLst>
              <a:gd name="adj" fmla="val 2917"/>
            </a:avLst>
          </a:prstGeom>
          <a:solidFill>
            <a:srgbClr val="000000"/>
          </a:solidFill>
          <a:ln w="28575">
            <a:solidFill>
              <a:srgbClr val="FFE600"/>
            </a:solidFill>
            <a:prstDash val="solid"/>
          </a:ln>
        </p:spPr>
      </p:sp>
      <p:sp>
        <p:nvSpPr>
          <p:cNvPr id="18" name="o17"/>
          <p:cNvSpPr/>
          <p:nvPr/>
        </p:nvSpPr>
        <p:spPr>
          <a:xfrm>
            <a:off x="7155180" y="1714500"/>
            <a:ext cx="4416552" cy="4251960"/>
          </a:xfrm>
          <a:prstGeom prst="roundRect">
            <a:avLst>
              <a:gd name="adj" fmla="val 1398"/>
            </a:avLst>
          </a:prstGeom>
          <a:ln w="12700">
            <a:solidFill>
              <a:srgbClr val="FFE600"/>
            </a:solidFill>
            <a:prstDash val="solid"/>
          </a:ln>
        </p:spPr>
      </p:sp>
      <p:pic>
        <p:nvPicPr>
          <p:cNvPr id="19" name="o18" descr="boss">    </p:cNvPr>
          <p:cNvPicPr>
            <a:picLocks noChangeAspect="1"/>
          </p:cNvPicPr>
          <p:nvPr/>
        </p:nvPicPr>
        <p:blipFill>
          <a:blip r:embed="rId9"/>
          <a:stretch>
            <a:fillRect/>
          </a:stretch>
        </p:blipFill>
        <p:spPr>
          <a:xfrm>
            <a:off x="7406640" y="1920240"/>
            <a:ext cx="502920" cy="502920"/>
          </a:xfrm>
          <a:prstGeom prst="rect">
            <a:avLst/>
          </a:prstGeom>
        </p:spPr>
      </p:pic>
      <p:pic>
        <p:nvPicPr>
          <p:cNvPr id="20" name="o19" descr="BOSS : NINTENDO">    </p:cNvPr>
          <p:cNvPicPr>
            <a:picLocks noChangeAspect="1"/>
          </p:cNvPicPr>
          <p:nvPr/>
        </p:nvPicPr>
        <p:blipFill>
          <a:blip r:embed="rId10"/>
          <a:stretch>
            <a:fillRect/>
          </a:stretch>
        </p:blipFill>
        <p:spPr>
          <a:xfrm>
            <a:off x="8092440" y="2057400"/>
            <a:ext cx="2471166" cy="164592"/>
          </a:xfrm>
          <a:prstGeom prst="rect">
            <a:avLst/>
          </a:prstGeom>
        </p:spPr>
      </p:pic>
      <p:pic>
        <p:nvPicPr>
          <p:cNvPr id="21" name="o20" descr="95,5">    </p:cNvPr>
          <p:cNvPicPr>
            <a:picLocks noChangeAspect="1"/>
          </p:cNvPicPr>
          <p:nvPr/>
        </p:nvPicPr>
        <p:blipFill>
          <a:blip r:embed="rId11"/>
          <a:stretch>
            <a:fillRect/>
          </a:stretch>
        </p:blipFill>
        <p:spPr>
          <a:xfrm>
            <a:off x="7406640" y="2651760"/>
            <a:ext cx="1828800" cy="457200"/>
          </a:xfrm>
          <a:prstGeom prst="rect">
            <a:avLst/>
          </a:prstGeom>
        </p:spPr>
      </p:pic>
      <p:sp>
        <p:nvSpPr>
          <p:cNvPr id="22" name="o21"/>
          <p:cNvSpPr txBox="1"/>
          <p:nvPr/>
        </p:nvSpPr>
        <p:spPr>
          <a:xfrm>
            <a:off x="9372600" y="2651760"/>
            <a:ext cx="1097280" cy="457200"/>
          </a:xfrm>
          <a:prstGeom prst="rect">
            <a:avLst/>
          </a:prstGeom>
          <a:noFill/>
          <a:ln/>
        </p:spPr>
        <p:txBody>
          <a:bodyPr wrap="square" lIns="0" tIns="0" rIns="0" bIns="0" rtlCol="0" anchor="b"/>
          <a:lstStyle/>
          <a:p>
            <a:pPr indent="0" marL="0">
              <a:buNone/>
            </a:pPr>
            <a:r>
              <a:rPr lang="en-US" sz="2000" dirty="0">
                <a:solidFill>
                  <a:srgbClr val="C4C4E4"/>
                </a:solidFill>
                <a:latin typeface="Arial" pitchFamily="34" charset="0"/>
                <a:ea typeface="Arial" pitchFamily="34" charset="-122"/>
                <a:cs typeface="Arial" pitchFamily="34" charset="-120"/>
              </a:rPr>
              <a:t>/100</a:t>
            </a:r>
            <a:endParaRPr lang="en-US" sz="2000" dirty="0"/>
          </a:p>
        </p:txBody>
      </p:sp>
      <p:sp>
        <p:nvSpPr>
          <p:cNvPr id="23" name="o22"/>
          <p:cNvSpPr txBox="1"/>
          <p:nvPr/>
        </p:nvSpPr>
        <p:spPr>
          <a:xfrm>
            <a:off x="7406640" y="3474720"/>
            <a:ext cx="1874520" cy="274320"/>
          </a:xfrm>
          <a:prstGeom prst="rect">
            <a:avLst/>
          </a:prstGeom>
          <a:noFill/>
          <a:ln/>
        </p:spPr>
        <p:txBody>
          <a:bodyPr wrap="square" lIns="0" tIns="0" rIns="0" bIns="0" rtlCol="0" anchor="ctr"/>
          <a:lstStyle/>
          <a:p>
            <a:pPr indent="0" marL="0">
              <a:buNone/>
            </a:pPr>
            <a:r>
              <a:rPr lang="en-US" sz="1300" dirty="0">
                <a:solidFill>
                  <a:srgbClr val="C4C4E4"/>
                </a:solidFill>
                <a:latin typeface="Arial" pitchFamily="34" charset="0"/>
                <a:ea typeface="Arial" pitchFamily="34" charset="-122"/>
                <a:cs typeface="Arial" pitchFamily="34" charset="-120"/>
              </a:rPr>
              <a:t>Part de marché</a:t>
            </a:r>
            <a:endParaRPr lang="en-US" sz="1300" dirty="0"/>
          </a:p>
        </p:txBody>
      </p:sp>
      <p:sp>
        <p:nvSpPr>
          <p:cNvPr id="24" name="o23"/>
          <p:cNvSpPr/>
          <p:nvPr/>
        </p:nvSpPr>
        <p:spPr>
          <a:xfrm>
            <a:off x="9281160" y="3538728"/>
            <a:ext cx="68580" cy="146304"/>
          </a:xfrm>
          <a:prstGeom prst="rect">
            <a:avLst/>
          </a:prstGeom>
          <a:solidFill>
            <a:srgbClr val="FFE600"/>
          </a:solidFill>
          <a:ln/>
        </p:spPr>
      </p:sp>
      <p:sp>
        <p:nvSpPr>
          <p:cNvPr id="25" name="o24"/>
          <p:cNvSpPr/>
          <p:nvPr/>
        </p:nvSpPr>
        <p:spPr>
          <a:xfrm>
            <a:off x="9371686" y="3538728"/>
            <a:ext cx="68580" cy="146304"/>
          </a:xfrm>
          <a:prstGeom prst="rect">
            <a:avLst/>
          </a:prstGeom>
          <a:solidFill>
            <a:srgbClr val="FFE600"/>
          </a:solidFill>
          <a:ln/>
        </p:spPr>
      </p:sp>
      <p:sp>
        <p:nvSpPr>
          <p:cNvPr id="26" name="o25"/>
          <p:cNvSpPr/>
          <p:nvPr/>
        </p:nvSpPr>
        <p:spPr>
          <a:xfrm>
            <a:off x="9462211" y="3538728"/>
            <a:ext cx="68580" cy="146304"/>
          </a:xfrm>
          <a:prstGeom prst="rect">
            <a:avLst/>
          </a:prstGeom>
          <a:solidFill>
            <a:srgbClr val="FFE600"/>
          </a:solidFill>
          <a:ln/>
        </p:spPr>
      </p:sp>
      <p:sp>
        <p:nvSpPr>
          <p:cNvPr id="27" name="o26"/>
          <p:cNvSpPr/>
          <p:nvPr/>
        </p:nvSpPr>
        <p:spPr>
          <a:xfrm>
            <a:off x="9552737" y="3538728"/>
            <a:ext cx="68580" cy="146304"/>
          </a:xfrm>
          <a:prstGeom prst="rect">
            <a:avLst/>
          </a:prstGeom>
          <a:solidFill>
            <a:srgbClr val="FFE600"/>
          </a:solidFill>
          <a:ln/>
        </p:spPr>
      </p:sp>
      <p:sp>
        <p:nvSpPr>
          <p:cNvPr id="28" name="o27"/>
          <p:cNvSpPr/>
          <p:nvPr/>
        </p:nvSpPr>
        <p:spPr>
          <a:xfrm>
            <a:off x="9643262" y="3538728"/>
            <a:ext cx="68580" cy="146304"/>
          </a:xfrm>
          <a:prstGeom prst="rect">
            <a:avLst/>
          </a:prstGeom>
          <a:solidFill>
            <a:srgbClr val="FFE600"/>
          </a:solidFill>
          <a:ln/>
        </p:spPr>
      </p:sp>
      <p:sp>
        <p:nvSpPr>
          <p:cNvPr id="29" name="o28"/>
          <p:cNvSpPr/>
          <p:nvPr/>
        </p:nvSpPr>
        <p:spPr>
          <a:xfrm>
            <a:off x="9733788" y="3538728"/>
            <a:ext cx="68580" cy="146304"/>
          </a:xfrm>
          <a:prstGeom prst="rect">
            <a:avLst/>
          </a:prstGeom>
          <a:solidFill>
            <a:srgbClr val="FFE600"/>
          </a:solidFill>
          <a:ln/>
        </p:spPr>
      </p:sp>
      <p:sp>
        <p:nvSpPr>
          <p:cNvPr id="30" name="o29"/>
          <p:cNvSpPr/>
          <p:nvPr/>
        </p:nvSpPr>
        <p:spPr>
          <a:xfrm>
            <a:off x="9824314" y="3538728"/>
            <a:ext cx="68580" cy="146304"/>
          </a:xfrm>
          <a:prstGeom prst="rect">
            <a:avLst/>
          </a:prstGeom>
          <a:solidFill>
            <a:srgbClr val="FFE600"/>
          </a:solidFill>
          <a:ln/>
        </p:spPr>
      </p:sp>
      <p:sp>
        <p:nvSpPr>
          <p:cNvPr id="31" name="o30"/>
          <p:cNvSpPr/>
          <p:nvPr/>
        </p:nvSpPr>
        <p:spPr>
          <a:xfrm>
            <a:off x="9914839" y="3538728"/>
            <a:ext cx="68580" cy="146304"/>
          </a:xfrm>
          <a:prstGeom prst="rect">
            <a:avLst/>
          </a:prstGeom>
          <a:solidFill>
            <a:srgbClr val="FFE600"/>
          </a:solidFill>
          <a:ln/>
        </p:spPr>
      </p:sp>
      <p:sp>
        <p:nvSpPr>
          <p:cNvPr id="32" name="o31"/>
          <p:cNvSpPr/>
          <p:nvPr/>
        </p:nvSpPr>
        <p:spPr>
          <a:xfrm>
            <a:off x="10005365" y="3538728"/>
            <a:ext cx="68580" cy="146304"/>
          </a:xfrm>
          <a:prstGeom prst="rect">
            <a:avLst/>
          </a:prstGeom>
          <a:solidFill>
            <a:srgbClr val="FFE600"/>
          </a:solidFill>
          <a:ln/>
        </p:spPr>
      </p:sp>
      <p:sp>
        <p:nvSpPr>
          <p:cNvPr id="33" name="o32"/>
          <p:cNvSpPr/>
          <p:nvPr/>
        </p:nvSpPr>
        <p:spPr>
          <a:xfrm>
            <a:off x="10095890" y="3538728"/>
            <a:ext cx="68580" cy="146304"/>
          </a:xfrm>
          <a:prstGeom prst="rect">
            <a:avLst/>
          </a:prstGeom>
          <a:solidFill>
            <a:srgbClr val="FFE600"/>
          </a:solidFill>
          <a:ln/>
        </p:spPr>
      </p:sp>
      <p:sp>
        <p:nvSpPr>
          <p:cNvPr id="34" name="o33"/>
          <p:cNvSpPr/>
          <p:nvPr/>
        </p:nvSpPr>
        <p:spPr>
          <a:xfrm>
            <a:off x="10186416" y="3538728"/>
            <a:ext cx="68580" cy="146304"/>
          </a:xfrm>
          <a:prstGeom prst="rect">
            <a:avLst/>
          </a:prstGeom>
          <a:solidFill>
            <a:srgbClr val="FFE600"/>
          </a:solidFill>
          <a:ln/>
        </p:spPr>
      </p:sp>
      <p:sp>
        <p:nvSpPr>
          <p:cNvPr id="35" name="o34"/>
          <p:cNvSpPr/>
          <p:nvPr/>
        </p:nvSpPr>
        <p:spPr>
          <a:xfrm>
            <a:off x="10276942" y="3538728"/>
            <a:ext cx="68580" cy="146304"/>
          </a:xfrm>
          <a:prstGeom prst="rect">
            <a:avLst/>
          </a:prstGeom>
          <a:solidFill>
            <a:srgbClr val="FFE600"/>
          </a:solidFill>
          <a:ln/>
        </p:spPr>
      </p:sp>
      <p:sp>
        <p:nvSpPr>
          <p:cNvPr id="36" name="o35"/>
          <p:cNvSpPr/>
          <p:nvPr/>
        </p:nvSpPr>
        <p:spPr>
          <a:xfrm>
            <a:off x="10367467" y="3538728"/>
            <a:ext cx="68580" cy="146304"/>
          </a:xfrm>
          <a:prstGeom prst="rect">
            <a:avLst/>
          </a:prstGeom>
          <a:solidFill>
            <a:srgbClr val="FFE600"/>
          </a:solidFill>
          <a:ln/>
        </p:spPr>
      </p:sp>
      <p:sp>
        <p:nvSpPr>
          <p:cNvPr id="37" name="o36"/>
          <p:cNvSpPr/>
          <p:nvPr/>
        </p:nvSpPr>
        <p:spPr>
          <a:xfrm>
            <a:off x="10457993" y="3538728"/>
            <a:ext cx="68580" cy="146304"/>
          </a:xfrm>
          <a:prstGeom prst="rect">
            <a:avLst/>
          </a:prstGeom>
          <a:solidFill>
            <a:srgbClr val="FFE600"/>
          </a:solidFill>
          <a:ln/>
        </p:spPr>
      </p:sp>
      <p:sp>
        <p:nvSpPr>
          <p:cNvPr id="38" name="o37"/>
          <p:cNvSpPr/>
          <p:nvPr/>
        </p:nvSpPr>
        <p:spPr>
          <a:xfrm>
            <a:off x="10548518" y="3538728"/>
            <a:ext cx="68580" cy="146304"/>
          </a:xfrm>
          <a:prstGeom prst="rect">
            <a:avLst/>
          </a:prstGeom>
          <a:solidFill>
            <a:srgbClr val="FFE600"/>
          </a:solidFill>
          <a:ln/>
        </p:spPr>
      </p:sp>
      <p:sp>
        <p:nvSpPr>
          <p:cNvPr id="39" name="o38"/>
          <p:cNvSpPr/>
          <p:nvPr/>
        </p:nvSpPr>
        <p:spPr>
          <a:xfrm>
            <a:off x="10639044" y="3538728"/>
            <a:ext cx="68580" cy="146304"/>
          </a:xfrm>
          <a:prstGeom prst="rect">
            <a:avLst/>
          </a:prstGeom>
          <a:solidFill>
            <a:srgbClr val="FFE600"/>
          </a:solidFill>
          <a:ln/>
        </p:spPr>
      </p:sp>
      <p:sp>
        <p:nvSpPr>
          <p:cNvPr id="40" name="o39"/>
          <p:cNvSpPr/>
          <p:nvPr/>
        </p:nvSpPr>
        <p:spPr>
          <a:xfrm>
            <a:off x="10729570" y="3538728"/>
            <a:ext cx="68580" cy="146304"/>
          </a:xfrm>
          <a:prstGeom prst="rect">
            <a:avLst/>
          </a:prstGeom>
          <a:solidFill>
            <a:srgbClr val="FFE600"/>
          </a:solidFill>
          <a:ln/>
        </p:spPr>
      </p:sp>
      <p:sp>
        <p:nvSpPr>
          <p:cNvPr id="41" name="o40"/>
          <p:cNvSpPr/>
          <p:nvPr/>
        </p:nvSpPr>
        <p:spPr>
          <a:xfrm>
            <a:off x="10820095" y="3538728"/>
            <a:ext cx="68580" cy="146304"/>
          </a:xfrm>
          <a:prstGeom prst="rect">
            <a:avLst/>
          </a:prstGeom>
          <a:solidFill>
            <a:srgbClr val="FFE600"/>
          </a:solidFill>
          <a:ln/>
        </p:spPr>
      </p:sp>
      <p:sp>
        <p:nvSpPr>
          <p:cNvPr id="42" name="o41"/>
          <p:cNvSpPr/>
          <p:nvPr/>
        </p:nvSpPr>
        <p:spPr>
          <a:xfrm>
            <a:off x="10910621" y="3538728"/>
            <a:ext cx="68580" cy="146304"/>
          </a:xfrm>
          <a:prstGeom prst="rect">
            <a:avLst/>
          </a:prstGeom>
          <a:solidFill>
            <a:srgbClr val="FFE600"/>
          </a:solidFill>
          <a:ln/>
        </p:spPr>
      </p:sp>
      <p:sp>
        <p:nvSpPr>
          <p:cNvPr id="43" name="o42"/>
          <p:cNvSpPr/>
          <p:nvPr/>
        </p:nvSpPr>
        <p:spPr>
          <a:xfrm>
            <a:off x="11001146" y="3538728"/>
            <a:ext cx="68580" cy="146304"/>
          </a:xfrm>
          <a:prstGeom prst="rect">
            <a:avLst/>
          </a:prstGeom>
          <a:solidFill>
            <a:srgbClr val="FFE600"/>
          </a:solidFill>
          <a:ln/>
        </p:spPr>
      </p:sp>
      <p:sp>
        <p:nvSpPr>
          <p:cNvPr id="44" name="o43"/>
          <p:cNvSpPr txBox="1"/>
          <p:nvPr/>
        </p:nvSpPr>
        <p:spPr>
          <a:xfrm>
            <a:off x="11164824" y="3474720"/>
            <a:ext cx="41148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100</a:t>
            </a:r>
            <a:endParaRPr lang="en-US" sz="1300" dirty="0"/>
          </a:p>
        </p:txBody>
      </p:sp>
      <p:sp>
        <p:nvSpPr>
          <p:cNvPr id="45" name="o44"/>
          <p:cNvSpPr txBox="1"/>
          <p:nvPr/>
        </p:nvSpPr>
        <p:spPr>
          <a:xfrm>
            <a:off x="7406640" y="3904488"/>
            <a:ext cx="1874520" cy="274320"/>
          </a:xfrm>
          <a:prstGeom prst="rect">
            <a:avLst/>
          </a:prstGeom>
          <a:noFill/>
          <a:ln/>
        </p:spPr>
        <p:txBody>
          <a:bodyPr wrap="square" lIns="0" tIns="0" rIns="0" bIns="0" rtlCol="0" anchor="ctr"/>
          <a:lstStyle/>
          <a:p>
            <a:pPr indent="0" marL="0">
              <a:buNone/>
            </a:pPr>
            <a:r>
              <a:rPr lang="en-US" sz="1300" dirty="0">
                <a:solidFill>
                  <a:srgbClr val="C4C4E4"/>
                </a:solidFill>
                <a:latin typeface="Arial" pitchFamily="34" charset="0"/>
                <a:ea typeface="Arial" pitchFamily="34" charset="-122"/>
                <a:cs typeface="Arial" pitchFamily="34" charset="-120"/>
              </a:rPr>
              <a:t>Leadership (&gt; 30 %)</a:t>
            </a:r>
            <a:endParaRPr lang="en-US" sz="1300" dirty="0"/>
          </a:p>
        </p:txBody>
      </p:sp>
      <p:sp>
        <p:nvSpPr>
          <p:cNvPr id="46" name="o45"/>
          <p:cNvSpPr/>
          <p:nvPr/>
        </p:nvSpPr>
        <p:spPr>
          <a:xfrm>
            <a:off x="9281160" y="3968496"/>
            <a:ext cx="68580" cy="146304"/>
          </a:xfrm>
          <a:prstGeom prst="rect">
            <a:avLst/>
          </a:prstGeom>
          <a:solidFill>
            <a:srgbClr val="FFE600"/>
          </a:solidFill>
          <a:ln/>
        </p:spPr>
      </p:sp>
      <p:sp>
        <p:nvSpPr>
          <p:cNvPr id="47" name="o46"/>
          <p:cNvSpPr/>
          <p:nvPr/>
        </p:nvSpPr>
        <p:spPr>
          <a:xfrm>
            <a:off x="9371686" y="3968496"/>
            <a:ext cx="68580" cy="146304"/>
          </a:xfrm>
          <a:prstGeom prst="rect">
            <a:avLst/>
          </a:prstGeom>
          <a:solidFill>
            <a:srgbClr val="FFE600"/>
          </a:solidFill>
          <a:ln/>
        </p:spPr>
      </p:sp>
      <p:sp>
        <p:nvSpPr>
          <p:cNvPr id="48" name="o47"/>
          <p:cNvSpPr/>
          <p:nvPr/>
        </p:nvSpPr>
        <p:spPr>
          <a:xfrm>
            <a:off x="9462211" y="3968496"/>
            <a:ext cx="68580" cy="146304"/>
          </a:xfrm>
          <a:prstGeom prst="rect">
            <a:avLst/>
          </a:prstGeom>
          <a:solidFill>
            <a:srgbClr val="FFE600"/>
          </a:solidFill>
          <a:ln/>
        </p:spPr>
      </p:sp>
      <p:sp>
        <p:nvSpPr>
          <p:cNvPr id="49" name="o48"/>
          <p:cNvSpPr/>
          <p:nvPr/>
        </p:nvSpPr>
        <p:spPr>
          <a:xfrm>
            <a:off x="9552737" y="3968496"/>
            <a:ext cx="68580" cy="146304"/>
          </a:xfrm>
          <a:prstGeom prst="rect">
            <a:avLst/>
          </a:prstGeom>
          <a:solidFill>
            <a:srgbClr val="FFE600"/>
          </a:solidFill>
          <a:ln/>
        </p:spPr>
      </p:sp>
      <p:sp>
        <p:nvSpPr>
          <p:cNvPr id="50" name="o49"/>
          <p:cNvSpPr/>
          <p:nvPr/>
        </p:nvSpPr>
        <p:spPr>
          <a:xfrm>
            <a:off x="9643262" y="3968496"/>
            <a:ext cx="68580" cy="146304"/>
          </a:xfrm>
          <a:prstGeom prst="rect">
            <a:avLst/>
          </a:prstGeom>
          <a:solidFill>
            <a:srgbClr val="FFE600"/>
          </a:solidFill>
          <a:ln/>
        </p:spPr>
      </p:sp>
      <p:sp>
        <p:nvSpPr>
          <p:cNvPr id="51" name="o50"/>
          <p:cNvSpPr/>
          <p:nvPr/>
        </p:nvSpPr>
        <p:spPr>
          <a:xfrm>
            <a:off x="9733788" y="3968496"/>
            <a:ext cx="68580" cy="146304"/>
          </a:xfrm>
          <a:prstGeom prst="rect">
            <a:avLst/>
          </a:prstGeom>
          <a:solidFill>
            <a:srgbClr val="FFE600"/>
          </a:solidFill>
          <a:ln/>
        </p:spPr>
      </p:sp>
      <p:sp>
        <p:nvSpPr>
          <p:cNvPr id="52" name="o51"/>
          <p:cNvSpPr/>
          <p:nvPr/>
        </p:nvSpPr>
        <p:spPr>
          <a:xfrm>
            <a:off x="9824314" y="3968496"/>
            <a:ext cx="68580" cy="146304"/>
          </a:xfrm>
          <a:prstGeom prst="rect">
            <a:avLst/>
          </a:prstGeom>
          <a:solidFill>
            <a:srgbClr val="FFE600"/>
          </a:solidFill>
          <a:ln/>
        </p:spPr>
      </p:sp>
      <p:sp>
        <p:nvSpPr>
          <p:cNvPr id="53" name="o52"/>
          <p:cNvSpPr/>
          <p:nvPr/>
        </p:nvSpPr>
        <p:spPr>
          <a:xfrm>
            <a:off x="9914839" y="3968496"/>
            <a:ext cx="68580" cy="146304"/>
          </a:xfrm>
          <a:prstGeom prst="rect">
            <a:avLst/>
          </a:prstGeom>
          <a:solidFill>
            <a:srgbClr val="FFE600"/>
          </a:solidFill>
          <a:ln/>
        </p:spPr>
      </p:sp>
      <p:sp>
        <p:nvSpPr>
          <p:cNvPr id="54" name="o53"/>
          <p:cNvSpPr/>
          <p:nvPr/>
        </p:nvSpPr>
        <p:spPr>
          <a:xfrm>
            <a:off x="10005365" y="3968496"/>
            <a:ext cx="68580" cy="146304"/>
          </a:xfrm>
          <a:prstGeom prst="rect">
            <a:avLst/>
          </a:prstGeom>
          <a:solidFill>
            <a:srgbClr val="FFE600"/>
          </a:solidFill>
          <a:ln/>
        </p:spPr>
      </p:sp>
      <p:sp>
        <p:nvSpPr>
          <p:cNvPr id="55" name="o54"/>
          <p:cNvSpPr/>
          <p:nvPr/>
        </p:nvSpPr>
        <p:spPr>
          <a:xfrm>
            <a:off x="10095890" y="3968496"/>
            <a:ext cx="68580" cy="146304"/>
          </a:xfrm>
          <a:prstGeom prst="rect">
            <a:avLst/>
          </a:prstGeom>
          <a:solidFill>
            <a:srgbClr val="FFE600"/>
          </a:solidFill>
          <a:ln/>
        </p:spPr>
      </p:sp>
      <p:sp>
        <p:nvSpPr>
          <p:cNvPr id="56" name="o55"/>
          <p:cNvSpPr/>
          <p:nvPr/>
        </p:nvSpPr>
        <p:spPr>
          <a:xfrm>
            <a:off x="10186416" y="3968496"/>
            <a:ext cx="68580" cy="146304"/>
          </a:xfrm>
          <a:prstGeom prst="rect">
            <a:avLst/>
          </a:prstGeom>
          <a:solidFill>
            <a:srgbClr val="FFE600"/>
          </a:solidFill>
          <a:ln/>
        </p:spPr>
      </p:sp>
      <p:sp>
        <p:nvSpPr>
          <p:cNvPr id="57" name="o56"/>
          <p:cNvSpPr/>
          <p:nvPr/>
        </p:nvSpPr>
        <p:spPr>
          <a:xfrm>
            <a:off x="10276942" y="3968496"/>
            <a:ext cx="68580" cy="146304"/>
          </a:xfrm>
          <a:prstGeom prst="rect">
            <a:avLst/>
          </a:prstGeom>
          <a:solidFill>
            <a:srgbClr val="FFE600"/>
          </a:solidFill>
          <a:ln/>
        </p:spPr>
      </p:sp>
      <p:sp>
        <p:nvSpPr>
          <p:cNvPr id="58" name="o57"/>
          <p:cNvSpPr/>
          <p:nvPr/>
        </p:nvSpPr>
        <p:spPr>
          <a:xfrm>
            <a:off x="10367467" y="3968496"/>
            <a:ext cx="68580" cy="146304"/>
          </a:xfrm>
          <a:prstGeom prst="rect">
            <a:avLst/>
          </a:prstGeom>
          <a:solidFill>
            <a:srgbClr val="FFE600"/>
          </a:solidFill>
          <a:ln/>
        </p:spPr>
      </p:sp>
      <p:sp>
        <p:nvSpPr>
          <p:cNvPr id="59" name="o58"/>
          <p:cNvSpPr/>
          <p:nvPr/>
        </p:nvSpPr>
        <p:spPr>
          <a:xfrm>
            <a:off x="10457993" y="3968496"/>
            <a:ext cx="68580" cy="146304"/>
          </a:xfrm>
          <a:prstGeom prst="rect">
            <a:avLst/>
          </a:prstGeom>
          <a:solidFill>
            <a:srgbClr val="FFE600"/>
          </a:solidFill>
          <a:ln/>
        </p:spPr>
      </p:sp>
      <p:sp>
        <p:nvSpPr>
          <p:cNvPr id="60" name="o59"/>
          <p:cNvSpPr/>
          <p:nvPr/>
        </p:nvSpPr>
        <p:spPr>
          <a:xfrm>
            <a:off x="10548518" y="3968496"/>
            <a:ext cx="68580" cy="146304"/>
          </a:xfrm>
          <a:prstGeom prst="rect">
            <a:avLst/>
          </a:prstGeom>
          <a:solidFill>
            <a:srgbClr val="FFE600"/>
          </a:solidFill>
          <a:ln/>
        </p:spPr>
      </p:sp>
      <p:sp>
        <p:nvSpPr>
          <p:cNvPr id="61" name="o60"/>
          <p:cNvSpPr/>
          <p:nvPr/>
        </p:nvSpPr>
        <p:spPr>
          <a:xfrm>
            <a:off x="10639044" y="3968496"/>
            <a:ext cx="68580" cy="146304"/>
          </a:xfrm>
          <a:prstGeom prst="rect">
            <a:avLst/>
          </a:prstGeom>
          <a:solidFill>
            <a:srgbClr val="FFE600"/>
          </a:solidFill>
          <a:ln/>
        </p:spPr>
      </p:sp>
      <p:sp>
        <p:nvSpPr>
          <p:cNvPr id="62" name="o61"/>
          <p:cNvSpPr/>
          <p:nvPr/>
        </p:nvSpPr>
        <p:spPr>
          <a:xfrm>
            <a:off x="10729570" y="3968496"/>
            <a:ext cx="68580" cy="146304"/>
          </a:xfrm>
          <a:prstGeom prst="rect">
            <a:avLst/>
          </a:prstGeom>
          <a:solidFill>
            <a:srgbClr val="FFE600"/>
          </a:solidFill>
          <a:ln/>
        </p:spPr>
      </p:sp>
      <p:sp>
        <p:nvSpPr>
          <p:cNvPr id="63" name="o62"/>
          <p:cNvSpPr/>
          <p:nvPr/>
        </p:nvSpPr>
        <p:spPr>
          <a:xfrm>
            <a:off x="10820095" y="3968496"/>
            <a:ext cx="68580" cy="146304"/>
          </a:xfrm>
          <a:prstGeom prst="rect">
            <a:avLst/>
          </a:prstGeom>
          <a:solidFill>
            <a:srgbClr val="FFE600"/>
          </a:solidFill>
          <a:ln/>
        </p:spPr>
      </p:sp>
      <p:sp>
        <p:nvSpPr>
          <p:cNvPr id="64" name="o63"/>
          <p:cNvSpPr/>
          <p:nvPr/>
        </p:nvSpPr>
        <p:spPr>
          <a:xfrm>
            <a:off x="10910621" y="3968496"/>
            <a:ext cx="68580" cy="146304"/>
          </a:xfrm>
          <a:prstGeom prst="rect">
            <a:avLst/>
          </a:prstGeom>
          <a:solidFill>
            <a:srgbClr val="FFE600"/>
          </a:solidFill>
          <a:ln/>
        </p:spPr>
      </p:sp>
      <p:sp>
        <p:nvSpPr>
          <p:cNvPr id="65" name="o64"/>
          <p:cNvSpPr/>
          <p:nvPr/>
        </p:nvSpPr>
        <p:spPr>
          <a:xfrm>
            <a:off x="11001146" y="3968496"/>
            <a:ext cx="68580" cy="146304"/>
          </a:xfrm>
          <a:prstGeom prst="rect">
            <a:avLst/>
          </a:prstGeom>
          <a:solidFill>
            <a:srgbClr val="FFE600"/>
          </a:solidFill>
          <a:ln/>
        </p:spPr>
      </p:sp>
      <p:sp>
        <p:nvSpPr>
          <p:cNvPr id="66" name="o65"/>
          <p:cNvSpPr txBox="1"/>
          <p:nvPr/>
        </p:nvSpPr>
        <p:spPr>
          <a:xfrm>
            <a:off x="11164824" y="3904488"/>
            <a:ext cx="41148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100</a:t>
            </a:r>
            <a:endParaRPr lang="en-US" sz="1300" dirty="0"/>
          </a:p>
        </p:txBody>
      </p:sp>
      <p:sp>
        <p:nvSpPr>
          <p:cNvPr id="67" name="o66"/>
          <p:cNvSpPr txBox="1"/>
          <p:nvPr/>
        </p:nvSpPr>
        <p:spPr>
          <a:xfrm>
            <a:off x="7406640" y="4334256"/>
            <a:ext cx="1874520" cy="274320"/>
          </a:xfrm>
          <a:prstGeom prst="rect">
            <a:avLst/>
          </a:prstGeom>
          <a:noFill/>
          <a:ln/>
        </p:spPr>
        <p:txBody>
          <a:bodyPr wrap="square" lIns="0" tIns="0" rIns="0" bIns="0" rtlCol="0" anchor="ctr"/>
          <a:lstStyle/>
          <a:p>
            <a:pPr indent="0" marL="0">
              <a:buNone/>
            </a:pPr>
            <a:r>
              <a:rPr lang="en-US" sz="1300" dirty="0">
                <a:solidFill>
                  <a:srgbClr val="C4C4E4"/>
                </a:solidFill>
                <a:latin typeface="Arial" pitchFamily="34" charset="0"/>
                <a:ea typeface="Arial" pitchFamily="34" charset="-122"/>
                <a:cs typeface="Arial" pitchFamily="34" charset="-120"/>
              </a:rPr>
              <a:t>Diversité des genres</a:t>
            </a:r>
            <a:endParaRPr lang="en-US" sz="1300" dirty="0"/>
          </a:p>
        </p:txBody>
      </p:sp>
      <p:sp>
        <p:nvSpPr>
          <p:cNvPr id="68" name="o67"/>
          <p:cNvSpPr/>
          <p:nvPr/>
        </p:nvSpPr>
        <p:spPr>
          <a:xfrm>
            <a:off x="9281160" y="4398264"/>
            <a:ext cx="68580" cy="146304"/>
          </a:xfrm>
          <a:prstGeom prst="rect">
            <a:avLst/>
          </a:prstGeom>
          <a:solidFill>
            <a:srgbClr val="FFE600"/>
          </a:solidFill>
          <a:ln/>
        </p:spPr>
      </p:sp>
      <p:sp>
        <p:nvSpPr>
          <p:cNvPr id="69" name="o68"/>
          <p:cNvSpPr/>
          <p:nvPr/>
        </p:nvSpPr>
        <p:spPr>
          <a:xfrm>
            <a:off x="9371686" y="4398264"/>
            <a:ext cx="68580" cy="146304"/>
          </a:xfrm>
          <a:prstGeom prst="rect">
            <a:avLst/>
          </a:prstGeom>
          <a:solidFill>
            <a:srgbClr val="FFE600"/>
          </a:solidFill>
          <a:ln/>
        </p:spPr>
      </p:sp>
      <p:sp>
        <p:nvSpPr>
          <p:cNvPr id="70" name="o69"/>
          <p:cNvSpPr/>
          <p:nvPr/>
        </p:nvSpPr>
        <p:spPr>
          <a:xfrm>
            <a:off x="9462211" y="4398264"/>
            <a:ext cx="68580" cy="146304"/>
          </a:xfrm>
          <a:prstGeom prst="rect">
            <a:avLst/>
          </a:prstGeom>
          <a:solidFill>
            <a:srgbClr val="FFE600"/>
          </a:solidFill>
          <a:ln/>
        </p:spPr>
      </p:sp>
      <p:sp>
        <p:nvSpPr>
          <p:cNvPr id="71" name="o70"/>
          <p:cNvSpPr/>
          <p:nvPr/>
        </p:nvSpPr>
        <p:spPr>
          <a:xfrm>
            <a:off x="9552737" y="4398264"/>
            <a:ext cx="68580" cy="146304"/>
          </a:xfrm>
          <a:prstGeom prst="rect">
            <a:avLst/>
          </a:prstGeom>
          <a:solidFill>
            <a:srgbClr val="FFE600"/>
          </a:solidFill>
          <a:ln/>
        </p:spPr>
      </p:sp>
      <p:sp>
        <p:nvSpPr>
          <p:cNvPr id="72" name="o71"/>
          <p:cNvSpPr/>
          <p:nvPr/>
        </p:nvSpPr>
        <p:spPr>
          <a:xfrm>
            <a:off x="9643262" y="4398264"/>
            <a:ext cx="68580" cy="146304"/>
          </a:xfrm>
          <a:prstGeom prst="rect">
            <a:avLst/>
          </a:prstGeom>
          <a:solidFill>
            <a:srgbClr val="FFE600"/>
          </a:solidFill>
          <a:ln/>
        </p:spPr>
      </p:sp>
      <p:sp>
        <p:nvSpPr>
          <p:cNvPr id="73" name="o72"/>
          <p:cNvSpPr/>
          <p:nvPr/>
        </p:nvSpPr>
        <p:spPr>
          <a:xfrm>
            <a:off x="9733788" y="4398264"/>
            <a:ext cx="68580" cy="146304"/>
          </a:xfrm>
          <a:prstGeom prst="rect">
            <a:avLst/>
          </a:prstGeom>
          <a:solidFill>
            <a:srgbClr val="FFE600"/>
          </a:solidFill>
          <a:ln/>
        </p:spPr>
      </p:sp>
      <p:sp>
        <p:nvSpPr>
          <p:cNvPr id="74" name="o73"/>
          <p:cNvSpPr/>
          <p:nvPr/>
        </p:nvSpPr>
        <p:spPr>
          <a:xfrm>
            <a:off x="9824314" y="4398264"/>
            <a:ext cx="68580" cy="146304"/>
          </a:xfrm>
          <a:prstGeom prst="rect">
            <a:avLst/>
          </a:prstGeom>
          <a:solidFill>
            <a:srgbClr val="FFE600"/>
          </a:solidFill>
          <a:ln/>
        </p:spPr>
      </p:sp>
      <p:sp>
        <p:nvSpPr>
          <p:cNvPr id="75" name="o74"/>
          <p:cNvSpPr/>
          <p:nvPr/>
        </p:nvSpPr>
        <p:spPr>
          <a:xfrm>
            <a:off x="9914839" y="4398264"/>
            <a:ext cx="68580" cy="146304"/>
          </a:xfrm>
          <a:prstGeom prst="rect">
            <a:avLst/>
          </a:prstGeom>
          <a:solidFill>
            <a:srgbClr val="FFE600"/>
          </a:solidFill>
          <a:ln/>
        </p:spPr>
      </p:sp>
      <p:sp>
        <p:nvSpPr>
          <p:cNvPr id="76" name="o75"/>
          <p:cNvSpPr/>
          <p:nvPr/>
        </p:nvSpPr>
        <p:spPr>
          <a:xfrm>
            <a:off x="10005365" y="4398264"/>
            <a:ext cx="68580" cy="146304"/>
          </a:xfrm>
          <a:prstGeom prst="rect">
            <a:avLst/>
          </a:prstGeom>
          <a:solidFill>
            <a:srgbClr val="FFE600"/>
          </a:solidFill>
          <a:ln/>
        </p:spPr>
      </p:sp>
      <p:sp>
        <p:nvSpPr>
          <p:cNvPr id="77" name="o76"/>
          <p:cNvSpPr/>
          <p:nvPr/>
        </p:nvSpPr>
        <p:spPr>
          <a:xfrm>
            <a:off x="10095890" y="4398264"/>
            <a:ext cx="68580" cy="146304"/>
          </a:xfrm>
          <a:prstGeom prst="rect">
            <a:avLst/>
          </a:prstGeom>
          <a:solidFill>
            <a:srgbClr val="FFE600"/>
          </a:solidFill>
          <a:ln/>
        </p:spPr>
      </p:sp>
      <p:sp>
        <p:nvSpPr>
          <p:cNvPr id="78" name="o77"/>
          <p:cNvSpPr/>
          <p:nvPr/>
        </p:nvSpPr>
        <p:spPr>
          <a:xfrm>
            <a:off x="10186416" y="4398264"/>
            <a:ext cx="68580" cy="146304"/>
          </a:xfrm>
          <a:prstGeom prst="rect">
            <a:avLst/>
          </a:prstGeom>
          <a:solidFill>
            <a:srgbClr val="FFE600"/>
          </a:solidFill>
          <a:ln/>
        </p:spPr>
      </p:sp>
      <p:sp>
        <p:nvSpPr>
          <p:cNvPr id="79" name="o78"/>
          <p:cNvSpPr/>
          <p:nvPr/>
        </p:nvSpPr>
        <p:spPr>
          <a:xfrm>
            <a:off x="10276942" y="4398264"/>
            <a:ext cx="68580" cy="146304"/>
          </a:xfrm>
          <a:prstGeom prst="rect">
            <a:avLst/>
          </a:prstGeom>
          <a:solidFill>
            <a:srgbClr val="FFE600"/>
          </a:solidFill>
          <a:ln/>
        </p:spPr>
      </p:sp>
      <p:sp>
        <p:nvSpPr>
          <p:cNvPr id="80" name="o79"/>
          <p:cNvSpPr/>
          <p:nvPr/>
        </p:nvSpPr>
        <p:spPr>
          <a:xfrm>
            <a:off x="10367467" y="4398264"/>
            <a:ext cx="68580" cy="146304"/>
          </a:xfrm>
          <a:prstGeom prst="rect">
            <a:avLst/>
          </a:prstGeom>
          <a:solidFill>
            <a:srgbClr val="FFE600"/>
          </a:solidFill>
          <a:ln/>
        </p:spPr>
      </p:sp>
      <p:sp>
        <p:nvSpPr>
          <p:cNvPr id="81" name="o80"/>
          <p:cNvSpPr/>
          <p:nvPr/>
        </p:nvSpPr>
        <p:spPr>
          <a:xfrm>
            <a:off x="10457993" y="4398264"/>
            <a:ext cx="68580" cy="146304"/>
          </a:xfrm>
          <a:prstGeom prst="rect">
            <a:avLst/>
          </a:prstGeom>
          <a:solidFill>
            <a:srgbClr val="FFE600"/>
          </a:solidFill>
          <a:ln/>
        </p:spPr>
      </p:sp>
      <p:sp>
        <p:nvSpPr>
          <p:cNvPr id="82" name="o81"/>
          <p:cNvSpPr/>
          <p:nvPr/>
        </p:nvSpPr>
        <p:spPr>
          <a:xfrm>
            <a:off x="10548518" y="4398264"/>
            <a:ext cx="68580" cy="146304"/>
          </a:xfrm>
          <a:prstGeom prst="rect">
            <a:avLst/>
          </a:prstGeom>
          <a:solidFill>
            <a:srgbClr val="FFE600"/>
          </a:solidFill>
          <a:ln/>
        </p:spPr>
      </p:sp>
      <p:sp>
        <p:nvSpPr>
          <p:cNvPr id="83" name="o82"/>
          <p:cNvSpPr/>
          <p:nvPr/>
        </p:nvSpPr>
        <p:spPr>
          <a:xfrm>
            <a:off x="10639044" y="4398264"/>
            <a:ext cx="68580" cy="146304"/>
          </a:xfrm>
          <a:prstGeom prst="rect">
            <a:avLst/>
          </a:prstGeom>
          <a:solidFill>
            <a:srgbClr val="FFE600"/>
          </a:solidFill>
          <a:ln/>
        </p:spPr>
      </p:sp>
      <p:sp>
        <p:nvSpPr>
          <p:cNvPr id="84" name="o83"/>
          <p:cNvSpPr/>
          <p:nvPr/>
        </p:nvSpPr>
        <p:spPr>
          <a:xfrm>
            <a:off x="10729570" y="4398264"/>
            <a:ext cx="68580" cy="146304"/>
          </a:xfrm>
          <a:prstGeom prst="rect">
            <a:avLst/>
          </a:prstGeom>
          <a:solidFill>
            <a:srgbClr val="FFE600"/>
          </a:solidFill>
          <a:ln/>
        </p:spPr>
      </p:sp>
      <p:sp>
        <p:nvSpPr>
          <p:cNvPr id="85" name="o84"/>
          <p:cNvSpPr/>
          <p:nvPr/>
        </p:nvSpPr>
        <p:spPr>
          <a:xfrm>
            <a:off x="10820095" y="4398264"/>
            <a:ext cx="68580" cy="146304"/>
          </a:xfrm>
          <a:prstGeom prst="rect">
            <a:avLst/>
          </a:prstGeom>
          <a:solidFill>
            <a:srgbClr val="FFE600"/>
          </a:solidFill>
          <a:ln/>
        </p:spPr>
      </p:sp>
      <p:sp>
        <p:nvSpPr>
          <p:cNvPr id="86" name="o85"/>
          <p:cNvSpPr/>
          <p:nvPr/>
        </p:nvSpPr>
        <p:spPr>
          <a:xfrm>
            <a:off x="10910621" y="4398264"/>
            <a:ext cx="68580" cy="146304"/>
          </a:xfrm>
          <a:prstGeom prst="rect">
            <a:avLst/>
          </a:prstGeom>
          <a:solidFill>
            <a:srgbClr val="FFE600"/>
          </a:solidFill>
          <a:ln/>
        </p:spPr>
      </p:sp>
      <p:sp>
        <p:nvSpPr>
          <p:cNvPr id="87" name="o86"/>
          <p:cNvSpPr/>
          <p:nvPr/>
        </p:nvSpPr>
        <p:spPr>
          <a:xfrm>
            <a:off x="11001146" y="4398264"/>
            <a:ext cx="68580" cy="146304"/>
          </a:xfrm>
          <a:prstGeom prst="rect">
            <a:avLst/>
          </a:prstGeom>
          <a:solidFill>
            <a:srgbClr val="FFE600"/>
          </a:solidFill>
          <a:ln/>
        </p:spPr>
      </p:sp>
      <p:sp>
        <p:nvSpPr>
          <p:cNvPr id="88" name="o87"/>
          <p:cNvSpPr txBox="1"/>
          <p:nvPr/>
        </p:nvSpPr>
        <p:spPr>
          <a:xfrm>
            <a:off x="11164824" y="4334256"/>
            <a:ext cx="41148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98</a:t>
            </a:r>
            <a:endParaRPr lang="en-US" sz="1300" dirty="0"/>
          </a:p>
        </p:txBody>
      </p:sp>
      <p:sp>
        <p:nvSpPr>
          <p:cNvPr id="89" name="o88"/>
          <p:cNvSpPr txBox="1"/>
          <p:nvPr/>
        </p:nvSpPr>
        <p:spPr>
          <a:xfrm>
            <a:off x="7406640" y="4764024"/>
            <a:ext cx="1874520" cy="274320"/>
          </a:xfrm>
          <a:prstGeom prst="rect">
            <a:avLst/>
          </a:prstGeom>
          <a:noFill/>
          <a:ln/>
        </p:spPr>
        <p:txBody>
          <a:bodyPr wrap="square" lIns="0" tIns="0" rIns="0" bIns="0" rtlCol="0" anchor="ctr"/>
          <a:lstStyle/>
          <a:p>
            <a:pPr indent="0" marL="0">
              <a:buNone/>
            </a:pPr>
            <a:r>
              <a:rPr lang="en-US" sz="1300" dirty="0">
                <a:solidFill>
                  <a:srgbClr val="C4C4E4"/>
                </a:solidFill>
                <a:latin typeface="Arial" pitchFamily="34" charset="0"/>
                <a:ea typeface="Arial" pitchFamily="34" charset="-122"/>
                <a:cs typeface="Arial" pitchFamily="34" charset="-120"/>
              </a:rPr>
              <a:t>Constance régionale</a:t>
            </a:r>
            <a:endParaRPr lang="en-US" sz="1300" dirty="0"/>
          </a:p>
        </p:txBody>
      </p:sp>
      <p:sp>
        <p:nvSpPr>
          <p:cNvPr id="90" name="o89"/>
          <p:cNvSpPr/>
          <p:nvPr/>
        </p:nvSpPr>
        <p:spPr>
          <a:xfrm>
            <a:off x="9281160" y="4828032"/>
            <a:ext cx="68580" cy="146304"/>
          </a:xfrm>
          <a:prstGeom prst="rect">
            <a:avLst/>
          </a:prstGeom>
          <a:solidFill>
            <a:srgbClr val="00FFFF"/>
          </a:solidFill>
          <a:ln/>
        </p:spPr>
      </p:sp>
      <p:sp>
        <p:nvSpPr>
          <p:cNvPr id="91" name="o90"/>
          <p:cNvSpPr/>
          <p:nvPr/>
        </p:nvSpPr>
        <p:spPr>
          <a:xfrm>
            <a:off x="9371686" y="4828032"/>
            <a:ext cx="68580" cy="146304"/>
          </a:xfrm>
          <a:prstGeom prst="rect">
            <a:avLst/>
          </a:prstGeom>
          <a:solidFill>
            <a:srgbClr val="00FFFF"/>
          </a:solidFill>
          <a:ln/>
        </p:spPr>
      </p:sp>
      <p:sp>
        <p:nvSpPr>
          <p:cNvPr id="92" name="o91"/>
          <p:cNvSpPr/>
          <p:nvPr/>
        </p:nvSpPr>
        <p:spPr>
          <a:xfrm>
            <a:off x="9462211" y="4828032"/>
            <a:ext cx="68580" cy="146304"/>
          </a:xfrm>
          <a:prstGeom prst="rect">
            <a:avLst/>
          </a:prstGeom>
          <a:solidFill>
            <a:srgbClr val="00FFFF"/>
          </a:solidFill>
          <a:ln/>
        </p:spPr>
      </p:sp>
      <p:sp>
        <p:nvSpPr>
          <p:cNvPr id="93" name="o92"/>
          <p:cNvSpPr/>
          <p:nvPr/>
        </p:nvSpPr>
        <p:spPr>
          <a:xfrm>
            <a:off x="9552737" y="4828032"/>
            <a:ext cx="68580" cy="146304"/>
          </a:xfrm>
          <a:prstGeom prst="rect">
            <a:avLst/>
          </a:prstGeom>
          <a:solidFill>
            <a:srgbClr val="00FFFF"/>
          </a:solidFill>
          <a:ln/>
        </p:spPr>
      </p:sp>
      <p:sp>
        <p:nvSpPr>
          <p:cNvPr id="94" name="o93"/>
          <p:cNvSpPr/>
          <p:nvPr/>
        </p:nvSpPr>
        <p:spPr>
          <a:xfrm>
            <a:off x="9643262" y="4828032"/>
            <a:ext cx="68580" cy="146304"/>
          </a:xfrm>
          <a:prstGeom prst="rect">
            <a:avLst/>
          </a:prstGeom>
          <a:solidFill>
            <a:srgbClr val="00FFFF"/>
          </a:solidFill>
          <a:ln/>
        </p:spPr>
      </p:sp>
      <p:sp>
        <p:nvSpPr>
          <p:cNvPr id="95" name="o94"/>
          <p:cNvSpPr/>
          <p:nvPr/>
        </p:nvSpPr>
        <p:spPr>
          <a:xfrm>
            <a:off x="9733788" y="4828032"/>
            <a:ext cx="68580" cy="146304"/>
          </a:xfrm>
          <a:prstGeom prst="rect">
            <a:avLst/>
          </a:prstGeom>
          <a:solidFill>
            <a:srgbClr val="00FFFF"/>
          </a:solidFill>
          <a:ln/>
        </p:spPr>
      </p:sp>
      <p:sp>
        <p:nvSpPr>
          <p:cNvPr id="96" name="o95"/>
          <p:cNvSpPr/>
          <p:nvPr/>
        </p:nvSpPr>
        <p:spPr>
          <a:xfrm>
            <a:off x="9824314" y="4828032"/>
            <a:ext cx="68580" cy="146304"/>
          </a:xfrm>
          <a:prstGeom prst="rect">
            <a:avLst/>
          </a:prstGeom>
          <a:solidFill>
            <a:srgbClr val="00FFFF"/>
          </a:solidFill>
          <a:ln/>
        </p:spPr>
      </p:sp>
      <p:sp>
        <p:nvSpPr>
          <p:cNvPr id="97" name="o96"/>
          <p:cNvSpPr/>
          <p:nvPr/>
        </p:nvSpPr>
        <p:spPr>
          <a:xfrm>
            <a:off x="9914839" y="4828032"/>
            <a:ext cx="68580" cy="146304"/>
          </a:xfrm>
          <a:prstGeom prst="rect">
            <a:avLst/>
          </a:prstGeom>
          <a:solidFill>
            <a:srgbClr val="00FFFF"/>
          </a:solidFill>
          <a:ln/>
        </p:spPr>
      </p:sp>
      <p:sp>
        <p:nvSpPr>
          <p:cNvPr id="98" name="o97"/>
          <p:cNvSpPr/>
          <p:nvPr/>
        </p:nvSpPr>
        <p:spPr>
          <a:xfrm>
            <a:off x="10005365" y="4828032"/>
            <a:ext cx="68580" cy="146304"/>
          </a:xfrm>
          <a:prstGeom prst="rect">
            <a:avLst/>
          </a:prstGeom>
          <a:solidFill>
            <a:srgbClr val="00FFFF"/>
          </a:solidFill>
          <a:ln/>
        </p:spPr>
      </p:sp>
      <p:sp>
        <p:nvSpPr>
          <p:cNvPr id="99" name="o98"/>
          <p:cNvSpPr/>
          <p:nvPr/>
        </p:nvSpPr>
        <p:spPr>
          <a:xfrm>
            <a:off x="10095890" y="4828032"/>
            <a:ext cx="68580" cy="146304"/>
          </a:xfrm>
          <a:prstGeom prst="rect">
            <a:avLst/>
          </a:prstGeom>
          <a:solidFill>
            <a:srgbClr val="00FFFF"/>
          </a:solidFill>
          <a:ln/>
        </p:spPr>
      </p:sp>
      <p:sp>
        <p:nvSpPr>
          <p:cNvPr id="100" name="o99"/>
          <p:cNvSpPr/>
          <p:nvPr/>
        </p:nvSpPr>
        <p:spPr>
          <a:xfrm>
            <a:off x="10186416" y="4828032"/>
            <a:ext cx="68580" cy="146304"/>
          </a:xfrm>
          <a:prstGeom prst="rect">
            <a:avLst/>
          </a:prstGeom>
          <a:solidFill>
            <a:srgbClr val="00FFFF"/>
          </a:solidFill>
          <a:ln/>
        </p:spPr>
      </p:sp>
      <p:sp>
        <p:nvSpPr>
          <p:cNvPr id="101" name="o100"/>
          <p:cNvSpPr/>
          <p:nvPr/>
        </p:nvSpPr>
        <p:spPr>
          <a:xfrm>
            <a:off x="10276942" y="4828032"/>
            <a:ext cx="68580" cy="146304"/>
          </a:xfrm>
          <a:prstGeom prst="rect">
            <a:avLst/>
          </a:prstGeom>
          <a:solidFill>
            <a:srgbClr val="00FFFF"/>
          </a:solidFill>
          <a:ln/>
        </p:spPr>
      </p:sp>
      <p:sp>
        <p:nvSpPr>
          <p:cNvPr id="102" name="o101"/>
          <p:cNvSpPr/>
          <p:nvPr/>
        </p:nvSpPr>
        <p:spPr>
          <a:xfrm>
            <a:off x="10367467" y="4828032"/>
            <a:ext cx="68580" cy="146304"/>
          </a:xfrm>
          <a:prstGeom prst="rect">
            <a:avLst/>
          </a:prstGeom>
          <a:solidFill>
            <a:srgbClr val="00FFFF"/>
          </a:solidFill>
          <a:ln/>
        </p:spPr>
      </p:sp>
      <p:sp>
        <p:nvSpPr>
          <p:cNvPr id="103" name="o102"/>
          <p:cNvSpPr/>
          <p:nvPr/>
        </p:nvSpPr>
        <p:spPr>
          <a:xfrm>
            <a:off x="10457993" y="4828032"/>
            <a:ext cx="68580" cy="146304"/>
          </a:xfrm>
          <a:prstGeom prst="rect">
            <a:avLst/>
          </a:prstGeom>
          <a:solidFill>
            <a:srgbClr val="00FFFF"/>
          </a:solidFill>
          <a:ln/>
        </p:spPr>
      </p:sp>
      <p:sp>
        <p:nvSpPr>
          <p:cNvPr id="104" name="o103"/>
          <p:cNvSpPr/>
          <p:nvPr/>
        </p:nvSpPr>
        <p:spPr>
          <a:xfrm>
            <a:off x="10548518" y="4828032"/>
            <a:ext cx="68580" cy="146304"/>
          </a:xfrm>
          <a:prstGeom prst="rect">
            <a:avLst/>
          </a:prstGeom>
          <a:solidFill>
            <a:srgbClr val="00FFFF"/>
          </a:solidFill>
          <a:ln/>
        </p:spPr>
      </p:sp>
      <p:sp>
        <p:nvSpPr>
          <p:cNvPr id="105" name="o104"/>
          <p:cNvSpPr/>
          <p:nvPr/>
        </p:nvSpPr>
        <p:spPr>
          <a:xfrm>
            <a:off x="10639044" y="4828032"/>
            <a:ext cx="68580" cy="146304"/>
          </a:xfrm>
          <a:prstGeom prst="rect">
            <a:avLst/>
          </a:prstGeom>
          <a:solidFill>
            <a:srgbClr val="00FFFF"/>
          </a:solidFill>
          <a:ln/>
        </p:spPr>
      </p:sp>
      <p:sp>
        <p:nvSpPr>
          <p:cNvPr id="106" name="o105"/>
          <p:cNvSpPr/>
          <p:nvPr/>
        </p:nvSpPr>
        <p:spPr>
          <a:xfrm>
            <a:off x="10729570" y="4828032"/>
            <a:ext cx="68580" cy="146304"/>
          </a:xfrm>
          <a:prstGeom prst="rect">
            <a:avLst/>
          </a:prstGeom>
          <a:solidFill>
            <a:srgbClr val="00FFFF"/>
          </a:solidFill>
          <a:ln/>
        </p:spPr>
      </p:sp>
      <p:sp>
        <p:nvSpPr>
          <p:cNvPr id="107" name="o106"/>
          <p:cNvSpPr/>
          <p:nvPr/>
        </p:nvSpPr>
        <p:spPr>
          <a:xfrm>
            <a:off x="10820095" y="4828032"/>
            <a:ext cx="68580" cy="146304"/>
          </a:xfrm>
          <a:prstGeom prst="rect">
            <a:avLst/>
          </a:prstGeom>
          <a:solidFill>
            <a:srgbClr val="1A1A4A"/>
          </a:solidFill>
          <a:ln/>
        </p:spPr>
      </p:sp>
      <p:sp>
        <p:nvSpPr>
          <p:cNvPr id="108" name="o107"/>
          <p:cNvSpPr/>
          <p:nvPr/>
        </p:nvSpPr>
        <p:spPr>
          <a:xfrm>
            <a:off x="10910621" y="4828032"/>
            <a:ext cx="68580" cy="146304"/>
          </a:xfrm>
          <a:prstGeom prst="rect">
            <a:avLst/>
          </a:prstGeom>
          <a:solidFill>
            <a:srgbClr val="1A1A4A"/>
          </a:solidFill>
          <a:ln/>
        </p:spPr>
      </p:sp>
      <p:sp>
        <p:nvSpPr>
          <p:cNvPr id="109" name="o108"/>
          <p:cNvSpPr/>
          <p:nvPr/>
        </p:nvSpPr>
        <p:spPr>
          <a:xfrm>
            <a:off x="11001146" y="4828032"/>
            <a:ext cx="68580" cy="146304"/>
          </a:xfrm>
          <a:prstGeom prst="rect">
            <a:avLst/>
          </a:prstGeom>
          <a:solidFill>
            <a:srgbClr val="1A1A4A"/>
          </a:solidFill>
          <a:ln/>
        </p:spPr>
      </p:sp>
      <p:sp>
        <p:nvSpPr>
          <p:cNvPr id="110" name="o109"/>
          <p:cNvSpPr txBox="1"/>
          <p:nvPr/>
        </p:nvSpPr>
        <p:spPr>
          <a:xfrm>
            <a:off x="11164824" y="4764024"/>
            <a:ext cx="41148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86</a:t>
            </a:r>
            <a:endParaRPr lang="en-US" sz="1300" dirty="0"/>
          </a:p>
        </p:txBody>
      </p:sp>
      <p:sp>
        <p:nvSpPr>
          <p:cNvPr id="111" name="o110"/>
          <p:cNvSpPr txBox="1"/>
          <p:nvPr/>
        </p:nvSpPr>
        <p:spPr>
          <a:xfrm>
            <a:off x="7406640" y="5193792"/>
            <a:ext cx="1874520" cy="274320"/>
          </a:xfrm>
          <a:prstGeom prst="rect">
            <a:avLst/>
          </a:prstGeom>
          <a:noFill/>
          <a:ln/>
        </p:spPr>
        <p:txBody>
          <a:bodyPr wrap="square" lIns="0" tIns="0" rIns="0" bIns="0" rtlCol="0" anchor="ctr"/>
          <a:lstStyle/>
          <a:p>
            <a:pPr indent="0" marL="0">
              <a:buNone/>
            </a:pPr>
            <a:r>
              <a:rPr lang="en-US" sz="1300" dirty="0">
                <a:solidFill>
                  <a:srgbClr val="C4C4E4"/>
                </a:solidFill>
                <a:latin typeface="Arial" pitchFamily="34" charset="0"/>
                <a:ea typeface="Arial" pitchFamily="34" charset="-122"/>
                <a:cs typeface="Arial" pitchFamily="34" charset="-120"/>
              </a:rPr>
              <a:t>Taux de hits</a:t>
            </a:r>
            <a:endParaRPr lang="en-US" sz="1300" dirty="0"/>
          </a:p>
        </p:txBody>
      </p:sp>
      <p:sp>
        <p:nvSpPr>
          <p:cNvPr id="112" name="o111"/>
          <p:cNvSpPr/>
          <p:nvPr/>
        </p:nvSpPr>
        <p:spPr>
          <a:xfrm>
            <a:off x="9281160" y="5257800"/>
            <a:ext cx="68580" cy="146304"/>
          </a:xfrm>
          <a:prstGeom prst="rect">
            <a:avLst/>
          </a:prstGeom>
          <a:solidFill>
            <a:srgbClr val="00FFFF"/>
          </a:solidFill>
          <a:ln/>
        </p:spPr>
      </p:sp>
      <p:sp>
        <p:nvSpPr>
          <p:cNvPr id="113" name="o112"/>
          <p:cNvSpPr/>
          <p:nvPr/>
        </p:nvSpPr>
        <p:spPr>
          <a:xfrm>
            <a:off x="9371686" y="5257800"/>
            <a:ext cx="68580" cy="146304"/>
          </a:xfrm>
          <a:prstGeom prst="rect">
            <a:avLst/>
          </a:prstGeom>
          <a:solidFill>
            <a:srgbClr val="00FFFF"/>
          </a:solidFill>
          <a:ln/>
        </p:spPr>
      </p:sp>
      <p:sp>
        <p:nvSpPr>
          <p:cNvPr id="114" name="o113"/>
          <p:cNvSpPr/>
          <p:nvPr/>
        </p:nvSpPr>
        <p:spPr>
          <a:xfrm>
            <a:off x="9462211" y="5257800"/>
            <a:ext cx="68580" cy="146304"/>
          </a:xfrm>
          <a:prstGeom prst="rect">
            <a:avLst/>
          </a:prstGeom>
          <a:solidFill>
            <a:srgbClr val="00FFFF"/>
          </a:solidFill>
          <a:ln/>
        </p:spPr>
      </p:sp>
      <p:sp>
        <p:nvSpPr>
          <p:cNvPr id="115" name="o114"/>
          <p:cNvSpPr/>
          <p:nvPr/>
        </p:nvSpPr>
        <p:spPr>
          <a:xfrm>
            <a:off x="9552737" y="5257800"/>
            <a:ext cx="68580" cy="146304"/>
          </a:xfrm>
          <a:prstGeom prst="rect">
            <a:avLst/>
          </a:prstGeom>
          <a:solidFill>
            <a:srgbClr val="00FFFF"/>
          </a:solidFill>
          <a:ln/>
        </p:spPr>
      </p:sp>
      <p:sp>
        <p:nvSpPr>
          <p:cNvPr id="116" name="o115"/>
          <p:cNvSpPr/>
          <p:nvPr/>
        </p:nvSpPr>
        <p:spPr>
          <a:xfrm>
            <a:off x="9643262" y="5257800"/>
            <a:ext cx="68580" cy="146304"/>
          </a:xfrm>
          <a:prstGeom prst="rect">
            <a:avLst/>
          </a:prstGeom>
          <a:solidFill>
            <a:srgbClr val="00FFFF"/>
          </a:solidFill>
          <a:ln/>
        </p:spPr>
      </p:sp>
      <p:sp>
        <p:nvSpPr>
          <p:cNvPr id="117" name="o116"/>
          <p:cNvSpPr/>
          <p:nvPr/>
        </p:nvSpPr>
        <p:spPr>
          <a:xfrm>
            <a:off x="9733788" y="5257800"/>
            <a:ext cx="68580" cy="146304"/>
          </a:xfrm>
          <a:prstGeom prst="rect">
            <a:avLst/>
          </a:prstGeom>
          <a:solidFill>
            <a:srgbClr val="00FFFF"/>
          </a:solidFill>
          <a:ln/>
        </p:spPr>
      </p:sp>
      <p:sp>
        <p:nvSpPr>
          <p:cNvPr id="118" name="o117"/>
          <p:cNvSpPr/>
          <p:nvPr/>
        </p:nvSpPr>
        <p:spPr>
          <a:xfrm>
            <a:off x="9824314" y="5257800"/>
            <a:ext cx="68580" cy="146304"/>
          </a:xfrm>
          <a:prstGeom prst="rect">
            <a:avLst/>
          </a:prstGeom>
          <a:solidFill>
            <a:srgbClr val="00FFFF"/>
          </a:solidFill>
          <a:ln/>
        </p:spPr>
      </p:sp>
      <p:sp>
        <p:nvSpPr>
          <p:cNvPr id="119" name="o118"/>
          <p:cNvSpPr/>
          <p:nvPr/>
        </p:nvSpPr>
        <p:spPr>
          <a:xfrm>
            <a:off x="9914839" y="5257800"/>
            <a:ext cx="68580" cy="146304"/>
          </a:xfrm>
          <a:prstGeom prst="rect">
            <a:avLst/>
          </a:prstGeom>
          <a:solidFill>
            <a:srgbClr val="00FFFF"/>
          </a:solidFill>
          <a:ln/>
        </p:spPr>
      </p:sp>
      <p:sp>
        <p:nvSpPr>
          <p:cNvPr id="120" name="o119"/>
          <p:cNvSpPr/>
          <p:nvPr/>
        </p:nvSpPr>
        <p:spPr>
          <a:xfrm>
            <a:off x="10005365" y="5257800"/>
            <a:ext cx="68580" cy="146304"/>
          </a:xfrm>
          <a:prstGeom prst="rect">
            <a:avLst/>
          </a:prstGeom>
          <a:solidFill>
            <a:srgbClr val="00FFFF"/>
          </a:solidFill>
          <a:ln/>
        </p:spPr>
      </p:sp>
      <p:sp>
        <p:nvSpPr>
          <p:cNvPr id="121" name="o120"/>
          <p:cNvSpPr/>
          <p:nvPr/>
        </p:nvSpPr>
        <p:spPr>
          <a:xfrm>
            <a:off x="10095890" y="5257800"/>
            <a:ext cx="68580" cy="146304"/>
          </a:xfrm>
          <a:prstGeom prst="rect">
            <a:avLst/>
          </a:prstGeom>
          <a:solidFill>
            <a:srgbClr val="00FFFF"/>
          </a:solidFill>
          <a:ln/>
        </p:spPr>
      </p:sp>
      <p:sp>
        <p:nvSpPr>
          <p:cNvPr id="122" name="o121"/>
          <p:cNvSpPr/>
          <p:nvPr/>
        </p:nvSpPr>
        <p:spPr>
          <a:xfrm>
            <a:off x="10186416" y="5257800"/>
            <a:ext cx="68580" cy="146304"/>
          </a:xfrm>
          <a:prstGeom prst="rect">
            <a:avLst/>
          </a:prstGeom>
          <a:solidFill>
            <a:srgbClr val="00FFFF"/>
          </a:solidFill>
          <a:ln/>
        </p:spPr>
      </p:sp>
      <p:sp>
        <p:nvSpPr>
          <p:cNvPr id="123" name="o122"/>
          <p:cNvSpPr/>
          <p:nvPr/>
        </p:nvSpPr>
        <p:spPr>
          <a:xfrm>
            <a:off x="10276942" y="5257800"/>
            <a:ext cx="68580" cy="146304"/>
          </a:xfrm>
          <a:prstGeom prst="rect">
            <a:avLst/>
          </a:prstGeom>
          <a:solidFill>
            <a:srgbClr val="00FFFF"/>
          </a:solidFill>
          <a:ln/>
        </p:spPr>
      </p:sp>
      <p:sp>
        <p:nvSpPr>
          <p:cNvPr id="124" name="o123"/>
          <p:cNvSpPr/>
          <p:nvPr/>
        </p:nvSpPr>
        <p:spPr>
          <a:xfrm>
            <a:off x="10367467" y="5257800"/>
            <a:ext cx="68580" cy="146304"/>
          </a:xfrm>
          <a:prstGeom prst="rect">
            <a:avLst/>
          </a:prstGeom>
          <a:solidFill>
            <a:srgbClr val="00FFFF"/>
          </a:solidFill>
          <a:ln/>
        </p:spPr>
      </p:sp>
      <p:sp>
        <p:nvSpPr>
          <p:cNvPr id="125" name="o124"/>
          <p:cNvSpPr/>
          <p:nvPr/>
        </p:nvSpPr>
        <p:spPr>
          <a:xfrm>
            <a:off x="10457993" y="5257800"/>
            <a:ext cx="68580" cy="146304"/>
          </a:xfrm>
          <a:prstGeom prst="rect">
            <a:avLst/>
          </a:prstGeom>
          <a:solidFill>
            <a:srgbClr val="00FFFF"/>
          </a:solidFill>
          <a:ln/>
        </p:spPr>
      </p:sp>
      <p:sp>
        <p:nvSpPr>
          <p:cNvPr id="126" name="o125"/>
          <p:cNvSpPr/>
          <p:nvPr/>
        </p:nvSpPr>
        <p:spPr>
          <a:xfrm>
            <a:off x="10548518" y="5257800"/>
            <a:ext cx="68580" cy="146304"/>
          </a:xfrm>
          <a:prstGeom prst="rect">
            <a:avLst/>
          </a:prstGeom>
          <a:solidFill>
            <a:srgbClr val="00FFFF"/>
          </a:solidFill>
          <a:ln/>
        </p:spPr>
      </p:sp>
      <p:sp>
        <p:nvSpPr>
          <p:cNvPr id="127" name="o126"/>
          <p:cNvSpPr/>
          <p:nvPr/>
        </p:nvSpPr>
        <p:spPr>
          <a:xfrm>
            <a:off x="10639044" y="5257800"/>
            <a:ext cx="68580" cy="146304"/>
          </a:xfrm>
          <a:prstGeom prst="rect">
            <a:avLst/>
          </a:prstGeom>
          <a:solidFill>
            <a:srgbClr val="00FFFF"/>
          </a:solidFill>
          <a:ln/>
        </p:spPr>
      </p:sp>
      <p:sp>
        <p:nvSpPr>
          <p:cNvPr id="128" name="o127"/>
          <p:cNvSpPr/>
          <p:nvPr/>
        </p:nvSpPr>
        <p:spPr>
          <a:xfrm>
            <a:off x="10729570" y="5257800"/>
            <a:ext cx="68580" cy="146304"/>
          </a:xfrm>
          <a:prstGeom prst="rect">
            <a:avLst/>
          </a:prstGeom>
          <a:solidFill>
            <a:srgbClr val="00FFFF"/>
          </a:solidFill>
          <a:ln/>
        </p:spPr>
      </p:sp>
      <p:sp>
        <p:nvSpPr>
          <p:cNvPr id="129" name="o128"/>
          <p:cNvSpPr/>
          <p:nvPr/>
        </p:nvSpPr>
        <p:spPr>
          <a:xfrm>
            <a:off x="10820095" y="5257800"/>
            <a:ext cx="68580" cy="146304"/>
          </a:xfrm>
          <a:prstGeom prst="rect">
            <a:avLst/>
          </a:prstGeom>
          <a:solidFill>
            <a:srgbClr val="00FFFF"/>
          </a:solidFill>
          <a:ln/>
        </p:spPr>
      </p:sp>
      <p:sp>
        <p:nvSpPr>
          <p:cNvPr id="130" name="o129"/>
          <p:cNvSpPr/>
          <p:nvPr/>
        </p:nvSpPr>
        <p:spPr>
          <a:xfrm>
            <a:off x="10910621" y="5257800"/>
            <a:ext cx="68580" cy="146304"/>
          </a:xfrm>
          <a:prstGeom prst="rect">
            <a:avLst/>
          </a:prstGeom>
          <a:solidFill>
            <a:srgbClr val="00FFFF"/>
          </a:solidFill>
          <a:ln/>
        </p:spPr>
      </p:sp>
      <p:sp>
        <p:nvSpPr>
          <p:cNvPr id="131" name="o130"/>
          <p:cNvSpPr/>
          <p:nvPr/>
        </p:nvSpPr>
        <p:spPr>
          <a:xfrm>
            <a:off x="11001146" y="5257800"/>
            <a:ext cx="68580" cy="146304"/>
          </a:xfrm>
          <a:prstGeom prst="rect">
            <a:avLst/>
          </a:prstGeom>
          <a:solidFill>
            <a:srgbClr val="1A1A4A"/>
          </a:solidFill>
          <a:ln/>
        </p:spPr>
      </p:sp>
      <p:sp>
        <p:nvSpPr>
          <p:cNvPr id="132" name="o131"/>
          <p:cNvSpPr txBox="1"/>
          <p:nvPr/>
        </p:nvSpPr>
        <p:spPr>
          <a:xfrm>
            <a:off x="11164824" y="5193792"/>
            <a:ext cx="411480" cy="274320"/>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94</a:t>
            </a:r>
            <a:endParaRPr lang="en-US" sz="1300" dirty="0"/>
          </a:p>
        </p:txBody>
      </p:sp>
      <p:sp>
        <p:nvSpPr>
          <p:cNvPr id="133" name="o132"/>
          <p:cNvSpPr txBox="1"/>
          <p:nvPr/>
        </p:nvSpPr>
        <p:spPr>
          <a:xfrm>
            <a:off x="7406640" y="5486400"/>
            <a:ext cx="3913632" cy="384048"/>
          </a:xfrm>
          <a:prstGeom prst="rect">
            <a:avLst/>
          </a:prstGeom>
          <a:noFill/>
          <a:ln/>
        </p:spPr>
        <p:txBody>
          <a:bodyPr wrap="square" lIns="0" tIns="0" rIns="0" bIns="0" rtlCol="0" anchor="t"/>
          <a:lstStyle/>
          <a:p>
            <a:pPr indent="0" marL="0">
              <a:buNone/>
            </a:pPr>
            <a:r>
              <a:rPr lang="en-US" sz="1200" dirty="0">
                <a:solidFill>
                  <a:srgbClr val="FFE600"/>
                </a:solidFill>
                <a:latin typeface="Arial" pitchFamily="34" charset="0"/>
                <a:ea typeface="Arial" pitchFamily="34" charset="-122"/>
                <a:cs typeface="Arial" pitchFamily="34" charset="-120"/>
              </a:rPr>
              <a:t>1er dans 100 % des pondérations testées · 20 % des ventes · 10/10 des jeux les plus vendus</a:t>
            </a:r>
            <a:endParaRPr lang="en-US" sz="1200" dirty="0"/>
          </a:p>
        </p:txBody>
      </p:sp>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374" fill="hold">
                            <p:stCondLst>
                              <p:cond delay="0"/>
                            </p:stCondLst>
                            <p:childTnLst>
                              <p:par>
                                <p:cTn id="4" presetID="1" presetClass="exit" presetSubtype="0" fill="hold" nodeType="withEffect">
                                  <p:stCondLst>
                                    <p:cond delay="52"/>
                                  </p:stCondLst>
                                  <p:childTnLst>
                                    <p:set>
                                      <p:cBhvr>
                                        <p:cTn id="5" dur="1" fill="hold">
                                          <p:stCondLst>
                                            <p:cond delay="0"/>
                                          </p:stCondLst>
                                        </p:cTn>
                                        <p:tgtEl>
                                          <p:spTgt spid="5"/>
                                        </p:tgtEl>
                                        <p:attrNameLst>
                                          <p:attrName>style.visibility</p:attrName>
                                        </p:attrNameLst>
                                      </p:cBhvr>
                                      <p:to>
                                        <p:strVal val="hidden"/>
                                      </p:to>
                                    </p:set>
                                  </p:childTnLst>
                                </p:cTn>
                              </p:par>
                              <p:par>
                                <p:cTn id="6" presetID="1" presetClass="exit" presetSubtype="0" fill="hold" nodeType="withEffect">
                                  <p:stCondLst>
                                    <p:cond delay="349"/>
                                  </p:stCondLst>
                                  <p:childTnLst>
                                    <p:set>
                                      <p:cBhvr>
                                        <p:cTn id="7" dur="1" fill="hold">
                                          <p:stCondLst>
                                            <p:cond delay="0"/>
                                          </p:stCondLst>
                                        </p:cTn>
                                        <p:tgtEl>
                                          <p:spTgt spid="6"/>
                                        </p:tgtEl>
                                        <p:attrNameLst>
                                          <p:attrName>style.visibility</p:attrName>
                                        </p:attrNameLst>
                                      </p:cBhvr>
                                      <p:to>
                                        <p:strVal val="hidden"/>
                                      </p:to>
                                    </p:set>
                                  </p:childTnLst>
                                </p:cTn>
                              </p:par>
                              <p:par>
                                <p:cTn id="8" presetID="1" presetClass="exit" presetSubtype="0" fill="hold" nodeType="withEffect">
                                  <p:stCondLst>
                                    <p:cond delay="646"/>
                                  </p:stCondLst>
                                  <p:childTnLst>
                                    <p:set>
                                      <p:cBhvr>
                                        <p:cTn id="9" dur="1" fill="hold">
                                          <p:stCondLst>
                                            <p:cond delay="0"/>
                                          </p:stCondLst>
                                        </p:cTn>
                                        <p:tgtEl>
                                          <p:spTgt spid="7"/>
                                        </p:tgtEl>
                                        <p:attrNameLst>
                                          <p:attrName>style.visibility</p:attrName>
                                        </p:attrNameLst>
                                      </p:cBhvr>
                                      <p:to>
                                        <p:strVal val="hidden"/>
                                      </p:to>
                                    </p:set>
                                  </p:childTnLst>
                                </p:cTn>
                              </p:par>
                              <p:par>
                                <p:cTn id="10" presetID="0" presetClass="path" presetSubtype="0" fill="hold" nodeType="withEffect">
                                  <p:stCondLst>
                                    <p:cond delay="0"/>
                                  </p:stCondLst>
                                  <p:childTnLst>
                                    <p:animMotion origin="layout" path="M 0 0 L 0.05675 0 E" pathEditMode="relative" ptsTypes="">
                                      <p:cBhvr>
                                        <p:cTn id="11" dur="900" fill="hold"/>
                                        <p:tgtEl>
                                          <p:spTgt spid="12"/>
                                        </p:tgtEl>
                                        <p:attrNameLst>
                                          <p:attrName>ppt_x</p:attrName>
                                          <p:attrName>ppt_y</p:attrName>
                                        </p:attrNameLst>
                                      </p:cBhvr>
                                    </p:animMotion>
                                  </p:childTnLst>
                                </p:cTn>
                              </p:par>
                              <p:par>
                                <p:cTn id="12" presetID="0" presetClass="path" presetSubtype="0" fill="hold" nodeType="withEffect">
                                  <p:stCondLst>
                                    <p:cond delay="0"/>
                                  </p:stCondLst>
                                  <p:childTnLst>
                                    <p:animMotion origin="layout" path="M 0 0 L 0.05675 0 E" pathEditMode="relative" ptsTypes="">
                                      <p:cBhvr>
                                        <p:cTn id="13" dur="900" fill="hold"/>
                                        <p:tgtEl>
                                          <p:spTgt spid="13"/>
                                        </p:tgtEl>
                                        <p:attrNameLst>
                                          <p:attrName>ppt_x</p:attrName>
                                          <p:attrName>ppt_y</p:attrName>
                                        </p:attrNameLst>
                                      </p:cBhvr>
                                    </p:animMotion>
                                  </p:childTnLst>
                                </p:cTn>
                              </p:par>
                              <p:par>
                                <p:cTn id="14" presetID="10" presetClass="entr" presetSubtype="0" fill="hold" nodeType="withEffect">
                                  <p:stCondLst>
                                    <p:cond delay="10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nodeType="withEffect">
                                  <p:stCondLst>
                                    <p:cond delay="30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nodeType="withEffect">
                                  <p:stCondLst>
                                    <p:cond delay="30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par>
                                <p:cTn id="23" presetID="10" presetClass="entr" presetSubtype="0" fill="hold" nodeType="withEffect">
                                  <p:stCondLst>
                                    <p:cond delay="60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400"/>
                                        <p:tgtEl>
                                          <p:spTgt spid="17"/>
                                        </p:tgtEl>
                                      </p:cBhvr>
                                    </p:animEffect>
                                  </p:childTnLst>
                                </p:cTn>
                              </p:par>
                              <p:par>
                                <p:cTn id="26" presetID="10" presetClass="entr" presetSubtype="0" fill="hold" nodeType="withEffect">
                                  <p:stCondLst>
                                    <p:cond delay="600"/>
                                  </p:stCondLst>
                                  <p:childTnLst>
                                    <p:set>
                                      <p:cBhvr>
                                        <p:cTn id="27" dur="1" fill="hold">
                                          <p:stCondLst>
                                            <p:cond delay="0"/>
                                          </p:stCondLst>
                                        </p:cTn>
                                        <p:tgtEl>
                                          <p:spTgt spid="18"/>
                                        </p:tgtEl>
                                        <p:attrNameLst>
                                          <p:attrName>style.visibility</p:attrName>
                                        </p:attrNameLst>
                                      </p:cBhvr>
                                      <p:to>
                                        <p:strVal val="visible"/>
                                      </p:to>
                                    </p:set>
                                    <p:animEffect transition="in" filter="fade">
                                      <p:cBhvr>
                                        <p:cTn id="28" dur="400"/>
                                        <p:tgtEl>
                                          <p:spTgt spid="18"/>
                                        </p:tgtEl>
                                      </p:cBhvr>
                                    </p:animEffect>
                                  </p:childTnLst>
                                </p:cTn>
                              </p:par>
                              <p:par>
                                <p:cTn id="29" presetID="10" presetClass="entr" presetSubtype="0" fill="hold" nodeType="withEffect">
                                  <p:stCondLst>
                                    <p:cond delay="600"/>
                                  </p:stCondLst>
                                  <p:childTnLst>
                                    <p:set>
                                      <p:cBhvr>
                                        <p:cTn id="30" dur="1" fill="hold">
                                          <p:stCondLst>
                                            <p:cond delay="0"/>
                                          </p:stCondLst>
                                        </p:cTn>
                                        <p:tgtEl>
                                          <p:spTgt spid="19"/>
                                        </p:tgtEl>
                                        <p:attrNameLst>
                                          <p:attrName>style.visibility</p:attrName>
                                        </p:attrNameLst>
                                      </p:cBhvr>
                                      <p:to>
                                        <p:strVal val="visible"/>
                                      </p:to>
                                    </p:set>
                                    <p:animEffect transition="in" filter="fade">
                                      <p:cBhvr>
                                        <p:cTn id="31" dur="400"/>
                                        <p:tgtEl>
                                          <p:spTgt spid="19"/>
                                        </p:tgtEl>
                                      </p:cBhvr>
                                    </p:animEffect>
                                  </p:childTnLst>
                                </p:cTn>
                              </p:par>
                              <p:par>
                                <p:cTn id="32" presetID="10" presetClass="entr" presetSubtype="0" fill="hold" nodeType="withEffect">
                                  <p:stCondLst>
                                    <p:cond delay="60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00"/>
                                        <p:tgtEl>
                                          <p:spTgt spid="20"/>
                                        </p:tgtEl>
                                      </p:cBhvr>
                                    </p:animEffect>
                                  </p:childTnLst>
                                </p:cTn>
                              </p:par>
                              <p:par>
                                <p:cTn id="35" presetID="10" presetClass="entr" presetSubtype="0" fill="hold" nodeType="withEffect">
                                  <p:stCondLst>
                                    <p:cond delay="600"/>
                                  </p:stCondLst>
                                  <p:childTnLst>
                                    <p:set>
                                      <p:cBhvr>
                                        <p:cTn id="36" dur="1" fill="hold">
                                          <p:stCondLst>
                                            <p:cond delay="0"/>
                                          </p:stCondLst>
                                        </p:cTn>
                                        <p:tgtEl>
                                          <p:spTgt spid="21"/>
                                        </p:tgtEl>
                                        <p:attrNameLst>
                                          <p:attrName>style.visibility</p:attrName>
                                        </p:attrNameLst>
                                      </p:cBhvr>
                                      <p:to>
                                        <p:strVal val="visible"/>
                                      </p:to>
                                    </p:set>
                                    <p:animEffect transition="in" filter="fade">
                                      <p:cBhvr>
                                        <p:cTn id="37" dur="400"/>
                                        <p:tgtEl>
                                          <p:spTgt spid="21"/>
                                        </p:tgtEl>
                                      </p:cBhvr>
                                    </p:animEffect>
                                  </p:childTnLst>
                                </p:cTn>
                              </p:par>
                              <p:par>
                                <p:cTn id="38" presetID="10" presetClass="entr" presetSubtype="0" fill="hold" nodeType="withEffect">
                                  <p:stCondLst>
                                    <p:cond delay="60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400"/>
                                        <p:tgtEl>
                                          <p:spTgt spid="22"/>
                                        </p:tgtEl>
                                      </p:cBhvr>
                                    </p:animEffect>
                                  </p:childTnLst>
                                </p:cTn>
                              </p:par>
                              <p:par>
                                <p:cTn id="41" presetID="10" presetClass="entr" presetSubtype="0" fill="hold" nodeType="withEffect">
                                  <p:stCondLst>
                                    <p:cond delay="100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400"/>
                                        <p:tgtEl>
                                          <p:spTgt spid="23"/>
                                        </p:tgtEl>
                                      </p:cBhvr>
                                    </p:animEffect>
                                  </p:childTnLst>
                                </p:cTn>
                              </p:par>
                              <p:par>
                                <p:cTn id="44" presetID="10" presetClass="entr" presetSubtype="0" fill="hold" nodeType="withEffect">
                                  <p:stCondLst>
                                    <p:cond delay="100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400"/>
                                        <p:tgtEl>
                                          <p:spTgt spid="24"/>
                                        </p:tgtEl>
                                      </p:cBhvr>
                                    </p:animEffect>
                                  </p:childTnLst>
                                </p:cTn>
                              </p:par>
                              <p:par>
                                <p:cTn id="47" presetID="10" presetClass="entr" presetSubtype="0" fill="hold" nodeType="withEffect">
                                  <p:stCondLst>
                                    <p:cond delay="100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400"/>
                                        <p:tgtEl>
                                          <p:spTgt spid="25"/>
                                        </p:tgtEl>
                                      </p:cBhvr>
                                    </p:animEffect>
                                  </p:childTnLst>
                                </p:cTn>
                              </p:par>
                              <p:par>
                                <p:cTn id="50" presetID="10" presetClass="entr" presetSubtype="0" fill="hold" nodeType="withEffect">
                                  <p:stCondLst>
                                    <p:cond delay="100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400"/>
                                        <p:tgtEl>
                                          <p:spTgt spid="26"/>
                                        </p:tgtEl>
                                      </p:cBhvr>
                                    </p:animEffect>
                                  </p:childTnLst>
                                </p:cTn>
                              </p:par>
                              <p:par>
                                <p:cTn id="53" presetID="10" presetClass="entr" presetSubtype="0" fill="hold" nodeType="withEffect">
                                  <p:stCondLst>
                                    <p:cond delay="100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400"/>
                                        <p:tgtEl>
                                          <p:spTgt spid="27"/>
                                        </p:tgtEl>
                                      </p:cBhvr>
                                    </p:animEffect>
                                  </p:childTnLst>
                                </p:cTn>
                              </p:par>
                              <p:par>
                                <p:cTn id="56" presetID="10" presetClass="entr" presetSubtype="0" fill="hold" nodeType="withEffect">
                                  <p:stCondLst>
                                    <p:cond delay="100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400"/>
                                        <p:tgtEl>
                                          <p:spTgt spid="28"/>
                                        </p:tgtEl>
                                      </p:cBhvr>
                                    </p:animEffect>
                                  </p:childTnLst>
                                </p:cTn>
                              </p:par>
                              <p:par>
                                <p:cTn id="59" presetID="10" presetClass="entr" presetSubtype="0" fill="hold" nodeType="withEffect">
                                  <p:stCondLst>
                                    <p:cond delay="1000"/>
                                  </p:stCondLst>
                                  <p:childTnLst>
                                    <p:set>
                                      <p:cBhvr>
                                        <p:cTn id="60" dur="1" fill="hold">
                                          <p:stCondLst>
                                            <p:cond delay="0"/>
                                          </p:stCondLst>
                                        </p:cTn>
                                        <p:tgtEl>
                                          <p:spTgt spid="29"/>
                                        </p:tgtEl>
                                        <p:attrNameLst>
                                          <p:attrName>style.visibility</p:attrName>
                                        </p:attrNameLst>
                                      </p:cBhvr>
                                      <p:to>
                                        <p:strVal val="visible"/>
                                      </p:to>
                                    </p:set>
                                    <p:animEffect transition="in" filter="fade">
                                      <p:cBhvr>
                                        <p:cTn id="61" dur="400"/>
                                        <p:tgtEl>
                                          <p:spTgt spid="29"/>
                                        </p:tgtEl>
                                      </p:cBhvr>
                                    </p:animEffect>
                                  </p:childTnLst>
                                </p:cTn>
                              </p:par>
                              <p:par>
                                <p:cTn id="62" presetID="10" presetClass="entr" presetSubtype="0" fill="hold" nodeType="withEffect">
                                  <p:stCondLst>
                                    <p:cond delay="1000"/>
                                  </p:stCondLst>
                                  <p:childTnLst>
                                    <p:set>
                                      <p:cBhvr>
                                        <p:cTn id="63" dur="1" fill="hold">
                                          <p:stCondLst>
                                            <p:cond delay="0"/>
                                          </p:stCondLst>
                                        </p:cTn>
                                        <p:tgtEl>
                                          <p:spTgt spid="30"/>
                                        </p:tgtEl>
                                        <p:attrNameLst>
                                          <p:attrName>style.visibility</p:attrName>
                                        </p:attrNameLst>
                                      </p:cBhvr>
                                      <p:to>
                                        <p:strVal val="visible"/>
                                      </p:to>
                                    </p:set>
                                    <p:animEffect transition="in" filter="fade">
                                      <p:cBhvr>
                                        <p:cTn id="64" dur="400"/>
                                        <p:tgtEl>
                                          <p:spTgt spid="30"/>
                                        </p:tgtEl>
                                      </p:cBhvr>
                                    </p:animEffect>
                                  </p:childTnLst>
                                </p:cTn>
                              </p:par>
                              <p:par>
                                <p:cTn id="65" presetID="10" presetClass="entr" presetSubtype="0" fill="hold" nodeType="withEffect">
                                  <p:stCondLst>
                                    <p:cond delay="1000"/>
                                  </p:stCondLst>
                                  <p:childTnLst>
                                    <p:set>
                                      <p:cBhvr>
                                        <p:cTn id="66" dur="1" fill="hold">
                                          <p:stCondLst>
                                            <p:cond delay="0"/>
                                          </p:stCondLst>
                                        </p:cTn>
                                        <p:tgtEl>
                                          <p:spTgt spid="31"/>
                                        </p:tgtEl>
                                        <p:attrNameLst>
                                          <p:attrName>style.visibility</p:attrName>
                                        </p:attrNameLst>
                                      </p:cBhvr>
                                      <p:to>
                                        <p:strVal val="visible"/>
                                      </p:to>
                                    </p:set>
                                    <p:animEffect transition="in" filter="fade">
                                      <p:cBhvr>
                                        <p:cTn id="67" dur="400"/>
                                        <p:tgtEl>
                                          <p:spTgt spid="31"/>
                                        </p:tgtEl>
                                      </p:cBhvr>
                                    </p:animEffect>
                                  </p:childTnLst>
                                </p:cTn>
                              </p:par>
                              <p:par>
                                <p:cTn id="68" presetID="10" presetClass="entr" presetSubtype="0" fill="hold" nodeType="withEffect">
                                  <p:stCondLst>
                                    <p:cond delay="1000"/>
                                  </p:stCondLst>
                                  <p:childTnLst>
                                    <p:set>
                                      <p:cBhvr>
                                        <p:cTn id="69" dur="1" fill="hold">
                                          <p:stCondLst>
                                            <p:cond delay="0"/>
                                          </p:stCondLst>
                                        </p:cTn>
                                        <p:tgtEl>
                                          <p:spTgt spid="32"/>
                                        </p:tgtEl>
                                        <p:attrNameLst>
                                          <p:attrName>style.visibility</p:attrName>
                                        </p:attrNameLst>
                                      </p:cBhvr>
                                      <p:to>
                                        <p:strVal val="visible"/>
                                      </p:to>
                                    </p:set>
                                    <p:animEffect transition="in" filter="fade">
                                      <p:cBhvr>
                                        <p:cTn id="70" dur="400"/>
                                        <p:tgtEl>
                                          <p:spTgt spid="32"/>
                                        </p:tgtEl>
                                      </p:cBhvr>
                                    </p:animEffect>
                                  </p:childTnLst>
                                </p:cTn>
                              </p:par>
                              <p:par>
                                <p:cTn id="71" presetID="10" presetClass="entr" presetSubtype="0" fill="hold" nodeType="withEffect">
                                  <p:stCondLst>
                                    <p:cond delay="1000"/>
                                  </p:stCondLst>
                                  <p:childTnLst>
                                    <p:set>
                                      <p:cBhvr>
                                        <p:cTn id="72" dur="1" fill="hold">
                                          <p:stCondLst>
                                            <p:cond delay="0"/>
                                          </p:stCondLst>
                                        </p:cTn>
                                        <p:tgtEl>
                                          <p:spTgt spid="33"/>
                                        </p:tgtEl>
                                        <p:attrNameLst>
                                          <p:attrName>style.visibility</p:attrName>
                                        </p:attrNameLst>
                                      </p:cBhvr>
                                      <p:to>
                                        <p:strVal val="visible"/>
                                      </p:to>
                                    </p:set>
                                    <p:animEffect transition="in" filter="fade">
                                      <p:cBhvr>
                                        <p:cTn id="73" dur="400"/>
                                        <p:tgtEl>
                                          <p:spTgt spid="33"/>
                                        </p:tgtEl>
                                      </p:cBhvr>
                                    </p:animEffect>
                                  </p:childTnLst>
                                </p:cTn>
                              </p:par>
                              <p:par>
                                <p:cTn id="74" presetID="10" presetClass="entr" presetSubtype="0" fill="hold" nodeType="withEffect">
                                  <p:stCondLst>
                                    <p:cond delay="1000"/>
                                  </p:stCondLst>
                                  <p:childTnLst>
                                    <p:set>
                                      <p:cBhvr>
                                        <p:cTn id="75" dur="1" fill="hold">
                                          <p:stCondLst>
                                            <p:cond delay="0"/>
                                          </p:stCondLst>
                                        </p:cTn>
                                        <p:tgtEl>
                                          <p:spTgt spid="34"/>
                                        </p:tgtEl>
                                        <p:attrNameLst>
                                          <p:attrName>style.visibility</p:attrName>
                                        </p:attrNameLst>
                                      </p:cBhvr>
                                      <p:to>
                                        <p:strVal val="visible"/>
                                      </p:to>
                                    </p:set>
                                    <p:animEffect transition="in" filter="fade">
                                      <p:cBhvr>
                                        <p:cTn id="76" dur="400"/>
                                        <p:tgtEl>
                                          <p:spTgt spid="34"/>
                                        </p:tgtEl>
                                      </p:cBhvr>
                                    </p:animEffect>
                                  </p:childTnLst>
                                </p:cTn>
                              </p:par>
                              <p:par>
                                <p:cTn id="77" presetID="10" presetClass="entr" presetSubtype="0" fill="hold" nodeType="withEffect">
                                  <p:stCondLst>
                                    <p:cond delay="1000"/>
                                  </p:stCondLst>
                                  <p:childTnLst>
                                    <p:set>
                                      <p:cBhvr>
                                        <p:cTn id="78" dur="1" fill="hold">
                                          <p:stCondLst>
                                            <p:cond delay="0"/>
                                          </p:stCondLst>
                                        </p:cTn>
                                        <p:tgtEl>
                                          <p:spTgt spid="35"/>
                                        </p:tgtEl>
                                        <p:attrNameLst>
                                          <p:attrName>style.visibility</p:attrName>
                                        </p:attrNameLst>
                                      </p:cBhvr>
                                      <p:to>
                                        <p:strVal val="visible"/>
                                      </p:to>
                                    </p:set>
                                    <p:animEffect transition="in" filter="fade">
                                      <p:cBhvr>
                                        <p:cTn id="79" dur="400"/>
                                        <p:tgtEl>
                                          <p:spTgt spid="35"/>
                                        </p:tgtEl>
                                      </p:cBhvr>
                                    </p:animEffect>
                                  </p:childTnLst>
                                </p:cTn>
                              </p:par>
                              <p:par>
                                <p:cTn id="80" presetID="10" presetClass="entr" presetSubtype="0" fill="hold" nodeType="withEffect">
                                  <p:stCondLst>
                                    <p:cond delay="1000"/>
                                  </p:stCondLst>
                                  <p:childTnLst>
                                    <p:set>
                                      <p:cBhvr>
                                        <p:cTn id="81" dur="1" fill="hold">
                                          <p:stCondLst>
                                            <p:cond delay="0"/>
                                          </p:stCondLst>
                                        </p:cTn>
                                        <p:tgtEl>
                                          <p:spTgt spid="36"/>
                                        </p:tgtEl>
                                        <p:attrNameLst>
                                          <p:attrName>style.visibility</p:attrName>
                                        </p:attrNameLst>
                                      </p:cBhvr>
                                      <p:to>
                                        <p:strVal val="visible"/>
                                      </p:to>
                                    </p:set>
                                    <p:animEffect transition="in" filter="fade">
                                      <p:cBhvr>
                                        <p:cTn id="82" dur="400"/>
                                        <p:tgtEl>
                                          <p:spTgt spid="36"/>
                                        </p:tgtEl>
                                      </p:cBhvr>
                                    </p:animEffect>
                                  </p:childTnLst>
                                </p:cTn>
                              </p:par>
                              <p:par>
                                <p:cTn id="83" presetID="10" presetClass="entr" presetSubtype="0" fill="hold" nodeType="withEffect">
                                  <p:stCondLst>
                                    <p:cond delay="1000"/>
                                  </p:stCondLst>
                                  <p:childTnLst>
                                    <p:set>
                                      <p:cBhvr>
                                        <p:cTn id="84" dur="1" fill="hold">
                                          <p:stCondLst>
                                            <p:cond delay="0"/>
                                          </p:stCondLst>
                                        </p:cTn>
                                        <p:tgtEl>
                                          <p:spTgt spid="37"/>
                                        </p:tgtEl>
                                        <p:attrNameLst>
                                          <p:attrName>style.visibility</p:attrName>
                                        </p:attrNameLst>
                                      </p:cBhvr>
                                      <p:to>
                                        <p:strVal val="visible"/>
                                      </p:to>
                                    </p:set>
                                    <p:animEffect transition="in" filter="fade">
                                      <p:cBhvr>
                                        <p:cTn id="85" dur="400"/>
                                        <p:tgtEl>
                                          <p:spTgt spid="37"/>
                                        </p:tgtEl>
                                      </p:cBhvr>
                                    </p:animEffect>
                                  </p:childTnLst>
                                </p:cTn>
                              </p:par>
                              <p:par>
                                <p:cTn id="86" presetID="10" presetClass="entr" presetSubtype="0" fill="hold" nodeType="withEffect">
                                  <p:stCondLst>
                                    <p:cond delay="1000"/>
                                  </p:stCondLst>
                                  <p:childTnLst>
                                    <p:set>
                                      <p:cBhvr>
                                        <p:cTn id="87" dur="1" fill="hold">
                                          <p:stCondLst>
                                            <p:cond delay="0"/>
                                          </p:stCondLst>
                                        </p:cTn>
                                        <p:tgtEl>
                                          <p:spTgt spid="38"/>
                                        </p:tgtEl>
                                        <p:attrNameLst>
                                          <p:attrName>style.visibility</p:attrName>
                                        </p:attrNameLst>
                                      </p:cBhvr>
                                      <p:to>
                                        <p:strVal val="visible"/>
                                      </p:to>
                                    </p:set>
                                    <p:animEffect transition="in" filter="fade">
                                      <p:cBhvr>
                                        <p:cTn id="88" dur="400"/>
                                        <p:tgtEl>
                                          <p:spTgt spid="38"/>
                                        </p:tgtEl>
                                      </p:cBhvr>
                                    </p:animEffect>
                                  </p:childTnLst>
                                </p:cTn>
                              </p:par>
                              <p:par>
                                <p:cTn id="89" presetID="10" presetClass="entr" presetSubtype="0" fill="hold" nodeType="withEffect">
                                  <p:stCondLst>
                                    <p:cond delay="1000"/>
                                  </p:stCondLst>
                                  <p:childTnLst>
                                    <p:set>
                                      <p:cBhvr>
                                        <p:cTn id="90" dur="1" fill="hold">
                                          <p:stCondLst>
                                            <p:cond delay="0"/>
                                          </p:stCondLst>
                                        </p:cTn>
                                        <p:tgtEl>
                                          <p:spTgt spid="39"/>
                                        </p:tgtEl>
                                        <p:attrNameLst>
                                          <p:attrName>style.visibility</p:attrName>
                                        </p:attrNameLst>
                                      </p:cBhvr>
                                      <p:to>
                                        <p:strVal val="visible"/>
                                      </p:to>
                                    </p:set>
                                    <p:animEffect transition="in" filter="fade">
                                      <p:cBhvr>
                                        <p:cTn id="91" dur="400"/>
                                        <p:tgtEl>
                                          <p:spTgt spid="39"/>
                                        </p:tgtEl>
                                      </p:cBhvr>
                                    </p:animEffect>
                                  </p:childTnLst>
                                </p:cTn>
                              </p:par>
                              <p:par>
                                <p:cTn id="92" presetID="10" presetClass="entr" presetSubtype="0" fill="hold" nodeType="withEffect">
                                  <p:stCondLst>
                                    <p:cond delay="1000"/>
                                  </p:stCondLst>
                                  <p:childTnLst>
                                    <p:set>
                                      <p:cBhvr>
                                        <p:cTn id="93" dur="1" fill="hold">
                                          <p:stCondLst>
                                            <p:cond delay="0"/>
                                          </p:stCondLst>
                                        </p:cTn>
                                        <p:tgtEl>
                                          <p:spTgt spid="40"/>
                                        </p:tgtEl>
                                        <p:attrNameLst>
                                          <p:attrName>style.visibility</p:attrName>
                                        </p:attrNameLst>
                                      </p:cBhvr>
                                      <p:to>
                                        <p:strVal val="visible"/>
                                      </p:to>
                                    </p:set>
                                    <p:animEffect transition="in" filter="fade">
                                      <p:cBhvr>
                                        <p:cTn id="94" dur="400"/>
                                        <p:tgtEl>
                                          <p:spTgt spid="40"/>
                                        </p:tgtEl>
                                      </p:cBhvr>
                                    </p:animEffect>
                                  </p:childTnLst>
                                </p:cTn>
                              </p:par>
                              <p:par>
                                <p:cTn id="95" presetID="10" presetClass="entr" presetSubtype="0" fill="hold" nodeType="withEffect">
                                  <p:stCondLst>
                                    <p:cond delay="1000"/>
                                  </p:stCondLst>
                                  <p:childTnLst>
                                    <p:set>
                                      <p:cBhvr>
                                        <p:cTn id="96" dur="1" fill="hold">
                                          <p:stCondLst>
                                            <p:cond delay="0"/>
                                          </p:stCondLst>
                                        </p:cTn>
                                        <p:tgtEl>
                                          <p:spTgt spid="41"/>
                                        </p:tgtEl>
                                        <p:attrNameLst>
                                          <p:attrName>style.visibility</p:attrName>
                                        </p:attrNameLst>
                                      </p:cBhvr>
                                      <p:to>
                                        <p:strVal val="visible"/>
                                      </p:to>
                                    </p:set>
                                    <p:animEffect transition="in" filter="fade">
                                      <p:cBhvr>
                                        <p:cTn id="97" dur="400"/>
                                        <p:tgtEl>
                                          <p:spTgt spid="41"/>
                                        </p:tgtEl>
                                      </p:cBhvr>
                                    </p:animEffect>
                                  </p:childTnLst>
                                </p:cTn>
                              </p:par>
                              <p:par>
                                <p:cTn id="98" presetID="10" presetClass="entr" presetSubtype="0" fill="hold" nodeType="withEffect">
                                  <p:stCondLst>
                                    <p:cond delay="1000"/>
                                  </p:stCondLst>
                                  <p:childTnLst>
                                    <p:set>
                                      <p:cBhvr>
                                        <p:cTn id="99" dur="1" fill="hold">
                                          <p:stCondLst>
                                            <p:cond delay="0"/>
                                          </p:stCondLst>
                                        </p:cTn>
                                        <p:tgtEl>
                                          <p:spTgt spid="42"/>
                                        </p:tgtEl>
                                        <p:attrNameLst>
                                          <p:attrName>style.visibility</p:attrName>
                                        </p:attrNameLst>
                                      </p:cBhvr>
                                      <p:to>
                                        <p:strVal val="visible"/>
                                      </p:to>
                                    </p:set>
                                    <p:animEffect transition="in" filter="fade">
                                      <p:cBhvr>
                                        <p:cTn id="100" dur="400"/>
                                        <p:tgtEl>
                                          <p:spTgt spid="42"/>
                                        </p:tgtEl>
                                      </p:cBhvr>
                                    </p:animEffect>
                                  </p:childTnLst>
                                </p:cTn>
                              </p:par>
                              <p:par>
                                <p:cTn id="101" presetID="10" presetClass="entr" presetSubtype="0" fill="hold" nodeType="withEffect">
                                  <p:stCondLst>
                                    <p:cond delay="1000"/>
                                  </p:stCondLst>
                                  <p:childTnLst>
                                    <p:set>
                                      <p:cBhvr>
                                        <p:cTn id="102" dur="1" fill="hold">
                                          <p:stCondLst>
                                            <p:cond delay="0"/>
                                          </p:stCondLst>
                                        </p:cTn>
                                        <p:tgtEl>
                                          <p:spTgt spid="43"/>
                                        </p:tgtEl>
                                        <p:attrNameLst>
                                          <p:attrName>style.visibility</p:attrName>
                                        </p:attrNameLst>
                                      </p:cBhvr>
                                      <p:to>
                                        <p:strVal val="visible"/>
                                      </p:to>
                                    </p:set>
                                    <p:animEffect transition="in" filter="fade">
                                      <p:cBhvr>
                                        <p:cTn id="103" dur="400"/>
                                        <p:tgtEl>
                                          <p:spTgt spid="43"/>
                                        </p:tgtEl>
                                      </p:cBhvr>
                                    </p:animEffect>
                                  </p:childTnLst>
                                </p:cTn>
                              </p:par>
                              <p:par>
                                <p:cTn id="104" presetID="10" presetClass="entr" presetSubtype="0" fill="hold" nodeType="withEffect">
                                  <p:stCondLst>
                                    <p:cond delay="1000"/>
                                  </p:stCondLst>
                                  <p:childTnLst>
                                    <p:set>
                                      <p:cBhvr>
                                        <p:cTn id="105" dur="1" fill="hold">
                                          <p:stCondLst>
                                            <p:cond delay="0"/>
                                          </p:stCondLst>
                                        </p:cTn>
                                        <p:tgtEl>
                                          <p:spTgt spid="44"/>
                                        </p:tgtEl>
                                        <p:attrNameLst>
                                          <p:attrName>style.visibility</p:attrName>
                                        </p:attrNameLst>
                                      </p:cBhvr>
                                      <p:to>
                                        <p:strVal val="visible"/>
                                      </p:to>
                                    </p:set>
                                    <p:animEffect transition="in" filter="fade">
                                      <p:cBhvr>
                                        <p:cTn id="106" dur="400"/>
                                        <p:tgtEl>
                                          <p:spTgt spid="44"/>
                                        </p:tgtEl>
                                      </p:cBhvr>
                                    </p:animEffect>
                                  </p:childTnLst>
                                </p:cTn>
                              </p:par>
                              <p:par>
                                <p:cTn id="107" presetID="10" presetClass="entr" presetSubtype="0" fill="hold" nodeType="withEffect">
                                  <p:stCondLst>
                                    <p:cond delay="1250"/>
                                  </p:stCondLst>
                                  <p:childTnLst>
                                    <p:set>
                                      <p:cBhvr>
                                        <p:cTn id="108" dur="1" fill="hold">
                                          <p:stCondLst>
                                            <p:cond delay="0"/>
                                          </p:stCondLst>
                                        </p:cTn>
                                        <p:tgtEl>
                                          <p:spTgt spid="45"/>
                                        </p:tgtEl>
                                        <p:attrNameLst>
                                          <p:attrName>style.visibility</p:attrName>
                                        </p:attrNameLst>
                                      </p:cBhvr>
                                      <p:to>
                                        <p:strVal val="visible"/>
                                      </p:to>
                                    </p:set>
                                    <p:animEffect transition="in" filter="fade">
                                      <p:cBhvr>
                                        <p:cTn id="109" dur="400"/>
                                        <p:tgtEl>
                                          <p:spTgt spid="45"/>
                                        </p:tgtEl>
                                      </p:cBhvr>
                                    </p:animEffect>
                                  </p:childTnLst>
                                </p:cTn>
                              </p:par>
                              <p:par>
                                <p:cTn id="110" presetID="10" presetClass="entr" presetSubtype="0" fill="hold" nodeType="withEffect">
                                  <p:stCondLst>
                                    <p:cond delay="1250"/>
                                  </p:stCondLst>
                                  <p:childTnLst>
                                    <p:set>
                                      <p:cBhvr>
                                        <p:cTn id="111" dur="1" fill="hold">
                                          <p:stCondLst>
                                            <p:cond delay="0"/>
                                          </p:stCondLst>
                                        </p:cTn>
                                        <p:tgtEl>
                                          <p:spTgt spid="46"/>
                                        </p:tgtEl>
                                        <p:attrNameLst>
                                          <p:attrName>style.visibility</p:attrName>
                                        </p:attrNameLst>
                                      </p:cBhvr>
                                      <p:to>
                                        <p:strVal val="visible"/>
                                      </p:to>
                                    </p:set>
                                    <p:animEffect transition="in" filter="fade">
                                      <p:cBhvr>
                                        <p:cTn id="112" dur="400"/>
                                        <p:tgtEl>
                                          <p:spTgt spid="46"/>
                                        </p:tgtEl>
                                      </p:cBhvr>
                                    </p:animEffect>
                                  </p:childTnLst>
                                </p:cTn>
                              </p:par>
                              <p:par>
                                <p:cTn id="113" presetID="10" presetClass="entr" presetSubtype="0" fill="hold" nodeType="withEffect">
                                  <p:stCondLst>
                                    <p:cond delay="1250"/>
                                  </p:stCondLst>
                                  <p:childTnLst>
                                    <p:set>
                                      <p:cBhvr>
                                        <p:cTn id="114" dur="1" fill="hold">
                                          <p:stCondLst>
                                            <p:cond delay="0"/>
                                          </p:stCondLst>
                                        </p:cTn>
                                        <p:tgtEl>
                                          <p:spTgt spid="47"/>
                                        </p:tgtEl>
                                        <p:attrNameLst>
                                          <p:attrName>style.visibility</p:attrName>
                                        </p:attrNameLst>
                                      </p:cBhvr>
                                      <p:to>
                                        <p:strVal val="visible"/>
                                      </p:to>
                                    </p:set>
                                    <p:animEffect transition="in" filter="fade">
                                      <p:cBhvr>
                                        <p:cTn id="115" dur="400"/>
                                        <p:tgtEl>
                                          <p:spTgt spid="47"/>
                                        </p:tgtEl>
                                      </p:cBhvr>
                                    </p:animEffect>
                                  </p:childTnLst>
                                </p:cTn>
                              </p:par>
                              <p:par>
                                <p:cTn id="116" presetID="10" presetClass="entr" presetSubtype="0" fill="hold" nodeType="withEffect">
                                  <p:stCondLst>
                                    <p:cond delay="1250"/>
                                  </p:stCondLst>
                                  <p:childTnLst>
                                    <p:set>
                                      <p:cBhvr>
                                        <p:cTn id="117" dur="1" fill="hold">
                                          <p:stCondLst>
                                            <p:cond delay="0"/>
                                          </p:stCondLst>
                                        </p:cTn>
                                        <p:tgtEl>
                                          <p:spTgt spid="48"/>
                                        </p:tgtEl>
                                        <p:attrNameLst>
                                          <p:attrName>style.visibility</p:attrName>
                                        </p:attrNameLst>
                                      </p:cBhvr>
                                      <p:to>
                                        <p:strVal val="visible"/>
                                      </p:to>
                                    </p:set>
                                    <p:animEffect transition="in" filter="fade">
                                      <p:cBhvr>
                                        <p:cTn id="118" dur="400"/>
                                        <p:tgtEl>
                                          <p:spTgt spid="48"/>
                                        </p:tgtEl>
                                      </p:cBhvr>
                                    </p:animEffect>
                                  </p:childTnLst>
                                </p:cTn>
                              </p:par>
                              <p:par>
                                <p:cTn id="119" presetID="10" presetClass="entr" presetSubtype="0" fill="hold" nodeType="withEffect">
                                  <p:stCondLst>
                                    <p:cond delay="1250"/>
                                  </p:stCondLst>
                                  <p:childTnLst>
                                    <p:set>
                                      <p:cBhvr>
                                        <p:cTn id="120" dur="1" fill="hold">
                                          <p:stCondLst>
                                            <p:cond delay="0"/>
                                          </p:stCondLst>
                                        </p:cTn>
                                        <p:tgtEl>
                                          <p:spTgt spid="49"/>
                                        </p:tgtEl>
                                        <p:attrNameLst>
                                          <p:attrName>style.visibility</p:attrName>
                                        </p:attrNameLst>
                                      </p:cBhvr>
                                      <p:to>
                                        <p:strVal val="visible"/>
                                      </p:to>
                                    </p:set>
                                    <p:animEffect transition="in" filter="fade">
                                      <p:cBhvr>
                                        <p:cTn id="121" dur="400"/>
                                        <p:tgtEl>
                                          <p:spTgt spid="49"/>
                                        </p:tgtEl>
                                      </p:cBhvr>
                                    </p:animEffect>
                                  </p:childTnLst>
                                </p:cTn>
                              </p:par>
                              <p:par>
                                <p:cTn id="122" presetID="10" presetClass="entr" presetSubtype="0" fill="hold" nodeType="withEffect">
                                  <p:stCondLst>
                                    <p:cond delay="1250"/>
                                  </p:stCondLst>
                                  <p:childTnLst>
                                    <p:set>
                                      <p:cBhvr>
                                        <p:cTn id="123" dur="1" fill="hold">
                                          <p:stCondLst>
                                            <p:cond delay="0"/>
                                          </p:stCondLst>
                                        </p:cTn>
                                        <p:tgtEl>
                                          <p:spTgt spid="50"/>
                                        </p:tgtEl>
                                        <p:attrNameLst>
                                          <p:attrName>style.visibility</p:attrName>
                                        </p:attrNameLst>
                                      </p:cBhvr>
                                      <p:to>
                                        <p:strVal val="visible"/>
                                      </p:to>
                                    </p:set>
                                    <p:animEffect transition="in" filter="fade">
                                      <p:cBhvr>
                                        <p:cTn id="124" dur="400"/>
                                        <p:tgtEl>
                                          <p:spTgt spid="50"/>
                                        </p:tgtEl>
                                      </p:cBhvr>
                                    </p:animEffect>
                                  </p:childTnLst>
                                </p:cTn>
                              </p:par>
                              <p:par>
                                <p:cTn id="125" presetID="10" presetClass="entr" presetSubtype="0" fill="hold" nodeType="withEffect">
                                  <p:stCondLst>
                                    <p:cond delay="1250"/>
                                  </p:stCondLst>
                                  <p:childTnLst>
                                    <p:set>
                                      <p:cBhvr>
                                        <p:cTn id="126" dur="1" fill="hold">
                                          <p:stCondLst>
                                            <p:cond delay="0"/>
                                          </p:stCondLst>
                                        </p:cTn>
                                        <p:tgtEl>
                                          <p:spTgt spid="51"/>
                                        </p:tgtEl>
                                        <p:attrNameLst>
                                          <p:attrName>style.visibility</p:attrName>
                                        </p:attrNameLst>
                                      </p:cBhvr>
                                      <p:to>
                                        <p:strVal val="visible"/>
                                      </p:to>
                                    </p:set>
                                    <p:animEffect transition="in" filter="fade">
                                      <p:cBhvr>
                                        <p:cTn id="127" dur="400"/>
                                        <p:tgtEl>
                                          <p:spTgt spid="51"/>
                                        </p:tgtEl>
                                      </p:cBhvr>
                                    </p:animEffect>
                                  </p:childTnLst>
                                </p:cTn>
                              </p:par>
                              <p:par>
                                <p:cTn id="128" presetID="10" presetClass="entr" presetSubtype="0" fill="hold" nodeType="withEffect">
                                  <p:stCondLst>
                                    <p:cond delay="1250"/>
                                  </p:stCondLst>
                                  <p:childTnLst>
                                    <p:set>
                                      <p:cBhvr>
                                        <p:cTn id="129" dur="1" fill="hold">
                                          <p:stCondLst>
                                            <p:cond delay="0"/>
                                          </p:stCondLst>
                                        </p:cTn>
                                        <p:tgtEl>
                                          <p:spTgt spid="52"/>
                                        </p:tgtEl>
                                        <p:attrNameLst>
                                          <p:attrName>style.visibility</p:attrName>
                                        </p:attrNameLst>
                                      </p:cBhvr>
                                      <p:to>
                                        <p:strVal val="visible"/>
                                      </p:to>
                                    </p:set>
                                    <p:animEffect transition="in" filter="fade">
                                      <p:cBhvr>
                                        <p:cTn id="130" dur="400"/>
                                        <p:tgtEl>
                                          <p:spTgt spid="52"/>
                                        </p:tgtEl>
                                      </p:cBhvr>
                                    </p:animEffect>
                                  </p:childTnLst>
                                </p:cTn>
                              </p:par>
                              <p:par>
                                <p:cTn id="131" presetID="10" presetClass="entr" presetSubtype="0" fill="hold" nodeType="withEffect">
                                  <p:stCondLst>
                                    <p:cond delay="1250"/>
                                  </p:stCondLst>
                                  <p:childTnLst>
                                    <p:set>
                                      <p:cBhvr>
                                        <p:cTn id="132" dur="1" fill="hold">
                                          <p:stCondLst>
                                            <p:cond delay="0"/>
                                          </p:stCondLst>
                                        </p:cTn>
                                        <p:tgtEl>
                                          <p:spTgt spid="53"/>
                                        </p:tgtEl>
                                        <p:attrNameLst>
                                          <p:attrName>style.visibility</p:attrName>
                                        </p:attrNameLst>
                                      </p:cBhvr>
                                      <p:to>
                                        <p:strVal val="visible"/>
                                      </p:to>
                                    </p:set>
                                    <p:animEffect transition="in" filter="fade">
                                      <p:cBhvr>
                                        <p:cTn id="133" dur="400"/>
                                        <p:tgtEl>
                                          <p:spTgt spid="53"/>
                                        </p:tgtEl>
                                      </p:cBhvr>
                                    </p:animEffect>
                                  </p:childTnLst>
                                </p:cTn>
                              </p:par>
                              <p:par>
                                <p:cTn id="134" presetID="10" presetClass="entr" presetSubtype="0" fill="hold" nodeType="withEffect">
                                  <p:stCondLst>
                                    <p:cond delay="1250"/>
                                  </p:stCondLst>
                                  <p:childTnLst>
                                    <p:set>
                                      <p:cBhvr>
                                        <p:cTn id="135" dur="1" fill="hold">
                                          <p:stCondLst>
                                            <p:cond delay="0"/>
                                          </p:stCondLst>
                                        </p:cTn>
                                        <p:tgtEl>
                                          <p:spTgt spid="54"/>
                                        </p:tgtEl>
                                        <p:attrNameLst>
                                          <p:attrName>style.visibility</p:attrName>
                                        </p:attrNameLst>
                                      </p:cBhvr>
                                      <p:to>
                                        <p:strVal val="visible"/>
                                      </p:to>
                                    </p:set>
                                    <p:animEffect transition="in" filter="fade">
                                      <p:cBhvr>
                                        <p:cTn id="136" dur="400"/>
                                        <p:tgtEl>
                                          <p:spTgt spid="54"/>
                                        </p:tgtEl>
                                      </p:cBhvr>
                                    </p:animEffect>
                                  </p:childTnLst>
                                </p:cTn>
                              </p:par>
                              <p:par>
                                <p:cTn id="137" presetID="10" presetClass="entr" presetSubtype="0" fill="hold" nodeType="withEffect">
                                  <p:stCondLst>
                                    <p:cond delay="1250"/>
                                  </p:stCondLst>
                                  <p:childTnLst>
                                    <p:set>
                                      <p:cBhvr>
                                        <p:cTn id="138" dur="1" fill="hold">
                                          <p:stCondLst>
                                            <p:cond delay="0"/>
                                          </p:stCondLst>
                                        </p:cTn>
                                        <p:tgtEl>
                                          <p:spTgt spid="55"/>
                                        </p:tgtEl>
                                        <p:attrNameLst>
                                          <p:attrName>style.visibility</p:attrName>
                                        </p:attrNameLst>
                                      </p:cBhvr>
                                      <p:to>
                                        <p:strVal val="visible"/>
                                      </p:to>
                                    </p:set>
                                    <p:animEffect transition="in" filter="fade">
                                      <p:cBhvr>
                                        <p:cTn id="139" dur="400"/>
                                        <p:tgtEl>
                                          <p:spTgt spid="55"/>
                                        </p:tgtEl>
                                      </p:cBhvr>
                                    </p:animEffect>
                                  </p:childTnLst>
                                </p:cTn>
                              </p:par>
                              <p:par>
                                <p:cTn id="140" presetID="10" presetClass="entr" presetSubtype="0" fill="hold" nodeType="withEffect">
                                  <p:stCondLst>
                                    <p:cond delay="1250"/>
                                  </p:stCondLst>
                                  <p:childTnLst>
                                    <p:set>
                                      <p:cBhvr>
                                        <p:cTn id="141" dur="1" fill="hold">
                                          <p:stCondLst>
                                            <p:cond delay="0"/>
                                          </p:stCondLst>
                                        </p:cTn>
                                        <p:tgtEl>
                                          <p:spTgt spid="56"/>
                                        </p:tgtEl>
                                        <p:attrNameLst>
                                          <p:attrName>style.visibility</p:attrName>
                                        </p:attrNameLst>
                                      </p:cBhvr>
                                      <p:to>
                                        <p:strVal val="visible"/>
                                      </p:to>
                                    </p:set>
                                    <p:animEffect transition="in" filter="fade">
                                      <p:cBhvr>
                                        <p:cTn id="142" dur="400"/>
                                        <p:tgtEl>
                                          <p:spTgt spid="56"/>
                                        </p:tgtEl>
                                      </p:cBhvr>
                                    </p:animEffect>
                                  </p:childTnLst>
                                </p:cTn>
                              </p:par>
                              <p:par>
                                <p:cTn id="143" presetID="10" presetClass="entr" presetSubtype="0" fill="hold" nodeType="withEffect">
                                  <p:stCondLst>
                                    <p:cond delay="1250"/>
                                  </p:stCondLst>
                                  <p:childTnLst>
                                    <p:set>
                                      <p:cBhvr>
                                        <p:cTn id="144" dur="1" fill="hold">
                                          <p:stCondLst>
                                            <p:cond delay="0"/>
                                          </p:stCondLst>
                                        </p:cTn>
                                        <p:tgtEl>
                                          <p:spTgt spid="57"/>
                                        </p:tgtEl>
                                        <p:attrNameLst>
                                          <p:attrName>style.visibility</p:attrName>
                                        </p:attrNameLst>
                                      </p:cBhvr>
                                      <p:to>
                                        <p:strVal val="visible"/>
                                      </p:to>
                                    </p:set>
                                    <p:animEffect transition="in" filter="fade">
                                      <p:cBhvr>
                                        <p:cTn id="145" dur="400"/>
                                        <p:tgtEl>
                                          <p:spTgt spid="57"/>
                                        </p:tgtEl>
                                      </p:cBhvr>
                                    </p:animEffect>
                                  </p:childTnLst>
                                </p:cTn>
                              </p:par>
                              <p:par>
                                <p:cTn id="146" presetID="10" presetClass="entr" presetSubtype="0" fill="hold" nodeType="withEffect">
                                  <p:stCondLst>
                                    <p:cond delay="1250"/>
                                  </p:stCondLst>
                                  <p:childTnLst>
                                    <p:set>
                                      <p:cBhvr>
                                        <p:cTn id="147" dur="1" fill="hold">
                                          <p:stCondLst>
                                            <p:cond delay="0"/>
                                          </p:stCondLst>
                                        </p:cTn>
                                        <p:tgtEl>
                                          <p:spTgt spid="58"/>
                                        </p:tgtEl>
                                        <p:attrNameLst>
                                          <p:attrName>style.visibility</p:attrName>
                                        </p:attrNameLst>
                                      </p:cBhvr>
                                      <p:to>
                                        <p:strVal val="visible"/>
                                      </p:to>
                                    </p:set>
                                    <p:animEffect transition="in" filter="fade">
                                      <p:cBhvr>
                                        <p:cTn id="148" dur="400"/>
                                        <p:tgtEl>
                                          <p:spTgt spid="58"/>
                                        </p:tgtEl>
                                      </p:cBhvr>
                                    </p:animEffect>
                                  </p:childTnLst>
                                </p:cTn>
                              </p:par>
                              <p:par>
                                <p:cTn id="149" presetID="10" presetClass="entr" presetSubtype="0" fill="hold" nodeType="withEffect">
                                  <p:stCondLst>
                                    <p:cond delay="1250"/>
                                  </p:stCondLst>
                                  <p:childTnLst>
                                    <p:set>
                                      <p:cBhvr>
                                        <p:cTn id="150" dur="1" fill="hold">
                                          <p:stCondLst>
                                            <p:cond delay="0"/>
                                          </p:stCondLst>
                                        </p:cTn>
                                        <p:tgtEl>
                                          <p:spTgt spid="59"/>
                                        </p:tgtEl>
                                        <p:attrNameLst>
                                          <p:attrName>style.visibility</p:attrName>
                                        </p:attrNameLst>
                                      </p:cBhvr>
                                      <p:to>
                                        <p:strVal val="visible"/>
                                      </p:to>
                                    </p:set>
                                    <p:animEffect transition="in" filter="fade">
                                      <p:cBhvr>
                                        <p:cTn id="151" dur="400"/>
                                        <p:tgtEl>
                                          <p:spTgt spid="59"/>
                                        </p:tgtEl>
                                      </p:cBhvr>
                                    </p:animEffect>
                                  </p:childTnLst>
                                </p:cTn>
                              </p:par>
                              <p:par>
                                <p:cTn id="152" presetID="10" presetClass="entr" presetSubtype="0" fill="hold" nodeType="withEffect">
                                  <p:stCondLst>
                                    <p:cond delay="1250"/>
                                  </p:stCondLst>
                                  <p:childTnLst>
                                    <p:set>
                                      <p:cBhvr>
                                        <p:cTn id="153" dur="1" fill="hold">
                                          <p:stCondLst>
                                            <p:cond delay="0"/>
                                          </p:stCondLst>
                                        </p:cTn>
                                        <p:tgtEl>
                                          <p:spTgt spid="60"/>
                                        </p:tgtEl>
                                        <p:attrNameLst>
                                          <p:attrName>style.visibility</p:attrName>
                                        </p:attrNameLst>
                                      </p:cBhvr>
                                      <p:to>
                                        <p:strVal val="visible"/>
                                      </p:to>
                                    </p:set>
                                    <p:animEffect transition="in" filter="fade">
                                      <p:cBhvr>
                                        <p:cTn id="154" dur="400"/>
                                        <p:tgtEl>
                                          <p:spTgt spid="60"/>
                                        </p:tgtEl>
                                      </p:cBhvr>
                                    </p:animEffect>
                                  </p:childTnLst>
                                </p:cTn>
                              </p:par>
                              <p:par>
                                <p:cTn id="155" presetID="10" presetClass="entr" presetSubtype="0" fill="hold" nodeType="withEffect">
                                  <p:stCondLst>
                                    <p:cond delay="1250"/>
                                  </p:stCondLst>
                                  <p:childTnLst>
                                    <p:set>
                                      <p:cBhvr>
                                        <p:cTn id="156" dur="1" fill="hold">
                                          <p:stCondLst>
                                            <p:cond delay="0"/>
                                          </p:stCondLst>
                                        </p:cTn>
                                        <p:tgtEl>
                                          <p:spTgt spid="61"/>
                                        </p:tgtEl>
                                        <p:attrNameLst>
                                          <p:attrName>style.visibility</p:attrName>
                                        </p:attrNameLst>
                                      </p:cBhvr>
                                      <p:to>
                                        <p:strVal val="visible"/>
                                      </p:to>
                                    </p:set>
                                    <p:animEffect transition="in" filter="fade">
                                      <p:cBhvr>
                                        <p:cTn id="157" dur="400"/>
                                        <p:tgtEl>
                                          <p:spTgt spid="61"/>
                                        </p:tgtEl>
                                      </p:cBhvr>
                                    </p:animEffect>
                                  </p:childTnLst>
                                </p:cTn>
                              </p:par>
                              <p:par>
                                <p:cTn id="158" presetID="10" presetClass="entr" presetSubtype="0" fill="hold" nodeType="withEffect">
                                  <p:stCondLst>
                                    <p:cond delay="1250"/>
                                  </p:stCondLst>
                                  <p:childTnLst>
                                    <p:set>
                                      <p:cBhvr>
                                        <p:cTn id="159" dur="1" fill="hold">
                                          <p:stCondLst>
                                            <p:cond delay="0"/>
                                          </p:stCondLst>
                                        </p:cTn>
                                        <p:tgtEl>
                                          <p:spTgt spid="62"/>
                                        </p:tgtEl>
                                        <p:attrNameLst>
                                          <p:attrName>style.visibility</p:attrName>
                                        </p:attrNameLst>
                                      </p:cBhvr>
                                      <p:to>
                                        <p:strVal val="visible"/>
                                      </p:to>
                                    </p:set>
                                    <p:animEffect transition="in" filter="fade">
                                      <p:cBhvr>
                                        <p:cTn id="160" dur="400"/>
                                        <p:tgtEl>
                                          <p:spTgt spid="62"/>
                                        </p:tgtEl>
                                      </p:cBhvr>
                                    </p:animEffect>
                                  </p:childTnLst>
                                </p:cTn>
                              </p:par>
                              <p:par>
                                <p:cTn id="161" presetID="10" presetClass="entr" presetSubtype="0" fill="hold" nodeType="withEffect">
                                  <p:stCondLst>
                                    <p:cond delay="1250"/>
                                  </p:stCondLst>
                                  <p:childTnLst>
                                    <p:set>
                                      <p:cBhvr>
                                        <p:cTn id="162" dur="1" fill="hold">
                                          <p:stCondLst>
                                            <p:cond delay="0"/>
                                          </p:stCondLst>
                                        </p:cTn>
                                        <p:tgtEl>
                                          <p:spTgt spid="63"/>
                                        </p:tgtEl>
                                        <p:attrNameLst>
                                          <p:attrName>style.visibility</p:attrName>
                                        </p:attrNameLst>
                                      </p:cBhvr>
                                      <p:to>
                                        <p:strVal val="visible"/>
                                      </p:to>
                                    </p:set>
                                    <p:animEffect transition="in" filter="fade">
                                      <p:cBhvr>
                                        <p:cTn id="163" dur="400"/>
                                        <p:tgtEl>
                                          <p:spTgt spid="63"/>
                                        </p:tgtEl>
                                      </p:cBhvr>
                                    </p:animEffect>
                                  </p:childTnLst>
                                </p:cTn>
                              </p:par>
                              <p:par>
                                <p:cTn id="164" presetID="10" presetClass="entr" presetSubtype="0" fill="hold" nodeType="withEffect">
                                  <p:stCondLst>
                                    <p:cond delay="1250"/>
                                  </p:stCondLst>
                                  <p:childTnLst>
                                    <p:set>
                                      <p:cBhvr>
                                        <p:cTn id="165" dur="1" fill="hold">
                                          <p:stCondLst>
                                            <p:cond delay="0"/>
                                          </p:stCondLst>
                                        </p:cTn>
                                        <p:tgtEl>
                                          <p:spTgt spid="64"/>
                                        </p:tgtEl>
                                        <p:attrNameLst>
                                          <p:attrName>style.visibility</p:attrName>
                                        </p:attrNameLst>
                                      </p:cBhvr>
                                      <p:to>
                                        <p:strVal val="visible"/>
                                      </p:to>
                                    </p:set>
                                    <p:animEffect transition="in" filter="fade">
                                      <p:cBhvr>
                                        <p:cTn id="166" dur="400"/>
                                        <p:tgtEl>
                                          <p:spTgt spid="64"/>
                                        </p:tgtEl>
                                      </p:cBhvr>
                                    </p:animEffect>
                                  </p:childTnLst>
                                </p:cTn>
                              </p:par>
                              <p:par>
                                <p:cTn id="167" presetID="10" presetClass="entr" presetSubtype="0" fill="hold" nodeType="withEffect">
                                  <p:stCondLst>
                                    <p:cond delay="1250"/>
                                  </p:stCondLst>
                                  <p:childTnLst>
                                    <p:set>
                                      <p:cBhvr>
                                        <p:cTn id="168" dur="1" fill="hold">
                                          <p:stCondLst>
                                            <p:cond delay="0"/>
                                          </p:stCondLst>
                                        </p:cTn>
                                        <p:tgtEl>
                                          <p:spTgt spid="65"/>
                                        </p:tgtEl>
                                        <p:attrNameLst>
                                          <p:attrName>style.visibility</p:attrName>
                                        </p:attrNameLst>
                                      </p:cBhvr>
                                      <p:to>
                                        <p:strVal val="visible"/>
                                      </p:to>
                                    </p:set>
                                    <p:animEffect transition="in" filter="fade">
                                      <p:cBhvr>
                                        <p:cTn id="169" dur="400"/>
                                        <p:tgtEl>
                                          <p:spTgt spid="65"/>
                                        </p:tgtEl>
                                      </p:cBhvr>
                                    </p:animEffect>
                                  </p:childTnLst>
                                </p:cTn>
                              </p:par>
                              <p:par>
                                <p:cTn id="170" presetID="10" presetClass="entr" presetSubtype="0" fill="hold" nodeType="withEffect">
                                  <p:stCondLst>
                                    <p:cond delay="1250"/>
                                  </p:stCondLst>
                                  <p:childTnLst>
                                    <p:set>
                                      <p:cBhvr>
                                        <p:cTn id="171" dur="1" fill="hold">
                                          <p:stCondLst>
                                            <p:cond delay="0"/>
                                          </p:stCondLst>
                                        </p:cTn>
                                        <p:tgtEl>
                                          <p:spTgt spid="66"/>
                                        </p:tgtEl>
                                        <p:attrNameLst>
                                          <p:attrName>style.visibility</p:attrName>
                                        </p:attrNameLst>
                                      </p:cBhvr>
                                      <p:to>
                                        <p:strVal val="visible"/>
                                      </p:to>
                                    </p:set>
                                    <p:animEffect transition="in" filter="fade">
                                      <p:cBhvr>
                                        <p:cTn id="172" dur="400"/>
                                        <p:tgtEl>
                                          <p:spTgt spid="66"/>
                                        </p:tgtEl>
                                      </p:cBhvr>
                                    </p:animEffect>
                                  </p:childTnLst>
                                </p:cTn>
                              </p:par>
                              <p:par>
                                <p:cTn id="173" presetID="10" presetClass="entr" presetSubtype="0" fill="hold" nodeType="withEffect">
                                  <p:stCondLst>
                                    <p:cond delay="1500"/>
                                  </p:stCondLst>
                                  <p:childTnLst>
                                    <p:set>
                                      <p:cBhvr>
                                        <p:cTn id="174" dur="1" fill="hold">
                                          <p:stCondLst>
                                            <p:cond delay="0"/>
                                          </p:stCondLst>
                                        </p:cTn>
                                        <p:tgtEl>
                                          <p:spTgt spid="67"/>
                                        </p:tgtEl>
                                        <p:attrNameLst>
                                          <p:attrName>style.visibility</p:attrName>
                                        </p:attrNameLst>
                                      </p:cBhvr>
                                      <p:to>
                                        <p:strVal val="visible"/>
                                      </p:to>
                                    </p:set>
                                    <p:animEffect transition="in" filter="fade">
                                      <p:cBhvr>
                                        <p:cTn id="175" dur="400"/>
                                        <p:tgtEl>
                                          <p:spTgt spid="67"/>
                                        </p:tgtEl>
                                      </p:cBhvr>
                                    </p:animEffect>
                                  </p:childTnLst>
                                </p:cTn>
                              </p:par>
                              <p:par>
                                <p:cTn id="176" presetID="10" presetClass="entr" presetSubtype="0" fill="hold" nodeType="withEffect">
                                  <p:stCondLst>
                                    <p:cond delay="1500"/>
                                  </p:stCondLst>
                                  <p:childTnLst>
                                    <p:set>
                                      <p:cBhvr>
                                        <p:cTn id="177" dur="1" fill="hold">
                                          <p:stCondLst>
                                            <p:cond delay="0"/>
                                          </p:stCondLst>
                                        </p:cTn>
                                        <p:tgtEl>
                                          <p:spTgt spid="68"/>
                                        </p:tgtEl>
                                        <p:attrNameLst>
                                          <p:attrName>style.visibility</p:attrName>
                                        </p:attrNameLst>
                                      </p:cBhvr>
                                      <p:to>
                                        <p:strVal val="visible"/>
                                      </p:to>
                                    </p:set>
                                    <p:animEffect transition="in" filter="fade">
                                      <p:cBhvr>
                                        <p:cTn id="178" dur="400"/>
                                        <p:tgtEl>
                                          <p:spTgt spid="68"/>
                                        </p:tgtEl>
                                      </p:cBhvr>
                                    </p:animEffect>
                                  </p:childTnLst>
                                </p:cTn>
                              </p:par>
                              <p:par>
                                <p:cTn id="179" presetID="10" presetClass="entr" presetSubtype="0" fill="hold" nodeType="withEffect">
                                  <p:stCondLst>
                                    <p:cond delay="1500"/>
                                  </p:stCondLst>
                                  <p:childTnLst>
                                    <p:set>
                                      <p:cBhvr>
                                        <p:cTn id="180" dur="1" fill="hold">
                                          <p:stCondLst>
                                            <p:cond delay="0"/>
                                          </p:stCondLst>
                                        </p:cTn>
                                        <p:tgtEl>
                                          <p:spTgt spid="69"/>
                                        </p:tgtEl>
                                        <p:attrNameLst>
                                          <p:attrName>style.visibility</p:attrName>
                                        </p:attrNameLst>
                                      </p:cBhvr>
                                      <p:to>
                                        <p:strVal val="visible"/>
                                      </p:to>
                                    </p:set>
                                    <p:animEffect transition="in" filter="fade">
                                      <p:cBhvr>
                                        <p:cTn id="181" dur="400"/>
                                        <p:tgtEl>
                                          <p:spTgt spid="69"/>
                                        </p:tgtEl>
                                      </p:cBhvr>
                                    </p:animEffect>
                                  </p:childTnLst>
                                </p:cTn>
                              </p:par>
                              <p:par>
                                <p:cTn id="182" presetID="10" presetClass="entr" presetSubtype="0" fill="hold" nodeType="withEffect">
                                  <p:stCondLst>
                                    <p:cond delay="1500"/>
                                  </p:stCondLst>
                                  <p:childTnLst>
                                    <p:set>
                                      <p:cBhvr>
                                        <p:cTn id="183" dur="1" fill="hold">
                                          <p:stCondLst>
                                            <p:cond delay="0"/>
                                          </p:stCondLst>
                                        </p:cTn>
                                        <p:tgtEl>
                                          <p:spTgt spid="70"/>
                                        </p:tgtEl>
                                        <p:attrNameLst>
                                          <p:attrName>style.visibility</p:attrName>
                                        </p:attrNameLst>
                                      </p:cBhvr>
                                      <p:to>
                                        <p:strVal val="visible"/>
                                      </p:to>
                                    </p:set>
                                    <p:animEffect transition="in" filter="fade">
                                      <p:cBhvr>
                                        <p:cTn id="184" dur="400"/>
                                        <p:tgtEl>
                                          <p:spTgt spid="70"/>
                                        </p:tgtEl>
                                      </p:cBhvr>
                                    </p:animEffect>
                                  </p:childTnLst>
                                </p:cTn>
                              </p:par>
                              <p:par>
                                <p:cTn id="185" presetID="10" presetClass="entr" presetSubtype="0" fill="hold" nodeType="withEffect">
                                  <p:stCondLst>
                                    <p:cond delay="1500"/>
                                  </p:stCondLst>
                                  <p:childTnLst>
                                    <p:set>
                                      <p:cBhvr>
                                        <p:cTn id="186" dur="1" fill="hold">
                                          <p:stCondLst>
                                            <p:cond delay="0"/>
                                          </p:stCondLst>
                                        </p:cTn>
                                        <p:tgtEl>
                                          <p:spTgt spid="71"/>
                                        </p:tgtEl>
                                        <p:attrNameLst>
                                          <p:attrName>style.visibility</p:attrName>
                                        </p:attrNameLst>
                                      </p:cBhvr>
                                      <p:to>
                                        <p:strVal val="visible"/>
                                      </p:to>
                                    </p:set>
                                    <p:animEffect transition="in" filter="fade">
                                      <p:cBhvr>
                                        <p:cTn id="187" dur="400"/>
                                        <p:tgtEl>
                                          <p:spTgt spid="71"/>
                                        </p:tgtEl>
                                      </p:cBhvr>
                                    </p:animEffect>
                                  </p:childTnLst>
                                </p:cTn>
                              </p:par>
                              <p:par>
                                <p:cTn id="188" presetID="10" presetClass="entr" presetSubtype="0" fill="hold" nodeType="withEffect">
                                  <p:stCondLst>
                                    <p:cond delay="1500"/>
                                  </p:stCondLst>
                                  <p:childTnLst>
                                    <p:set>
                                      <p:cBhvr>
                                        <p:cTn id="189" dur="1" fill="hold">
                                          <p:stCondLst>
                                            <p:cond delay="0"/>
                                          </p:stCondLst>
                                        </p:cTn>
                                        <p:tgtEl>
                                          <p:spTgt spid="72"/>
                                        </p:tgtEl>
                                        <p:attrNameLst>
                                          <p:attrName>style.visibility</p:attrName>
                                        </p:attrNameLst>
                                      </p:cBhvr>
                                      <p:to>
                                        <p:strVal val="visible"/>
                                      </p:to>
                                    </p:set>
                                    <p:animEffect transition="in" filter="fade">
                                      <p:cBhvr>
                                        <p:cTn id="190" dur="400"/>
                                        <p:tgtEl>
                                          <p:spTgt spid="72"/>
                                        </p:tgtEl>
                                      </p:cBhvr>
                                    </p:animEffect>
                                  </p:childTnLst>
                                </p:cTn>
                              </p:par>
                              <p:par>
                                <p:cTn id="191" presetID="10" presetClass="entr" presetSubtype="0" fill="hold" nodeType="withEffect">
                                  <p:stCondLst>
                                    <p:cond delay="1500"/>
                                  </p:stCondLst>
                                  <p:childTnLst>
                                    <p:set>
                                      <p:cBhvr>
                                        <p:cTn id="192" dur="1" fill="hold">
                                          <p:stCondLst>
                                            <p:cond delay="0"/>
                                          </p:stCondLst>
                                        </p:cTn>
                                        <p:tgtEl>
                                          <p:spTgt spid="73"/>
                                        </p:tgtEl>
                                        <p:attrNameLst>
                                          <p:attrName>style.visibility</p:attrName>
                                        </p:attrNameLst>
                                      </p:cBhvr>
                                      <p:to>
                                        <p:strVal val="visible"/>
                                      </p:to>
                                    </p:set>
                                    <p:animEffect transition="in" filter="fade">
                                      <p:cBhvr>
                                        <p:cTn id="193" dur="400"/>
                                        <p:tgtEl>
                                          <p:spTgt spid="73"/>
                                        </p:tgtEl>
                                      </p:cBhvr>
                                    </p:animEffect>
                                  </p:childTnLst>
                                </p:cTn>
                              </p:par>
                              <p:par>
                                <p:cTn id="194" presetID="10" presetClass="entr" presetSubtype="0" fill="hold" nodeType="withEffect">
                                  <p:stCondLst>
                                    <p:cond delay="1500"/>
                                  </p:stCondLst>
                                  <p:childTnLst>
                                    <p:set>
                                      <p:cBhvr>
                                        <p:cTn id="195" dur="1" fill="hold">
                                          <p:stCondLst>
                                            <p:cond delay="0"/>
                                          </p:stCondLst>
                                        </p:cTn>
                                        <p:tgtEl>
                                          <p:spTgt spid="74"/>
                                        </p:tgtEl>
                                        <p:attrNameLst>
                                          <p:attrName>style.visibility</p:attrName>
                                        </p:attrNameLst>
                                      </p:cBhvr>
                                      <p:to>
                                        <p:strVal val="visible"/>
                                      </p:to>
                                    </p:set>
                                    <p:animEffect transition="in" filter="fade">
                                      <p:cBhvr>
                                        <p:cTn id="196" dur="400"/>
                                        <p:tgtEl>
                                          <p:spTgt spid="74"/>
                                        </p:tgtEl>
                                      </p:cBhvr>
                                    </p:animEffect>
                                  </p:childTnLst>
                                </p:cTn>
                              </p:par>
                              <p:par>
                                <p:cTn id="197" presetID="10" presetClass="entr" presetSubtype="0" fill="hold" nodeType="withEffect">
                                  <p:stCondLst>
                                    <p:cond delay="1500"/>
                                  </p:stCondLst>
                                  <p:childTnLst>
                                    <p:set>
                                      <p:cBhvr>
                                        <p:cTn id="198" dur="1" fill="hold">
                                          <p:stCondLst>
                                            <p:cond delay="0"/>
                                          </p:stCondLst>
                                        </p:cTn>
                                        <p:tgtEl>
                                          <p:spTgt spid="75"/>
                                        </p:tgtEl>
                                        <p:attrNameLst>
                                          <p:attrName>style.visibility</p:attrName>
                                        </p:attrNameLst>
                                      </p:cBhvr>
                                      <p:to>
                                        <p:strVal val="visible"/>
                                      </p:to>
                                    </p:set>
                                    <p:animEffect transition="in" filter="fade">
                                      <p:cBhvr>
                                        <p:cTn id="199" dur="400"/>
                                        <p:tgtEl>
                                          <p:spTgt spid="75"/>
                                        </p:tgtEl>
                                      </p:cBhvr>
                                    </p:animEffect>
                                  </p:childTnLst>
                                </p:cTn>
                              </p:par>
                              <p:par>
                                <p:cTn id="200" presetID="10" presetClass="entr" presetSubtype="0" fill="hold" nodeType="withEffect">
                                  <p:stCondLst>
                                    <p:cond delay="1500"/>
                                  </p:stCondLst>
                                  <p:childTnLst>
                                    <p:set>
                                      <p:cBhvr>
                                        <p:cTn id="201" dur="1" fill="hold">
                                          <p:stCondLst>
                                            <p:cond delay="0"/>
                                          </p:stCondLst>
                                        </p:cTn>
                                        <p:tgtEl>
                                          <p:spTgt spid="76"/>
                                        </p:tgtEl>
                                        <p:attrNameLst>
                                          <p:attrName>style.visibility</p:attrName>
                                        </p:attrNameLst>
                                      </p:cBhvr>
                                      <p:to>
                                        <p:strVal val="visible"/>
                                      </p:to>
                                    </p:set>
                                    <p:animEffect transition="in" filter="fade">
                                      <p:cBhvr>
                                        <p:cTn id="202" dur="400"/>
                                        <p:tgtEl>
                                          <p:spTgt spid="76"/>
                                        </p:tgtEl>
                                      </p:cBhvr>
                                    </p:animEffect>
                                  </p:childTnLst>
                                </p:cTn>
                              </p:par>
                              <p:par>
                                <p:cTn id="203" presetID="10" presetClass="entr" presetSubtype="0" fill="hold" nodeType="withEffect">
                                  <p:stCondLst>
                                    <p:cond delay="1500"/>
                                  </p:stCondLst>
                                  <p:childTnLst>
                                    <p:set>
                                      <p:cBhvr>
                                        <p:cTn id="204" dur="1" fill="hold">
                                          <p:stCondLst>
                                            <p:cond delay="0"/>
                                          </p:stCondLst>
                                        </p:cTn>
                                        <p:tgtEl>
                                          <p:spTgt spid="77"/>
                                        </p:tgtEl>
                                        <p:attrNameLst>
                                          <p:attrName>style.visibility</p:attrName>
                                        </p:attrNameLst>
                                      </p:cBhvr>
                                      <p:to>
                                        <p:strVal val="visible"/>
                                      </p:to>
                                    </p:set>
                                    <p:animEffect transition="in" filter="fade">
                                      <p:cBhvr>
                                        <p:cTn id="205" dur="400"/>
                                        <p:tgtEl>
                                          <p:spTgt spid="77"/>
                                        </p:tgtEl>
                                      </p:cBhvr>
                                    </p:animEffect>
                                  </p:childTnLst>
                                </p:cTn>
                              </p:par>
                              <p:par>
                                <p:cTn id="206" presetID="10" presetClass="entr" presetSubtype="0" fill="hold" nodeType="withEffect">
                                  <p:stCondLst>
                                    <p:cond delay="1500"/>
                                  </p:stCondLst>
                                  <p:childTnLst>
                                    <p:set>
                                      <p:cBhvr>
                                        <p:cTn id="207" dur="1" fill="hold">
                                          <p:stCondLst>
                                            <p:cond delay="0"/>
                                          </p:stCondLst>
                                        </p:cTn>
                                        <p:tgtEl>
                                          <p:spTgt spid="78"/>
                                        </p:tgtEl>
                                        <p:attrNameLst>
                                          <p:attrName>style.visibility</p:attrName>
                                        </p:attrNameLst>
                                      </p:cBhvr>
                                      <p:to>
                                        <p:strVal val="visible"/>
                                      </p:to>
                                    </p:set>
                                    <p:animEffect transition="in" filter="fade">
                                      <p:cBhvr>
                                        <p:cTn id="208" dur="400"/>
                                        <p:tgtEl>
                                          <p:spTgt spid="78"/>
                                        </p:tgtEl>
                                      </p:cBhvr>
                                    </p:animEffect>
                                  </p:childTnLst>
                                </p:cTn>
                              </p:par>
                              <p:par>
                                <p:cTn id="209" presetID="10" presetClass="entr" presetSubtype="0" fill="hold" nodeType="withEffect">
                                  <p:stCondLst>
                                    <p:cond delay="1500"/>
                                  </p:stCondLst>
                                  <p:childTnLst>
                                    <p:set>
                                      <p:cBhvr>
                                        <p:cTn id="210" dur="1" fill="hold">
                                          <p:stCondLst>
                                            <p:cond delay="0"/>
                                          </p:stCondLst>
                                        </p:cTn>
                                        <p:tgtEl>
                                          <p:spTgt spid="79"/>
                                        </p:tgtEl>
                                        <p:attrNameLst>
                                          <p:attrName>style.visibility</p:attrName>
                                        </p:attrNameLst>
                                      </p:cBhvr>
                                      <p:to>
                                        <p:strVal val="visible"/>
                                      </p:to>
                                    </p:set>
                                    <p:animEffect transition="in" filter="fade">
                                      <p:cBhvr>
                                        <p:cTn id="211" dur="400"/>
                                        <p:tgtEl>
                                          <p:spTgt spid="79"/>
                                        </p:tgtEl>
                                      </p:cBhvr>
                                    </p:animEffect>
                                  </p:childTnLst>
                                </p:cTn>
                              </p:par>
                              <p:par>
                                <p:cTn id="212" presetID="10" presetClass="entr" presetSubtype="0" fill="hold" nodeType="withEffect">
                                  <p:stCondLst>
                                    <p:cond delay="1500"/>
                                  </p:stCondLst>
                                  <p:childTnLst>
                                    <p:set>
                                      <p:cBhvr>
                                        <p:cTn id="213" dur="1" fill="hold">
                                          <p:stCondLst>
                                            <p:cond delay="0"/>
                                          </p:stCondLst>
                                        </p:cTn>
                                        <p:tgtEl>
                                          <p:spTgt spid="80"/>
                                        </p:tgtEl>
                                        <p:attrNameLst>
                                          <p:attrName>style.visibility</p:attrName>
                                        </p:attrNameLst>
                                      </p:cBhvr>
                                      <p:to>
                                        <p:strVal val="visible"/>
                                      </p:to>
                                    </p:set>
                                    <p:animEffect transition="in" filter="fade">
                                      <p:cBhvr>
                                        <p:cTn id="214" dur="400"/>
                                        <p:tgtEl>
                                          <p:spTgt spid="80"/>
                                        </p:tgtEl>
                                      </p:cBhvr>
                                    </p:animEffect>
                                  </p:childTnLst>
                                </p:cTn>
                              </p:par>
                              <p:par>
                                <p:cTn id="215" presetID="10" presetClass="entr" presetSubtype="0" fill="hold" nodeType="withEffect">
                                  <p:stCondLst>
                                    <p:cond delay="1500"/>
                                  </p:stCondLst>
                                  <p:childTnLst>
                                    <p:set>
                                      <p:cBhvr>
                                        <p:cTn id="216" dur="1" fill="hold">
                                          <p:stCondLst>
                                            <p:cond delay="0"/>
                                          </p:stCondLst>
                                        </p:cTn>
                                        <p:tgtEl>
                                          <p:spTgt spid="81"/>
                                        </p:tgtEl>
                                        <p:attrNameLst>
                                          <p:attrName>style.visibility</p:attrName>
                                        </p:attrNameLst>
                                      </p:cBhvr>
                                      <p:to>
                                        <p:strVal val="visible"/>
                                      </p:to>
                                    </p:set>
                                    <p:animEffect transition="in" filter="fade">
                                      <p:cBhvr>
                                        <p:cTn id="217" dur="400"/>
                                        <p:tgtEl>
                                          <p:spTgt spid="81"/>
                                        </p:tgtEl>
                                      </p:cBhvr>
                                    </p:animEffect>
                                  </p:childTnLst>
                                </p:cTn>
                              </p:par>
                              <p:par>
                                <p:cTn id="218" presetID="10" presetClass="entr" presetSubtype="0" fill="hold" nodeType="withEffect">
                                  <p:stCondLst>
                                    <p:cond delay="1500"/>
                                  </p:stCondLst>
                                  <p:childTnLst>
                                    <p:set>
                                      <p:cBhvr>
                                        <p:cTn id="219" dur="1" fill="hold">
                                          <p:stCondLst>
                                            <p:cond delay="0"/>
                                          </p:stCondLst>
                                        </p:cTn>
                                        <p:tgtEl>
                                          <p:spTgt spid="82"/>
                                        </p:tgtEl>
                                        <p:attrNameLst>
                                          <p:attrName>style.visibility</p:attrName>
                                        </p:attrNameLst>
                                      </p:cBhvr>
                                      <p:to>
                                        <p:strVal val="visible"/>
                                      </p:to>
                                    </p:set>
                                    <p:animEffect transition="in" filter="fade">
                                      <p:cBhvr>
                                        <p:cTn id="220" dur="400"/>
                                        <p:tgtEl>
                                          <p:spTgt spid="82"/>
                                        </p:tgtEl>
                                      </p:cBhvr>
                                    </p:animEffect>
                                  </p:childTnLst>
                                </p:cTn>
                              </p:par>
                              <p:par>
                                <p:cTn id="221" presetID="10" presetClass="entr" presetSubtype="0" fill="hold" nodeType="withEffect">
                                  <p:stCondLst>
                                    <p:cond delay="1500"/>
                                  </p:stCondLst>
                                  <p:childTnLst>
                                    <p:set>
                                      <p:cBhvr>
                                        <p:cTn id="222" dur="1" fill="hold">
                                          <p:stCondLst>
                                            <p:cond delay="0"/>
                                          </p:stCondLst>
                                        </p:cTn>
                                        <p:tgtEl>
                                          <p:spTgt spid="83"/>
                                        </p:tgtEl>
                                        <p:attrNameLst>
                                          <p:attrName>style.visibility</p:attrName>
                                        </p:attrNameLst>
                                      </p:cBhvr>
                                      <p:to>
                                        <p:strVal val="visible"/>
                                      </p:to>
                                    </p:set>
                                    <p:animEffect transition="in" filter="fade">
                                      <p:cBhvr>
                                        <p:cTn id="223" dur="400"/>
                                        <p:tgtEl>
                                          <p:spTgt spid="83"/>
                                        </p:tgtEl>
                                      </p:cBhvr>
                                    </p:animEffect>
                                  </p:childTnLst>
                                </p:cTn>
                              </p:par>
                              <p:par>
                                <p:cTn id="224" presetID="10" presetClass="entr" presetSubtype="0" fill="hold" nodeType="withEffect">
                                  <p:stCondLst>
                                    <p:cond delay="1500"/>
                                  </p:stCondLst>
                                  <p:childTnLst>
                                    <p:set>
                                      <p:cBhvr>
                                        <p:cTn id="225" dur="1" fill="hold">
                                          <p:stCondLst>
                                            <p:cond delay="0"/>
                                          </p:stCondLst>
                                        </p:cTn>
                                        <p:tgtEl>
                                          <p:spTgt spid="84"/>
                                        </p:tgtEl>
                                        <p:attrNameLst>
                                          <p:attrName>style.visibility</p:attrName>
                                        </p:attrNameLst>
                                      </p:cBhvr>
                                      <p:to>
                                        <p:strVal val="visible"/>
                                      </p:to>
                                    </p:set>
                                    <p:animEffect transition="in" filter="fade">
                                      <p:cBhvr>
                                        <p:cTn id="226" dur="400"/>
                                        <p:tgtEl>
                                          <p:spTgt spid="84"/>
                                        </p:tgtEl>
                                      </p:cBhvr>
                                    </p:animEffect>
                                  </p:childTnLst>
                                </p:cTn>
                              </p:par>
                              <p:par>
                                <p:cTn id="227" presetID="10" presetClass="entr" presetSubtype="0" fill="hold" nodeType="withEffect">
                                  <p:stCondLst>
                                    <p:cond delay="1500"/>
                                  </p:stCondLst>
                                  <p:childTnLst>
                                    <p:set>
                                      <p:cBhvr>
                                        <p:cTn id="228" dur="1" fill="hold">
                                          <p:stCondLst>
                                            <p:cond delay="0"/>
                                          </p:stCondLst>
                                        </p:cTn>
                                        <p:tgtEl>
                                          <p:spTgt spid="85"/>
                                        </p:tgtEl>
                                        <p:attrNameLst>
                                          <p:attrName>style.visibility</p:attrName>
                                        </p:attrNameLst>
                                      </p:cBhvr>
                                      <p:to>
                                        <p:strVal val="visible"/>
                                      </p:to>
                                    </p:set>
                                    <p:animEffect transition="in" filter="fade">
                                      <p:cBhvr>
                                        <p:cTn id="229" dur="400"/>
                                        <p:tgtEl>
                                          <p:spTgt spid="85"/>
                                        </p:tgtEl>
                                      </p:cBhvr>
                                    </p:animEffect>
                                  </p:childTnLst>
                                </p:cTn>
                              </p:par>
                              <p:par>
                                <p:cTn id="230" presetID="10" presetClass="entr" presetSubtype="0" fill="hold" nodeType="withEffect">
                                  <p:stCondLst>
                                    <p:cond delay="1500"/>
                                  </p:stCondLst>
                                  <p:childTnLst>
                                    <p:set>
                                      <p:cBhvr>
                                        <p:cTn id="231" dur="1" fill="hold">
                                          <p:stCondLst>
                                            <p:cond delay="0"/>
                                          </p:stCondLst>
                                        </p:cTn>
                                        <p:tgtEl>
                                          <p:spTgt spid="86"/>
                                        </p:tgtEl>
                                        <p:attrNameLst>
                                          <p:attrName>style.visibility</p:attrName>
                                        </p:attrNameLst>
                                      </p:cBhvr>
                                      <p:to>
                                        <p:strVal val="visible"/>
                                      </p:to>
                                    </p:set>
                                    <p:animEffect transition="in" filter="fade">
                                      <p:cBhvr>
                                        <p:cTn id="232" dur="400"/>
                                        <p:tgtEl>
                                          <p:spTgt spid="86"/>
                                        </p:tgtEl>
                                      </p:cBhvr>
                                    </p:animEffect>
                                  </p:childTnLst>
                                </p:cTn>
                              </p:par>
                              <p:par>
                                <p:cTn id="233" presetID="10" presetClass="entr" presetSubtype="0" fill="hold" nodeType="withEffect">
                                  <p:stCondLst>
                                    <p:cond delay="1500"/>
                                  </p:stCondLst>
                                  <p:childTnLst>
                                    <p:set>
                                      <p:cBhvr>
                                        <p:cTn id="234" dur="1" fill="hold">
                                          <p:stCondLst>
                                            <p:cond delay="0"/>
                                          </p:stCondLst>
                                        </p:cTn>
                                        <p:tgtEl>
                                          <p:spTgt spid="87"/>
                                        </p:tgtEl>
                                        <p:attrNameLst>
                                          <p:attrName>style.visibility</p:attrName>
                                        </p:attrNameLst>
                                      </p:cBhvr>
                                      <p:to>
                                        <p:strVal val="visible"/>
                                      </p:to>
                                    </p:set>
                                    <p:animEffect transition="in" filter="fade">
                                      <p:cBhvr>
                                        <p:cTn id="235" dur="400"/>
                                        <p:tgtEl>
                                          <p:spTgt spid="87"/>
                                        </p:tgtEl>
                                      </p:cBhvr>
                                    </p:animEffect>
                                  </p:childTnLst>
                                </p:cTn>
                              </p:par>
                              <p:par>
                                <p:cTn id="236" presetID="10" presetClass="entr" presetSubtype="0" fill="hold" nodeType="withEffect">
                                  <p:stCondLst>
                                    <p:cond delay="1500"/>
                                  </p:stCondLst>
                                  <p:childTnLst>
                                    <p:set>
                                      <p:cBhvr>
                                        <p:cTn id="237" dur="1" fill="hold">
                                          <p:stCondLst>
                                            <p:cond delay="0"/>
                                          </p:stCondLst>
                                        </p:cTn>
                                        <p:tgtEl>
                                          <p:spTgt spid="88"/>
                                        </p:tgtEl>
                                        <p:attrNameLst>
                                          <p:attrName>style.visibility</p:attrName>
                                        </p:attrNameLst>
                                      </p:cBhvr>
                                      <p:to>
                                        <p:strVal val="visible"/>
                                      </p:to>
                                    </p:set>
                                    <p:animEffect transition="in" filter="fade">
                                      <p:cBhvr>
                                        <p:cTn id="238" dur="400"/>
                                        <p:tgtEl>
                                          <p:spTgt spid="88"/>
                                        </p:tgtEl>
                                      </p:cBhvr>
                                    </p:animEffect>
                                  </p:childTnLst>
                                </p:cTn>
                              </p:par>
                              <p:par>
                                <p:cTn id="239" presetID="10" presetClass="entr" presetSubtype="0" fill="hold" nodeType="withEffect">
                                  <p:stCondLst>
                                    <p:cond delay="1750"/>
                                  </p:stCondLst>
                                  <p:childTnLst>
                                    <p:set>
                                      <p:cBhvr>
                                        <p:cTn id="240" dur="1" fill="hold">
                                          <p:stCondLst>
                                            <p:cond delay="0"/>
                                          </p:stCondLst>
                                        </p:cTn>
                                        <p:tgtEl>
                                          <p:spTgt spid="89"/>
                                        </p:tgtEl>
                                        <p:attrNameLst>
                                          <p:attrName>style.visibility</p:attrName>
                                        </p:attrNameLst>
                                      </p:cBhvr>
                                      <p:to>
                                        <p:strVal val="visible"/>
                                      </p:to>
                                    </p:set>
                                    <p:animEffect transition="in" filter="fade">
                                      <p:cBhvr>
                                        <p:cTn id="241" dur="400"/>
                                        <p:tgtEl>
                                          <p:spTgt spid="89"/>
                                        </p:tgtEl>
                                      </p:cBhvr>
                                    </p:animEffect>
                                  </p:childTnLst>
                                </p:cTn>
                              </p:par>
                              <p:par>
                                <p:cTn id="242" presetID="10" presetClass="entr" presetSubtype="0" fill="hold" nodeType="withEffect">
                                  <p:stCondLst>
                                    <p:cond delay="1750"/>
                                  </p:stCondLst>
                                  <p:childTnLst>
                                    <p:set>
                                      <p:cBhvr>
                                        <p:cTn id="243" dur="1" fill="hold">
                                          <p:stCondLst>
                                            <p:cond delay="0"/>
                                          </p:stCondLst>
                                        </p:cTn>
                                        <p:tgtEl>
                                          <p:spTgt spid="90"/>
                                        </p:tgtEl>
                                        <p:attrNameLst>
                                          <p:attrName>style.visibility</p:attrName>
                                        </p:attrNameLst>
                                      </p:cBhvr>
                                      <p:to>
                                        <p:strVal val="visible"/>
                                      </p:to>
                                    </p:set>
                                    <p:animEffect transition="in" filter="fade">
                                      <p:cBhvr>
                                        <p:cTn id="244" dur="400"/>
                                        <p:tgtEl>
                                          <p:spTgt spid="90"/>
                                        </p:tgtEl>
                                      </p:cBhvr>
                                    </p:animEffect>
                                  </p:childTnLst>
                                </p:cTn>
                              </p:par>
                              <p:par>
                                <p:cTn id="245" presetID="10" presetClass="entr" presetSubtype="0" fill="hold" nodeType="withEffect">
                                  <p:stCondLst>
                                    <p:cond delay="1750"/>
                                  </p:stCondLst>
                                  <p:childTnLst>
                                    <p:set>
                                      <p:cBhvr>
                                        <p:cTn id="246" dur="1" fill="hold">
                                          <p:stCondLst>
                                            <p:cond delay="0"/>
                                          </p:stCondLst>
                                        </p:cTn>
                                        <p:tgtEl>
                                          <p:spTgt spid="91"/>
                                        </p:tgtEl>
                                        <p:attrNameLst>
                                          <p:attrName>style.visibility</p:attrName>
                                        </p:attrNameLst>
                                      </p:cBhvr>
                                      <p:to>
                                        <p:strVal val="visible"/>
                                      </p:to>
                                    </p:set>
                                    <p:animEffect transition="in" filter="fade">
                                      <p:cBhvr>
                                        <p:cTn id="247" dur="400"/>
                                        <p:tgtEl>
                                          <p:spTgt spid="91"/>
                                        </p:tgtEl>
                                      </p:cBhvr>
                                    </p:animEffect>
                                  </p:childTnLst>
                                </p:cTn>
                              </p:par>
                              <p:par>
                                <p:cTn id="248" presetID="10" presetClass="entr" presetSubtype="0" fill="hold" nodeType="withEffect">
                                  <p:stCondLst>
                                    <p:cond delay="1750"/>
                                  </p:stCondLst>
                                  <p:childTnLst>
                                    <p:set>
                                      <p:cBhvr>
                                        <p:cTn id="249" dur="1" fill="hold">
                                          <p:stCondLst>
                                            <p:cond delay="0"/>
                                          </p:stCondLst>
                                        </p:cTn>
                                        <p:tgtEl>
                                          <p:spTgt spid="92"/>
                                        </p:tgtEl>
                                        <p:attrNameLst>
                                          <p:attrName>style.visibility</p:attrName>
                                        </p:attrNameLst>
                                      </p:cBhvr>
                                      <p:to>
                                        <p:strVal val="visible"/>
                                      </p:to>
                                    </p:set>
                                    <p:animEffect transition="in" filter="fade">
                                      <p:cBhvr>
                                        <p:cTn id="250" dur="400"/>
                                        <p:tgtEl>
                                          <p:spTgt spid="92"/>
                                        </p:tgtEl>
                                      </p:cBhvr>
                                    </p:animEffect>
                                  </p:childTnLst>
                                </p:cTn>
                              </p:par>
                              <p:par>
                                <p:cTn id="251" presetID="10" presetClass="entr" presetSubtype="0" fill="hold" nodeType="withEffect">
                                  <p:stCondLst>
                                    <p:cond delay="1750"/>
                                  </p:stCondLst>
                                  <p:childTnLst>
                                    <p:set>
                                      <p:cBhvr>
                                        <p:cTn id="252" dur="1" fill="hold">
                                          <p:stCondLst>
                                            <p:cond delay="0"/>
                                          </p:stCondLst>
                                        </p:cTn>
                                        <p:tgtEl>
                                          <p:spTgt spid="93"/>
                                        </p:tgtEl>
                                        <p:attrNameLst>
                                          <p:attrName>style.visibility</p:attrName>
                                        </p:attrNameLst>
                                      </p:cBhvr>
                                      <p:to>
                                        <p:strVal val="visible"/>
                                      </p:to>
                                    </p:set>
                                    <p:animEffect transition="in" filter="fade">
                                      <p:cBhvr>
                                        <p:cTn id="253" dur="400"/>
                                        <p:tgtEl>
                                          <p:spTgt spid="93"/>
                                        </p:tgtEl>
                                      </p:cBhvr>
                                    </p:animEffect>
                                  </p:childTnLst>
                                </p:cTn>
                              </p:par>
                              <p:par>
                                <p:cTn id="254" presetID="10" presetClass="entr" presetSubtype="0" fill="hold" nodeType="withEffect">
                                  <p:stCondLst>
                                    <p:cond delay="1750"/>
                                  </p:stCondLst>
                                  <p:childTnLst>
                                    <p:set>
                                      <p:cBhvr>
                                        <p:cTn id="255" dur="1" fill="hold">
                                          <p:stCondLst>
                                            <p:cond delay="0"/>
                                          </p:stCondLst>
                                        </p:cTn>
                                        <p:tgtEl>
                                          <p:spTgt spid="94"/>
                                        </p:tgtEl>
                                        <p:attrNameLst>
                                          <p:attrName>style.visibility</p:attrName>
                                        </p:attrNameLst>
                                      </p:cBhvr>
                                      <p:to>
                                        <p:strVal val="visible"/>
                                      </p:to>
                                    </p:set>
                                    <p:animEffect transition="in" filter="fade">
                                      <p:cBhvr>
                                        <p:cTn id="256" dur="400"/>
                                        <p:tgtEl>
                                          <p:spTgt spid="94"/>
                                        </p:tgtEl>
                                      </p:cBhvr>
                                    </p:animEffect>
                                  </p:childTnLst>
                                </p:cTn>
                              </p:par>
                              <p:par>
                                <p:cTn id="257" presetID="10" presetClass="entr" presetSubtype="0" fill="hold" nodeType="withEffect">
                                  <p:stCondLst>
                                    <p:cond delay="1750"/>
                                  </p:stCondLst>
                                  <p:childTnLst>
                                    <p:set>
                                      <p:cBhvr>
                                        <p:cTn id="258" dur="1" fill="hold">
                                          <p:stCondLst>
                                            <p:cond delay="0"/>
                                          </p:stCondLst>
                                        </p:cTn>
                                        <p:tgtEl>
                                          <p:spTgt spid="95"/>
                                        </p:tgtEl>
                                        <p:attrNameLst>
                                          <p:attrName>style.visibility</p:attrName>
                                        </p:attrNameLst>
                                      </p:cBhvr>
                                      <p:to>
                                        <p:strVal val="visible"/>
                                      </p:to>
                                    </p:set>
                                    <p:animEffect transition="in" filter="fade">
                                      <p:cBhvr>
                                        <p:cTn id="259" dur="400"/>
                                        <p:tgtEl>
                                          <p:spTgt spid="95"/>
                                        </p:tgtEl>
                                      </p:cBhvr>
                                    </p:animEffect>
                                  </p:childTnLst>
                                </p:cTn>
                              </p:par>
                              <p:par>
                                <p:cTn id="260" presetID="10" presetClass="entr" presetSubtype="0" fill="hold" nodeType="withEffect">
                                  <p:stCondLst>
                                    <p:cond delay="1750"/>
                                  </p:stCondLst>
                                  <p:childTnLst>
                                    <p:set>
                                      <p:cBhvr>
                                        <p:cTn id="261" dur="1" fill="hold">
                                          <p:stCondLst>
                                            <p:cond delay="0"/>
                                          </p:stCondLst>
                                        </p:cTn>
                                        <p:tgtEl>
                                          <p:spTgt spid="96"/>
                                        </p:tgtEl>
                                        <p:attrNameLst>
                                          <p:attrName>style.visibility</p:attrName>
                                        </p:attrNameLst>
                                      </p:cBhvr>
                                      <p:to>
                                        <p:strVal val="visible"/>
                                      </p:to>
                                    </p:set>
                                    <p:animEffect transition="in" filter="fade">
                                      <p:cBhvr>
                                        <p:cTn id="262" dur="400"/>
                                        <p:tgtEl>
                                          <p:spTgt spid="96"/>
                                        </p:tgtEl>
                                      </p:cBhvr>
                                    </p:animEffect>
                                  </p:childTnLst>
                                </p:cTn>
                              </p:par>
                              <p:par>
                                <p:cTn id="263" presetID="10" presetClass="entr" presetSubtype="0" fill="hold" nodeType="withEffect">
                                  <p:stCondLst>
                                    <p:cond delay="1750"/>
                                  </p:stCondLst>
                                  <p:childTnLst>
                                    <p:set>
                                      <p:cBhvr>
                                        <p:cTn id="264" dur="1" fill="hold">
                                          <p:stCondLst>
                                            <p:cond delay="0"/>
                                          </p:stCondLst>
                                        </p:cTn>
                                        <p:tgtEl>
                                          <p:spTgt spid="97"/>
                                        </p:tgtEl>
                                        <p:attrNameLst>
                                          <p:attrName>style.visibility</p:attrName>
                                        </p:attrNameLst>
                                      </p:cBhvr>
                                      <p:to>
                                        <p:strVal val="visible"/>
                                      </p:to>
                                    </p:set>
                                    <p:animEffect transition="in" filter="fade">
                                      <p:cBhvr>
                                        <p:cTn id="265" dur="400"/>
                                        <p:tgtEl>
                                          <p:spTgt spid="97"/>
                                        </p:tgtEl>
                                      </p:cBhvr>
                                    </p:animEffect>
                                  </p:childTnLst>
                                </p:cTn>
                              </p:par>
                              <p:par>
                                <p:cTn id="266" presetID="10" presetClass="entr" presetSubtype="0" fill="hold" nodeType="withEffect">
                                  <p:stCondLst>
                                    <p:cond delay="1750"/>
                                  </p:stCondLst>
                                  <p:childTnLst>
                                    <p:set>
                                      <p:cBhvr>
                                        <p:cTn id="267" dur="1" fill="hold">
                                          <p:stCondLst>
                                            <p:cond delay="0"/>
                                          </p:stCondLst>
                                        </p:cTn>
                                        <p:tgtEl>
                                          <p:spTgt spid="98"/>
                                        </p:tgtEl>
                                        <p:attrNameLst>
                                          <p:attrName>style.visibility</p:attrName>
                                        </p:attrNameLst>
                                      </p:cBhvr>
                                      <p:to>
                                        <p:strVal val="visible"/>
                                      </p:to>
                                    </p:set>
                                    <p:animEffect transition="in" filter="fade">
                                      <p:cBhvr>
                                        <p:cTn id="268" dur="400"/>
                                        <p:tgtEl>
                                          <p:spTgt spid="98"/>
                                        </p:tgtEl>
                                      </p:cBhvr>
                                    </p:animEffect>
                                  </p:childTnLst>
                                </p:cTn>
                              </p:par>
                              <p:par>
                                <p:cTn id="269" presetID="10" presetClass="entr" presetSubtype="0" fill="hold" nodeType="withEffect">
                                  <p:stCondLst>
                                    <p:cond delay="1750"/>
                                  </p:stCondLst>
                                  <p:childTnLst>
                                    <p:set>
                                      <p:cBhvr>
                                        <p:cTn id="270" dur="1" fill="hold">
                                          <p:stCondLst>
                                            <p:cond delay="0"/>
                                          </p:stCondLst>
                                        </p:cTn>
                                        <p:tgtEl>
                                          <p:spTgt spid="99"/>
                                        </p:tgtEl>
                                        <p:attrNameLst>
                                          <p:attrName>style.visibility</p:attrName>
                                        </p:attrNameLst>
                                      </p:cBhvr>
                                      <p:to>
                                        <p:strVal val="visible"/>
                                      </p:to>
                                    </p:set>
                                    <p:animEffect transition="in" filter="fade">
                                      <p:cBhvr>
                                        <p:cTn id="271" dur="400"/>
                                        <p:tgtEl>
                                          <p:spTgt spid="99"/>
                                        </p:tgtEl>
                                      </p:cBhvr>
                                    </p:animEffect>
                                  </p:childTnLst>
                                </p:cTn>
                              </p:par>
                              <p:par>
                                <p:cTn id="272" presetID="10" presetClass="entr" presetSubtype="0" fill="hold" nodeType="withEffect">
                                  <p:stCondLst>
                                    <p:cond delay="1750"/>
                                  </p:stCondLst>
                                  <p:childTnLst>
                                    <p:set>
                                      <p:cBhvr>
                                        <p:cTn id="273" dur="1" fill="hold">
                                          <p:stCondLst>
                                            <p:cond delay="0"/>
                                          </p:stCondLst>
                                        </p:cTn>
                                        <p:tgtEl>
                                          <p:spTgt spid="100"/>
                                        </p:tgtEl>
                                        <p:attrNameLst>
                                          <p:attrName>style.visibility</p:attrName>
                                        </p:attrNameLst>
                                      </p:cBhvr>
                                      <p:to>
                                        <p:strVal val="visible"/>
                                      </p:to>
                                    </p:set>
                                    <p:animEffect transition="in" filter="fade">
                                      <p:cBhvr>
                                        <p:cTn id="274" dur="400"/>
                                        <p:tgtEl>
                                          <p:spTgt spid="100"/>
                                        </p:tgtEl>
                                      </p:cBhvr>
                                    </p:animEffect>
                                  </p:childTnLst>
                                </p:cTn>
                              </p:par>
                              <p:par>
                                <p:cTn id="275" presetID="10" presetClass="entr" presetSubtype="0" fill="hold" nodeType="withEffect">
                                  <p:stCondLst>
                                    <p:cond delay="1750"/>
                                  </p:stCondLst>
                                  <p:childTnLst>
                                    <p:set>
                                      <p:cBhvr>
                                        <p:cTn id="276" dur="1" fill="hold">
                                          <p:stCondLst>
                                            <p:cond delay="0"/>
                                          </p:stCondLst>
                                        </p:cTn>
                                        <p:tgtEl>
                                          <p:spTgt spid="101"/>
                                        </p:tgtEl>
                                        <p:attrNameLst>
                                          <p:attrName>style.visibility</p:attrName>
                                        </p:attrNameLst>
                                      </p:cBhvr>
                                      <p:to>
                                        <p:strVal val="visible"/>
                                      </p:to>
                                    </p:set>
                                    <p:animEffect transition="in" filter="fade">
                                      <p:cBhvr>
                                        <p:cTn id="277" dur="400"/>
                                        <p:tgtEl>
                                          <p:spTgt spid="101"/>
                                        </p:tgtEl>
                                      </p:cBhvr>
                                    </p:animEffect>
                                  </p:childTnLst>
                                </p:cTn>
                              </p:par>
                              <p:par>
                                <p:cTn id="278" presetID="10" presetClass="entr" presetSubtype="0" fill="hold" nodeType="withEffect">
                                  <p:stCondLst>
                                    <p:cond delay="1750"/>
                                  </p:stCondLst>
                                  <p:childTnLst>
                                    <p:set>
                                      <p:cBhvr>
                                        <p:cTn id="279" dur="1" fill="hold">
                                          <p:stCondLst>
                                            <p:cond delay="0"/>
                                          </p:stCondLst>
                                        </p:cTn>
                                        <p:tgtEl>
                                          <p:spTgt spid="102"/>
                                        </p:tgtEl>
                                        <p:attrNameLst>
                                          <p:attrName>style.visibility</p:attrName>
                                        </p:attrNameLst>
                                      </p:cBhvr>
                                      <p:to>
                                        <p:strVal val="visible"/>
                                      </p:to>
                                    </p:set>
                                    <p:animEffect transition="in" filter="fade">
                                      <p:cBhvr>
                                        <p:cTn id="280" dur="400"/>
                                        <p:tgtEl>
                                          <p:spTgt spid="102"/>
                                        </p:tgtEl>
                                      </p:cBhvr>
                                    </p:animEffect>
                                  </p:childTnLst>
                                </p:cTn>
                              </p:par>
                              <p:par>
                                <p:cTn id="281" presetID="10" presetClass="entr" presetSubtype="0" fill="hold" nodeType="withEffect">
                                  <p:stCondLst>
                                    <p:cond delay="1750"/>
                                  </p:stCondLst>
                                  <p:childTnLst>
                                    <p:set>
                                      <p:cBhvr>
                                        <p:cTn id="282" dur="1" fill="hold">
                                          <p:stCondLst>
                                            <p:cond delay="0"/>
                                          </p:stCondLst>
                                        </p:cTn>
                                        <p:tgtEl>
                                          <p:spTgt spid="103"/>
                                        </p:tgtEl>
                                        <p:attrNameLst>
                                          <p:attrName>style.visibility</p:attrName>
                                        </p:attrNameLst>
                                      </p:cBhvr>
                                      <p:to>
                                        <p:strVal val="visible"/>
                                      </p:to>
                                    </p:set>
                                    <p:animEffect transition="in" filter="fade">
                                      <p:cBhvr>
                                        <p:cTn id="283" dur="400"/>
                                        <p:tgtEl>
                                          <p:spTgt spid="103"/>
                                        </p:tgtEl>
                                      </p:cBhvr>
                                    </p:animEffect>
                                  </p:childTnLst>
                                </p:cTn>
                              </p:par>
                              <p:par>
                                <p:cTn id="284" presetID="10" presetClass="entr" presetSubtype="0" fill="hold" nodeType="withEffect">
                                  <p:stCondLst>
                                    <p:cond delay="1750"/>
                                  </p:stCondLst>
                                  <p:childTnLst>
                                    <p:set>
                                      <p:cBhvr>
                                        <p:cTn id="285" dur="1" fill="hold">
                                          <p:stCondLst>
                                            <p:cond delay="0"/>
                                          </p:stCondLst>
                                        </p:cTn>
                                        <p:tgtEl>
                                          <p:spTgt spid="104"/>
                                        </p:tgtEl>
                                        <p:attrNameLst>
                                          <p:attrName>style.visibility</p:attrName>
                                        </p:attrNameLst>
                                      </p:cBhvr>
                                      <p:to>
                                        <p:strVal val="visible"/>
                                      </p:to>
                                    </p:set>
                                    <p:animEffect transition="in" filter="fade">
                                      <p:cBhvr>
                                        <p:cTn id="286" dur="400"/>
                                        <p:tgtEl>
                                          <p:spTgt spid="104"/>
                                        </p:tgtEl>
                                      </p:cBhvr>
                                    </p:animEffect>
                                  </p:childTnLst>
                                </p:cTn>
                              </p:par>
                              <p:par>
                                <p:cTn id="287" presetID="10" presetClass="entr" presetSubtype="0" fill="hold" nodeType="withEffect">
                                  <p:stCondLst>
                                    <p:cond delay="1750"/>
                                  </p:stCondLst>
                                  <p:childTnLst>
                                    <p:set>
                                      <p:cBhvr>
                                        <p:cTn id="288" dur="1" fill="hold">
                                          <p:stCondLst>
                                            <p:cond delay="0"/>
                                          </p:stCondLst>
                                        </p:cTn>
                                        <p:tgtEl>
                                          <p:spTgt spid="105"/>
                                        </p:tgtEl>
                                        <p:attrNameLst>
                                          <p:attrName>style.visibility</p:attrName>
                                        </p:attrNameLst>
                                      </p:cBhvr>
                                      <p:to>
                                        <p:strVal val="visible"/>
                                      </p:to>
                                    </p:set>
                                    <p:animEffect transition="in" filter="fade">
                                      <p:cBhvr>
                                        <p:cTn id="289" dur="400"/>
                                        <p:tgtEl>
                                          <p:spTgt spid="105"/>
                                        </p:tgtEl>
                                      </p:cBhvr>
                                    </p:animEffect>
                                  </p:childTnLst>
                                </p:cTn>
                              </p:par>
                              <p:par>
                                <p:cTn id="290" presetID="10" presetClass="entr" presetSubtype="0" fill="hold" nodeType="withEffect">
                                  <p:stCondLst>
                                    <p:cond delay="1750"/>
                                  </p:stCondLst>
                                  <p:childTnLst>
                                    <p:set>
                                      <p:cBhvr>
                                        <p:cTn id="291" dur="1" fill="hold">
                                          <p:stCondLst>
                                            <p:cond delay="0"/>
                                          </p:stCondLst>
                                        </p:cTn>
                                        <p:tgtEl>
                                          <p:spTgt spid="106"/>
                                        </p:tgtEl>
                                        <p:attrNameLst>
                                          <p:attrName>style.visibility</p:attrName>
                                        </p:attrNameLst>
                                      </p:cBhvr>
                                      <p:to>
                                        <p:strVal val="visible"/>
                                      </p:to>
                                    </p:set>
                                    <p:animEffect transition="in" filter="fade">
                                      <p:cBhvr>
                                        <p:cTn id="292" dur="400"/>
                                        <p:tgtEl>
                                          <p:spTgt spid="106"/>
                                        </p:tgtEl>
                                      </p:cBhvr>
                                    </p:animEffect>
                                  </p:childTnLst>
                                </p:cTn>
                              </p:par>
                              <p:par>
                                <p:cTn id="293" presetID="10" presetClass="entr" presetSubtype="0" fill="hold" nodeType="withEffect">
                                  <p:stCondLst>
                                    <p:cond delay="1750"/>
                                  </p:stCondLst>
                                  <p:childTnLst>
                                    <p:set>
                                      <p:cBhvr>
                                        <p:cTn id="294" dur="1" fill="hold">
                                          <p:stCondLst>
                                            <p:cond delay="0"/>
                                          </p:stCondLst>
                                        </p:cTn>
                                        <p:tgtEl>
                                          <p:spTgt spid="107"/>
                                        </p:tgtEl>
                                        <p:attrNameLst>
                                          <p:attrName>style.visibility</p:attrName>
                                        </p:attrNameLst>
                                      </p:cBhvr>
                                      <p:to>
                                        <p:strVal val="visible"/>
                                      </p:to>
                                    </p:set>
                                    <p:animEffect transition="in" filter="fade">
                                      <p:cBhvr>
                                        <p:cTn id="295" dur="400"/>
                                        <p:tgtEl>
                                          <p:spTgt spid="107"/>
                                        </p:tgtEl>
                                      </p:cBhvr>
                                    </p:animEffect>
                                  </p:childTnLst>
                                </p:cTn>
                              </p:par>
                              <p:par>
                                <p:cTn id="296" presetID="10" presetClass="entr" presetSubtype="0" fill="hold" nodeType="withEffect">
                                  <p:stCondLst>
                                    <p:cond delay="1750"/>
                                  </p:stCondLst>
                                  <p:childTnLst>
                                    <p:set>
                                      <p:cBhvr>
                                        <p:cTn id="297" dur="1" fill="hold">
                                          <p:stCondLst>
                                            <p:cond delay="0"/>
                                          </p:stCondLst>
                                        </p:cTn>
                                        <p:tgtEl>
                                          <p:spTgt spid="108"/>
                                        </p:tgtEl>
                                        <p:attrNameLst>
                                          <p:attrName>style.visibility</p:attrName>
                                        </p:attrNameLst>
                                      </p:cBhvr>
                                      <p:to>
                                        <p:strVal val="visible"/>
                                      </p:to>
                                    </p:set>
                                    <p:animEffect transition="in" filter="fade">
                                      <p:cBhvr>
                                        <p:cTn id="298" dur="400"/>
                                        <p:tgtEl>
                                          <p:spTgt spid="108"/>
                                        </p:tgtEl>
                                      </p:cBhvr>
                                    </p:animEffect>
                                  </p:childTnLst>
                                </p:cTn>
                              </p:par>
                              <p:par>
                                <p:cTn id="299" presetID="10" presetClass="entr" presetSubtype="0" fill="hold" nodeType="withEffect">
                                  <p:stCondLst>
                                    <p:cond delay="1750"/>
                                  </p:stCondLst>
                                  <p:childTnLst>
                                    <p:set>
                                      <p:cBhvr>
                                        <p:cTn id="300" dur="1" fill="hold">
                                          <p:stCondLst>
                                            <p:cond delay="0"/>
                                          </p:stCondLst>
                                        </p:cTn>
                                        <p:tgtEl>
                                          <p:spTgt spid="109"/>
                                        </p:tgtEl>
                                        <p:attrNameLst>
                                          <p:attrName>style.visibility</p:attrName>
                                        </p:attrNameLst>
                                      </p:cBhvr>
                                      <p:to>
                                        <p:strVal val="visible"/>
                                      </p:to>
                                    </p:set>
                                    <p:animEffect transition="in" filter="fade">
                                      <p:cBhvr>
                                        <p:cTn id="301" dur="400"/>
                                        <p:tgtEl>
                                          <p:spTgt spid="109"/>
                                        </p:tgtEl>
                                      </p:cBhvr>
                                    </p:animEffect>
                                  </p:childTnLst>
                                </p:cTn>
                              </p:par>
                              <p:par>
                                <p:cTn id="302" presetID="10" presetClass="entr" presetSubtype="0" fill="hold" nodeType="withEffect">
                                  <p:stCondLst>
                                    <p:cond delay="1750"/>
                                  </p:stCondLst>
                                  <p:childTnLst>
                                    <p:set>
                                      <p:cBhvr>
                                        <p:cTn id="303" dur="1" fill="hold">
                                          <p:stCondLst>
                                            <p:cond delay="0"/>
                                          </p:stCondLst>
                                        </p:cTn>
                                        <p:tgtEl>
                                          <p:spTgt spid="110"/>
                                        </p:tgtEl>
                                        <p:attrNameLst>
                                          <p:attrName>style.visibility</p:attrName>
                                        </p:attrNameLst>
                                      </p:cBhvr>
                                      <p:to>
                                        <p:strVal val="visible"/>
                                      </p:to>
                                    </p:set>
                                    <p:animEffect transition="in" filter="fade">
                                      <p:cBhvr>
                                        <p:cTn id="304" dur="400"/>
                                        <p:tgtEl>
                                          <p:spTgt spid="110"/>
                                        </p:tgtEl>
                                      </p:cBhvr>
                                    </p:animEffect>
                                  </p:childTnLst>
                                </p:cTn>
                              </p:par>
                              <p:par>
                                <p:cTn id="305" presetID="10" presetClass="entr" presetSubtype="0" fill="hold" nodeType="withEffect">
                                  <p:stCondLst>
                                    <p:cond delay="2000"/>
                                  </p:stCondLst>
                                  <p:childTnLst>
                                    <p:set>
                                      <p:cBhvr>
                                        <p:cTn id="306" dur="1" fill="hold">
                                          <p:stCondLst>
                                            <p:cond delay="0"/>
                                          </p:stCondLst>
                                        </p:cTn>
                                        <p:tgtEl>
                                          <p:spTgt spid="111"/>
                                        </p:tgtEl>
                                        <p:attrNameLst>
                                          <p:attrName>style.visibility</p:attrName>
                                        </p:attrNameLst>
                                      </p:cBhvr>
                                      <p:to>
                                        <p:strVal val="visible"/>
                                      </p:to>
                                    </p:set>
                                    <p:animEffect transition="in" filter="fade">
                                      <p:cBhvr>
                                        <p:cTn id="307" dur="400"/>
                                        <p:tgtEl>
                                          <p:spTgt spid="111"/>
                                        </p:tgtEl>
                                      </p:cBhvr>
                                    </p:animEffect>
                                  </p:childTnLst>
                                </p:cTn>
                              </p:par>
                              <p:par>
                                <p:cTn id="308" presetID="10" presetClass="entr" presetSubtype="0" fill="hold" nodeType="withEffect">
                                  <p:stCondLst>
                                    <p:cond delay="2000"/>
                                  </p:stCondLst>
                                  <p:childTnLst>
                                    <p:set>
                                      <p:cBhvr>
                                        <p:cTn id="309" dur="1" fill="hold">
                                          <p:stCondLst>
                                            <p:cond delay="0"/>
                                          </p:stCondLst>
                                        </p:cTn>
                                        <p:tgtEl>
                                          <p:spTgt spid="112"/>
                                        </p:tgtEl>
                                        <p:attrNameLst>
                                          <p:attrName>style.visibility</p:attrName>
                                        </p:attrNameLst>
                                      </p:cBhvr>
                                      <p:to>
                                        <p:strVal val="visible"/>
                                      </p:to>
                                    </p:set>
                                    <p:animEffect transition="in" filter="fade">
                                      <p:cBhvr>
                                        <p:cTn id="310" dur="400"/>
                                        <p:tgtEl>
                                          <p:spTgt spid="112"/>
                                        </p:tgtEl>
                                      </p:cBhvr>
                                    </p:animEffect>
                                  </p:childTnLst>
                                </p:cTn>
                              </p:par>
                              <p:par>
                                <p:cTn id="311" presetID="10" presetClass="entr" presetSubtype="0" fill="hold" nodeType="withEffect">
                                  <p:stCondLst>
                                    <p:cond delay="2000"/>
                                  </p:stCondLst>
                                  <p:childTnLst>
                                    <p:set>
                                      <p:cBhvr>
                                        <p:cTn id="312" dur="1" fill="hold">
                                          <p:stCondLst>
                                            <p:cond delay="0"/>
                                          </p:stCondLst>
                                        </p:cTn>
                                        <p:tgtEl>
                                          <p:spTgt spid="113"/>
                                        </p:tgtEl>
                                        <p:attrNameLst>
                                          <p:attrName>style.visibility</p:attrName>
                                        </p:attrNameLst>
                                      </p:cBhvr>
                                      <p:to>
                                        <p:strVal val="visible"/>
                                      </p:to>
                                    </p:set>
                                    <p:animEffect transition="in" filter="fade">
                                      <p:cBhvr>
                                        <p:cTn id="313" dur="400"/>
                                        <p:tgtEl>
                                          <p:spTgt spid="113"/>
                                        </p:tgtEl>
                                      </p:cBhvr>
                                    </p:animEffect>
                                  </p:childTnLst>
                                </p:cTn>
                              </p:par>
                              <p:par>
                                <p:cTn id="314" presetID="10" presetClass="entr" presetSubtype="0" fill="hold" nodeType="withEffect">
                                  <p:stCondLst>
                                    <p:cond delay="2000"/>
                                  </p:stCondLst>
                                  <p:childTnLst>
                                    <p:set>
                                      <p:cBhvr>
                                        <p:cTn id="315" dur="1" fill="hold">
                                          <p:stCondLst>
                                            <p:cond delay="0"/>
                                          </p:stCondLst>
                                        </p:cTn>
                                        <p:tgtEl>
                                          <p:spTgt spid="114"/>
                                        </p:tgtEl>
                                        <p:attrNameLst>
                                          <p:attrName>style.visibility</p:attrName>
                                        </p:attrNameLst>
                                      </p:cBhvr>
                                      <p:to>
                                        <p:strVal val="visible"/>
                                      </p:to>
                                    </p:set>
                                    <p:animEffect transition="in" filter="fade">
                                      <p:cBhvr>
                                        <p:cTn id="316" dur="400"/>
                                        <p:tgtEl>
                                          <p:spTgt spid="114"/>
                                        </p:tgtEl>
                                      </p:cBhvr>
                                    </p:animEffect>
                                  </p:childTnLst>
                                </p:cTn>
                              </p:par>
                              <p:par>
                                <p:cTn id="317" presetID="10" presetClass="entr" presetSubtype="0" fill="hold" nodeType="withEffect">
                                  <p:stCondLst>
                                    <p:cond delay="2000"/>
                                  </p:stCondLst>
                                  <p:childTnLst>
                                    <p:set>
                                      <p:cBhvr>
                                        <p:cTn id="318" dur="1" fill="hold">
                                          <p:stCondLst>
                                            <p:cond delay="0"/>
                                          </p:stCondLst>
                                        </p:cTn>
                                        <p:tgtEl>
                                          <p:spTgt spid="115"/>
                                        </p:tgtEl>
                                        <p:attrNameLst>
                                          <p:attrName>style.visibility</p:attrName>
                                        </p:attrNameLst>
                                      </p:cBhvr>
                                      <p:to>
                                        <p:strVal val="visible"/>
                                      </p:to>
                                    </p:set>
                                    <p:animEffect transition="in" filter="fade">
                                      <p:cBhvr>
                                        <p:cTn id="319" dur="400"/>
                                        <p:tgtEl>
                                          <p:spTgt spid="115"/>
                                        </p:tgtEl>
                                      </p:cBhvr>
                                    </p:animEffect>
                                  </p:childTnLst>
                                </p:cTn>
                              </p:par>
                              <p:par>
                                <p:cTn id="320" presetID="10" presetClass="entr" presetSubtype="0" fill="hold" nodeType="withEffect">
                                  <p:stCondLst>
                                    <p:cond delay="2000"/>
                                  </p:stCondLst>
                                  <p:childTnLst>
                                    <p:set>
                                      <p:cBhvr>
                                        <p:cTn id="321" dur="1" fill="hold">
                                          <p:stCondLst>
                                            <p:cond delay="0"/>
                                          </p:stCondLst>
                                        </p:cTn>
                                        <p:tgtEl>
                                          <p:spTgt spid="116"/>
                                        </p:tgtEl>
                                        <p:attrNameLst>
                                          <p:attrName>style.visibility</p:attrName>
                                        </p:attrNameLst>
                                      </p:cBhvr>
                                      <p:to>
                                        <p:strVal val="visible"/>
                                      </p:to>
                                    </p:set>
                                    <p:animEffect transition="in" filter="fade">
                                      <p:cBhvr>
                                        <p:cTn id="322" dur="400"/>
                                        <p:tgtEl>
                                          <p:spTgt spid="116"/>
                                        </p:tgtEl>
                                      </p:cBhvr>
                                    </p:animEffect>
                                  </p:childTnLst>
                                </p:cTn>
                              </p:par>
                              <p:par>
                                <p:cTn id="323" presetID="10" presetClass="entr" presetSubtype="0" fill="hold" nodeType="withEffect">
                                  <p:stCondLst>
                                    <p:cond delay="2000"/>
                                  </p:stCondLst>
                                  <p:childTnLst>
                                    <p:set>
                                      <p:cBhvr>
                                        <p:cTn id="324" dur="1" fill="hold">
                                          <p:stCondLst>
                                            <p:cond delay="0"/>
                                          </p:stCondLst>
                                        </p:cTn>
                                        <p:tgtEl>
                                          <p:spTgt spid="117"/>
                                        </p:tgtEl>
                                        <p:attrNameLst>
                                          <p:attrName>style.visibility</p:attrName>
                                        </p:attrNameLst>
                                      </p:cBhvr>
                                      <p:to>
                                        <p:strVal val="visible"/>
                                      </p:to>
                                    </p:set>
                                    <p:animEffect transition="in" filter="fade">
                                      <p:cBhvr>
                                        <p:cTn id="325" dur="400"/>
                                        <p:tgtEl>
                                          <p:spTgt spid="117"/>
                                        </p:tgtEl>
                                      </p:cBhvr>
                                    </p:animEffect>
                                  </p:childTnLst>
                                </p:cTn>
                              </p:par>
                              <p:par>
                                <p:cTn id="326" presetID="10" presetClass="entr" presetSubtype="0" fill="hold" nodeType="withEffect">
                                  <p:stCondLst>
                                    <p:cond delay="2000"/>
                                  </p:stCondLst>
                                  <p:childTnLst>
                                    <p:set>
                                      <p:cBhvr>
                                        <p:cTn id="327" dur="1" fill="hold">
                                          <p:stCondLst>
                                            <p:cond delay="0"/>
                                          </p:stCondLst>
                                        </p:cTn>
                                        <p:tgtEl>
                                          <p:spTgt spid="118"/>
                                        </p:tgtEl>
                                        <p:attrNameLst>
                                          <p:attrName>style.visibility</p:attrName>
                                        </p:attrNameLst>
                                      </p:cBhvr>
                                      <p:to>
                                        <p:strVal val="visible"/>
                                      </p:to>
                                    </p:set>
                                    <p:animEffect transition="in" filter="fade">
                                      <p:cBhvr>
                                        <p:cTn id="328" dur="400"/>
                                        <p:tgtEl>
                                          <p:spTgt spid="118"/>
                                        </p:tgtEl>
                                      </p:cBhvr>
                                    </p:animEffect>
                                  </p:childTnLst>
                                </p:cTn>
                              </p:par>
                              <p:par>
                                <p:cTn id="329" presetID="10" presetClass="entr" presetSubtype="0" fill="hold" nodeType="withEffect">
                                  <p:stCondLst>
                                    <p:cond delay="2000"/>
                                  </p:stCondLst>
                                  <p:childTnLst>
                                    <p:set>
                                      <p:cBhvr>
                                        <p:cTn id="330" dur="1" fill="hold">
                                          <p:stCondLst>
                                            <p:cond delay="0"/>
                                          </p:stCondLst>
                                        </p:cTn>
                                        <p:tgtEl>
                                          <p:spTgt spid="119"/>
                                        </p:tgtEl>
                                        <p:attrNameLst>
                                          <p:attrName>style.visibility</p:attrName>
                                        </p:attrNameLst>
                                      </p:cBhvr>
                                      <p:to>
                                        <p:strVal val="visible"/>
                                      </p:to>
                                    </p:set>
                                    <p:animEffect transition="in" filter="fade">
                                      <p:cBhvr>
                                        <p:cTn id="331" dur="400"/>
                                        <p:tgtEl>
                                          <p:spTgt spid="119"/>
                                        </p:tgtEl>
                                      </p:cBhvr>
                                    </p:animEffect>
                                  </p:childTnLst>
                                </p:cTn>
                              </p:par>
                              <p:par>
                                <p:cTn id="332" presetID="10" presetClass="entr" presetSubtype="0" fill="hold" nodeType="withEffect">
                                  <p:stCondLst>
                                    <p:cond delay="2000"/>
                                  </p:stCondLst>
                                  <p:childTnLst>
                                    <p:set>
                                      <p:cBhvr>
                                        <p:cTn id="333" dur="1" fill="hold">
                                          <p:stCondLst>
                                            <p:cond delay="0"/>
                                          </p:stCondLst>
                                        </p:cTn>
                                        <p:tgtEl>
                                          <p:spTgt spid="120"/>
                                        </p:tgtEl>
                                        <p:attrNameLst>
                                          <p:attrName>style.visibility</p:attrName>
                                        </p:attrNameLst>
                                      </p:cBhvr>
                                      <p:to>
                                        <p:strVal val="visible"/>
                                      </p:to>
                                    </p:set>
                                    <p:animEffect transition="in" filter="fade">
                                      <p:cBhvr>
                                        <p:cTn id="334" dur="400"/>
                                        <p:tgtEl>
                                          <p:spTgt spid="120"/>
                                        </p:tgtEl>
                                      </p:cBhvr>
                                    </p:animEffect>
                                  </p:childTnLst>
                                </p:cTn>
                              </p:par>
                              <p:par>
                                <p:cTn id="335" presetID="10" presetClass="entr" presetSubtype="0" fill="hold" nodeType="withEffect">
                                  <p:stCondLst>
                                    <p:cond delay="2000"/>
                                  </p:stCondLst>
                                  <p:childTnLst>
                                    <p:set>
                                      <p:cBhvr>
                                        <p:cTn id="336" dur="1" fill="hold">
                                          <p:stCondLst>
                                            <p:cond delay="0"/>
                                          </p:stCondLst>
                                        </p:cTn>
                                        <p:tgtEl>
                                          <p:spTgt spid="121"/>
                                        </p:tgtEl>
                                        <p:attrNameLst>
                                          <p:attrName>style.visibility</p:attrName>
                                        </p:attrNameLst>
                                      </p:cBhvr>
                                      <p:to>
                                        <p:strVal val="visible"/>
                                      </p:to>
                                    </p:set>
                                    <p:animEffect transition="in" filter="fade">
                                      <p:cBhvr>
                                        <p:cTn id="337" dur="400"/>
                                        <p:tgtEl>
                                          <p:spTgt spid="121"/>
                                        </p:tgtEl>
                                      </p:cBhvr>
                                    </p:animEffect>
                                  </p:childTnLst>
                                </p:cTn>
                              </p:par>
                              <p:par>
                                <p:cTn id="338" presetID="10" presetClass="entr" presetSubtype="0" fill="hold" nodeType="withEffect">
                                  <p:stCondLst>
                                    <p:cond delay="2000"/>
                                  </p:stCondLst>
                                  <p:childTnLst>
                                    <p:set>
                                      <p:cBhvr>
                                        <p:cTn id="339" dur="1" fill="hold">
                                          <p:stCondLst>
                                            <p:cond delay="0"/>
                                          </p:stCondLst>
                                        </p:cTn>
                                        <p:tgtEl>
                                          <p:spTgt spid="122"/>
                                        </p:tgtEl>
                                        <p:attrNameLst>
                                          <p:attrName>style.visibility</p:attrName>
                                        </p:attrNameLst>
                                      </p:cBhvr>
                                      <p:to>
                                        <p:strVal val="visible"/>
                                      </p:to>
                                    </p:set>
                                    <p:animEffect transition="in" filter="fade">
                                      <p:cBhvr>
                                        <p:cTn id="340" dur="400"/>
                                        <p:tgtEl>
                                          <p:spTgt spid="122"/>
                                        </p:tgtEl>
                                      </p:cBhvr>
                                    </p:animEffect>
                                  </p:childTnLst>
                                </p:cTn>
                              </p:par>
                              <p:par>
                                <p:cTn id="341" presetID="10" presetClass="entr" presetSubtype="0" fill="hold" nodeType="withEffect">
                                  <p:stCondLst>
                                    <p:cond delay="2000"/>
                                  </p:stCondLst>
                                  <p:childTnLst>
                                    <p:set>
                                      <p:cBhvr>
                                        <p:cTn id="342" dur="1" fill="hold">
                                          <p:stCondLst>
                                            <p:cond delay="0"/>
                                          </p:stCondLst>
                                        </p:cTn>
                                        <p:tgtEl>
                                          <p:spTgt spid="123"/>
                                        </p:tgtEl>
                                        <p:attrNameLst>
                                          <p:attrName>style.visibility</p:attrName>
                                        </p:attrNameLst>
                                      </p:cBhvr>
                                      <p:to>
                                        <p:strVal val="visible"/>
                                      </p:to>
                                    </p:set>
                                    <p:animEffect transition="in" filter="fade">
                                      <p:cBhvr>
                                        <p:cTn id="343" dur="400"/>
                                        <p:tgtEl>
                                          <p:spTgt spid="123"/>
                                        </p:tgtEl>
                                      </p:cBhvr>
                                    </p:animEffect>
                                  </p:childTnLst>
                                </p:cTn>
                              </p:par>
                              <p:par>
                                <p:cTn id="344" presetID="10" presetClass="entr" presetSubtype="0" fill="hold" nodeType="withEffect">
                                  <p:stCondLst>
                                    <p:cond delay="2000"/>
                                  </p:stCondLst>
                                  <p:childTnLst>
                                    <p:set>
                                      <p:cBhvr>
                                        <p:cTn id="345" dur="1" fill="hold">
                                          <p:stCondLst>
                                            <p:cond delay="0"/>
                                          </p:stCondLst>
                                        </p:cTn>
                                        <p:tgtEl>
                                          <p:spTgt spid="124"/>
                                        </p:tgtEl>
                                        <p:attrNameLst>
                                          <p:attrName>style.visibility</p:attrName>
                                        </p:attrNameLst>
                                      </p:cBhvr>
                                      <p:to>
                                        <p:strVal val="visible"/>
                                      </p:to>
                                    </p:set>
                                    <p:animEffect transition="in" filter="fade">
                                      <p:cBhvr>
                                        <p:cTn id="346" dur="400"/>
                                        <p:tgtEl>
                                          <p:spTgt spid="124"/>
                                        </p:tgtEl>
                                      </p:cBhvr>
                                    </p:animEffect>
                                  </p:childTnLst>
                                </p:cTn>
                              </p:par>
                              <p:par>
                                <p:cTn id="347" presetID="10" presetClass="entr" presetSubtype="0" fill="hold" nodeType="withEffect">
                                  <p:stCondLst>
                                    <p:cond delay="2000"/>
                                  </p:stCondLst>
                                  <p:childTnLst>
                                    <p:set>
                                      <p:cBhvr>
                                        <p:cTn id="348" dur="1" fill="hold">
                                          <p:stCondLst>
                                            <p:cond delay="0"/>
                                          </p:stCondLst>
                                        </p:cTn>
                                        <p:tgtEl>
                                          <p:spTgt spid="125"/>
                                        </p:tgtEl>
                                        <p:attrNameLst>
                                          <p:attrName>style.visibility</p:attrName>
                                        </p:attrNameLst>
                                      </p:cBhvr>
                                      <p:to>
                                        <p:strVal val="visible"/>
                                      </p:to>
                                    </p:set>
                                    <p:animEffect transition="in" filter="fade">
                                      <p:cBhvr>
                                        <p:cTn id="349" dur="400"/>
                                        <p:tgtEl>
                                          <p:spTgt spid="125"/>
                                        </p:tgtEl>
                                      </p:cBhvr>
                                    </p:animEffect>
                                  </p:childTnLst>
                                </p:cTn>
                              </p:par>
                              <p:par>
                                <p:cTn id="350" presetID="10" presetClass="entr" presetSubtype="0" fill="hold" nodeType="withEffect">
                                  <p:stCondLst>
                                    <p:cond delay="2000"/>
                                  </p:stCondLst>
                                  <p:childTnLst>
                                    <p:set>
                                      <p:cBhvr>
                                        <p:cTn id="351" dur="1" fill="hold">
                                          <p:stCondLst>
                                            <p:cond delay="0"/>
                                          </p:stCondLst>
                                        </p:cTn>
                                        <p:tgtEl>
                                          <p:spTgt spid="126"/>
                                        </p:tgtEl>
                                        <p:attrNameLst>
                                          <p:attrName>style.visibility</p:attrName>
                                        </p:attrNameLst>
                                      </p:cBhvr>
                                      <p:to>
                                        <p:strVal val="visible"/>
                                      </p:to>
                                    </p:set>
                                    <p:animEffect transition="in" filter="fade">
                                      <p:cBhvr>
                                        <p:cTn id="352" dur="400"/>
                                        <p:tgtEl>
                                          <p:spTgt spid="126"/>
                                        </p:tgtEl>
                                      </p:cBhvr>
                                    </p:animEffect>
                                  </p:childTnLst>
                                </p:cTn>
                              </p:par>
                              <p:par>
                                <p:cTn id="353" presetID="10" presetClass="entr" presetSubtype="0" fill="hold" nodeType="withEffect">
                                  <p:stCondLst>
                                    <p:cond delay="2000"/>
                                  </p:stCondLst>
                                  <p:childTnLst>
                                    <p:set>
                                      <p:cBhvr>
                                        <p:cTn id="354" dur="1" fill="hold">
                                          <p:stCondLst>
                                            <p:cond delay="0"/>
                                          </p:stCondLst>
                                        </p:cTn>
                                        <p:tgtEl>
                                          <p:spTgt spid="127"/>
                                        </p:tgtEl>
                                        <p:attrNameLst>
                                          <p:attrName>style.visibility</p:attrName>
                                        </p:attrNameLst>
                                      </p:cBhvr>
                                      <p:to>
                                        <p:strVal val="visible"/>
                                      </p:to>
                                    </p:set>
                                    <p:animEffect transition="in" filter="fade">
                                      <p:cBhvr>
                                        <p:cTn id="355" dur="400"/>
                                        <p:tgtEl>
                                          <p:spTgt spid="127"/>
                                        </p:tgtEl>
                                      </p:cBhvr>
                                    </p:animEffect>
                                  </p:childTnLst>
                                </p:cTn>
                              </p:par>
                              <p:par>
                                <p:cTn id="356" presetID="10" presetClass="entr" presetSubtype="0" fill="hold" nodeType="withEffect">
                                  <p:stCondLst>
                                    <p:cond delay="2000"/>
                                  </p:stCondLst>
                                  <p:childTnLst>
                                    <p:set>
                                      <p:cBhvr>
                                        <p:cTn id="357" dur="1" fill="hold">
                                          <p:stCondLst>
                                            <p:cond delay="0"/>
                                          </p:stCondLst>
                                        </p:cTn>
                                        <p:tgtEl>
                                          <p:spTgt spid="128"/>
                                        </p:tgtEl>
                                        <p:attrNameLst>
                                          <p:attrName>style.visibility</p:attrName>
                                        </p:attrNameLst>
                                      </p:cBhvr>
                                      <p:to>
                                        <p:strVal val="visible"/>
                                      </p:to>
                                    </p:set>
                                    <p:animEffect transition="in" filter="fade">
                                      <p:cBhvr>
                                        <p:cTn id="358" dur="400"/>
                                        <p:tgtEl>
                                          <p:spTgt spid="128"/>
                                        </p:tgtEl>
                                      </p:cBhvr>
                                    </p:animEffect>
                                  </p:childTnLst>
                                </p:cTn>
                              </p:par>
                              <p:par>
                                <p:cTn id="359" presetID="10" presetClass="entr" presetSubtype="0" fill="hold" nodeType="withEffect">
                                  <p:stCondLst>
                                    <p:cond delay="2000"/>
                                  </p:stCondLst>
                                  <p:childTnLst>
                                    <p:set>
                                      <p:cBhvr>
                                        <p:cTn id="360" dur="1" fill="hold">
                                          <p:stCondLst>
                                            <p:cond delay="0"/>
                                          </p:stCondLst>
                                        </p:cTn>
                                        <p:tgtEl>
                                          <p:spTgt spid="129"/>
                                        </p:tgtEl>
                                        <p:attrNameLst>
                                          <p:attrName>style.visibility</p:attrName>
                                        </p:attrNameLst>
                                      </p:cBhvr>
                                      <p:to>
                                        <p:strVal val="visible"/>
                                      </p:to>
                                    </p:set>
                                    <p:animEffect transition="in" filter="fade">
                                      <p:cBhvr>
                                        <p:cTn id="361" dur="400"/>
                                        <p:tgtEl>
                                          <p:spTgt spid="129"/>
                                        </p:tgtEl>
                                      </p:cBhvr>
                                    </p:animEffect>
                                  </p:childTnLst>
                                </p:cTn>
                              </p:par>
                              <p:par>
                                <p:cTn id="362" presetID="10" presetClass="entr" presetSubtype="0" fill="hold" nodeType="withEffect">
                                  <p:stCondLst>
                                    <p:cond delay="2000"/>
                                  </p:stCondLst>
                                  <p:childTnLst>
                                    <p:set>
                                      <p:cBhvr>
                                        <p:cTn id="363" dur="1" fill="hold">
                                          <p:stCondLst>
                                            <p:cond delay="0"/>
                                          </p:stCondLst>
                                        </p:cTn>
                                        <p:tgtEl>
                                          <p:spTgt spid="130"/>
                                        </p:tgtEl>
                                        <p:attrNameLst>
                                          <p:attrName>style.visibility</p:attrName>
                                        </p:attrNameLst>
                                      </p:cBhvr>
                                      <p:to>
                                        <p:strVal val="visible"/>
                                      </p:to>
                                    </p:set>
                                    <p:animEffect transition="in" filter="fade">
                                      <p:cBhvr>
                                        <p:cTn id="364" dur="400"/>
                                        <p:tgtEl>
                                          <p:spTgt spid="130"/>
                                        </p:tgtEl>
                                      </p:cBhvr>
                                    </p:animEffect>
                                  </p:childTnLst>
                                </p:cTn>
                              </p:par>
                              <p:par>
                                <p:cTn id="365" presetID="10" presetClass="entr" presetSubtype="0" fill="hold" nodeType="withEffect">
                                  <p:stCondLst>
                                    <p:cond delay="2000"/>
                                  </p:stCondLst>
                                  <p:childTnLst>
                                    <p:set>
                                      <p:cBhvr>
                                        <p:cTn id="366" dur="1" fill="hold">
                                          <p:stCondLst>
                                            <p:cond delay="0"/>
                                          </p:stCondLst>
                                        </p:cTn>
                                        <p:tgtEl>
                                          <p:spTgt spid="131"/>
                                        </p:tgtEl>
                                        <p:attrNameLst>
                                          <p:attrName>style.visibility</p:attrName>
                                        </p:attrNameLst>
                                      </p:cBhvr>
                                      <p:to>
                                        <p:strVal val="visible"/>
                                      </p:to>
                                    </p:set>
                                    <p:animEffect transition="in" filter="fade">
                                      <p:cBhvr>
                                        <p:cTn id="367" dur="400"/>
                                        <p:tgtEl>
                                          <p:spTgt spid="131"/>
                                        </p:tgtEl>
                                      </p:cBhvr>
                                    </p:animEffect>
                                  </p:childTnLst>
                                </p:cTn>
                              </p:par>
                              <p:par>
                                <p:cTn id="368" presetID="10" presetClass="entr" presetSubtype="0" fill="hold" nodeType="withEffect">
                                  <p:stCondLst>
                                    <p:cond delay="2000"/>
                                  </p:stCondLst>
                                  <p:childTnLst>
                                    <p:set>
                                      <p:cBhvr>
                                        <p:cTn id="369" dur="1" fill="hold">
                                          <p:stCondLst>
                                            <p:cond delay="0"/>
                                          </p:stCondLst>
                                        </p:cTn>
                                        <p:tgtEl>
                                          <p:spTgt spid="132"/>
                                        </p:tgtEl>
                                        <p:attrNameLst>
                                          <p:attrName>style.visibility</p:attrName>
                                        </p:attrNameLst>
                                      </p:cBhvr>
                                      <p:to>
                                        <p:strVal val="visible"/>
                                      </p:to>
                                    </p:set>
                                    <p:animEffect transition="in" filter="fade">
                                      <p:cBhvr>
                                        <p:cTn id="370" dur="400"/>
                                        <p:tgtEl>
                                          <p:spTgt spid="132"/>
                                        </p:tgtEl>
                                      </p:cBhvr>
                                    </p:animEffect>
                                  </p:childTnLst>
                                </p:cTn>
                              </p:par>
                              <p:par>
                                <p:cTn id="371" presetID="10" presetClass="entr" presetSubtype="0" fill="hold" nodeType="withEffect">
                                  <p:stCondLst>
                                    <p:cond delay="2300"/>
                                  </p:stCondLst>
                                  <p:childTnLst>
                                    <p:set>
                                      <p:cBhvr>
                                        <p:cTn id="372" dur="1" fill="hold">
                                          <p:stCondLst>
                                            <p:cond delay="0"/>
                                          </p:stCondLst>
                                        </p:cTn>
                                        <p:tgtEl>
                                          <p:spTgt spid="133"/>
                                        </p:tgtEl>
                                        <p:attrNameLst>
                                          <p:attrName>style.visibility</p:attrName>
                                        </p:attrNameLst>
                                      </p:cBhvr>
                                      <p:to>
                                        <p:strVal val="visible"/>
                                      </p:to>
                                    </p:set>
                                    <p:animEffect transition="in" filter="fade">
                                      <p:cBhvr>
                                        <p:cTn id="373" dur="4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1"/>
          <p:cNvSpPr/>
          <p:nvPr/>
        </p:nvSpPr>
        <p:spPr>
          <a:xfrm>
            <a:off x="274320" y="228600"/>
            <a:ext cx="11643055" cy="5897880"/>
          </a:xfrm>
          <a:prstGeom prst="roundRect">
            <a:avLst>
              <a:gd name="adj" fmla="val 3876"/>
            </a:avLst>
          </a:prstGeom>
          <a:solidFill>
            <a:srgbClr val="000000"/>
          </a:solidFill>
          <a:ln w="28575">
            <a:solidFill>
              <a:srgbClr val="2121DE"/>
            </a:solidFill>
            <a:prstDash val="solid"/>
          </a:ln>
        </p:spPr>
        <p:txBody>
          <a:bodyPr/>
          <a:p/>
        </p:txBody>
      </p:sp>
      <p:sp>
        <p:nvSpPr>
          <p:cNvPr id="3" name="o2"/>
          <p:cNvSpPr/>
          <p:nvPr/>
        </p:nvSpPr>
        <p:spPr>
          <a:xfrm>
            <a:off x="342900" y="297180"/>
            <a:ext cx="11505895" cy="5760720"/>
          </a:xfrm>
          <a:prstGeom prst="roundRect">
            <a:avLst>
              <a:gd name="adj" fmla="val 2778"/>
            </a:avLst>
          </a:prstGeom>
          <a:ln w="12700">
            <a:solidFill>
              <a:srgbClr val="2121DE"/>
            </a:solidFill>
            <a:prstDash val="solid"/>
          </a:ln>
        </p:spPr>
        <p:txBody>
          <a:bodyPr/>
          <a:p/>
        </p:txBody>
      </p:sp>
      <p:sp>
        <p:nvSpPr>
          <p:cNvPr id="4" name="o3"/>
          <p:cNvSpPr/>
          <p:nvPr/>
        </p:nvSpPr>
        <p:spPr>
          <a:xfrm>
            <a:off x="868680" y="822960"/>
            <a:ext cx="1554480" cy="457200"/>
          </a:xfrm>
          <a:prstGeom prst="roundRect">
            <a:avLst>
              <a:gd name="adj" fmla="val 24000"/>
            </a:avLst>
          </a:prstGeom>
          <a:solidFill>
            <a:srgbClr val="000000"/>
          </a:solidFill>
          <a:ln w="28575">
            <a:solidFill>
              <a:srgbClr val="2121DE"/>
            </a:solidFill>
            <a:prstDash val="solid"/>
          </a:ln>
        </p:spPr>
        <p:txBody>
          <a:bodyPr/>
          <a:p/>
        </p:txBody>
      </p:sp>
      <p:sp>
        <p:nvSpPr>
          <p:cNvPr id="5" name="o4"/>
          <p:cNvSpPr/>
          <p:nvPr/>
        </p:nvSpPr>
        <p:spPr>
          <a:xfrm>
            <a:off x="937260" y="891540"/>
            <a:ext cx="1417320" cy="320040"/>
          </a:xfrm>
          <a:prstGeom prst="roundRect">
            <a:avLst>
              <a:gd name="adj" fmla="val 12857"/>
            </a:avLst>
          </a:prstGeom>
          <a:ln w="12700">
            <a:solidFill>
              <a:srgbClr val="2121DE"/>
            </a:solidFill>
            <a:prstDash val="solid"/>
          </a:ln>
        </p:spPr>
        <p:txBody>
          <a:bodyPr/>
          <a:p/>
        </p:txBody>
      </p:sp>
      <p:sp>
        <p:nvSpPr>
          <p:cNvPr id="6" name="o5"/>
          <p:cNvSpPr/>
          <p:nvPr/>
        </p:nvSpPr>
        <p:spPr>
          <a:xfrm>
            <a:off x="9768535" y="822960"/>
            <a:ext cx="1554480" cy="457200"/>
          </a:xfrm>
          <a:prstGeom prst="roundRect">
            <a:avLst>
              <a:gd name="adj" fmla="val 24000"/>
            </a:avLst>
          </a:prstGeom>
          <a:solidFill>
            <a:srgbClr val="000000"/>
          </a:solidFill>
          <a:ln w="28575">
            <a:solidFill>
              <a:srgbClr val="2121DE"/>
            </a:solidFill>
            <a:prstDash val="solid"/>
          </a:ln>
        </p:spPr>
        <p:txBody>
          <a:bodyPr/>
          <a:p/>
        </p:txBody>
      </p:sp>
      <p:sp>
        <p:nvSpPr>
          <p:cNvPr id="7" name="o6"/>
          <p:cNvSpPr/>
          <p:nvPr/>
        </p:nvSpPr>
        <p:spPr>
          <a:xfrm>
            <a:off x="9837115" y="891540"/>
            <a:ext cx="1417320" cy="320040"/>
          </a:xfrm>
          <a:prstGeom prst="roundRect">
            <a:avLst>
              <a:gd name="adj" fmla="val 12857"/>
            </a:avLst>
          </a:prstGeom>
          <a:ln w="12700">
            <a:solidFill>
              <a:srgbClr val="2121DE"/>
            </a:solidFill>
            <a:prstDash val="solid"/>
          </a:ln>
        </p:spPr>
        <p:txBody>
          <a:bodyPr/>
          <a:p/>
        </p:txBody>
      </p:sp>
      <p:pic>
        <p:nvPicPr>
          <p:cNvPr id="8" name="o7" descr="cloche">    </p:cNvPr>
          <p:cNvPicPr>
            <a:picLocks noChangeAspect="1"/>
          </p:cNvPicPr>
          <p:nvPr/>
        </p:nvPicPr>
        <p:blipFill>
          <a:blip r:embed="rId1"/>
          <a:stretch>
            <a:fillRect/>
          </a:stretch>
        </p:blipFill>
        <p:spPr>
          <a:xfrm>
            <a:off x="1097280" y="1508760"/>
            <a:ext cx="548640" cy="548640"/>
          </a:xfrm>
          <a:prstGeom prst="rect">
            <a:avLst/>
          </a:prstGeom>
        </p:spPr>
      </p:pic>
      <p:pic>
        <p:nvPicPr>
          <p:cNvPr id="9" name="o8" descr="LEVEL 6">    </p:cNvPr>
          <p:cNvPicPr>
            <a:picLocks noChangeAspect="1"/>
          </p:cNvPicPr>
          <p:nvPr/>
        </p:nvPicPr>
        <p:blipFill>
          <a:blip r:embed="rId2"/>
          <a:stretch>
            <a:fillRect/>
          </a:stretch>
        </p:blipFill>
        <p:spPr>
          <a:xfrm>
            <a:off x="1783080" y="1664208"/>
            <a:ext cx="1408176" cy="201168"/>
          </a:xfrm>
          <a:prstGeom prst="rect">
            <a:avLst/>
          </a:prstGeom>
        </p:spPr>
      </p:pic>
      <p:pic>
        <p:nvPicPr>
          <p:cNvPr id="10" name="o9" descr="LIVE">    </p:cNvPr>
          <p:cNvPicPr>
            <a:picLocks noChangeAspect="1"/>
          </p:cNvPicPr>
          <p:nvPr/>
        </p:nvPicPr>
        <p:blipFill>
          <a:blip r:embed="rId3"/>
          <a:stretch>
            <a:fillRect/>
          </a:stretch>
        </p:blipFill>
        <p:spPr>
          <a:xfrm>
            <a:off x="1097280" y="2331720"/>
            <a:ext cx="2779776" cy="694944"/>
          </a:xfrm>
          <a:prstGeom prst="rect">
            <a:avLst/>
          </a:prstGeom>
        </p:spPr>
      </p:pic>
      <p:pic>
        <p:nvPicPr>
          <p:cNvPr id="11" name="o10" descr="DEMO">    </p:cNvPr>
          <p:cNvPicPr>
            <a:picLocks noChangeAspect="1"/>
          </p:cNvPicPr>
          <p:nvPr/>
        </p:nvPicPr>
        <p:blipFill>
          <a:blip r:embed="rId4"/>
          <a:stretch>
            <a:fillRect/>
          </a:stretch>
        </p:blipFill>
        <p:spPr>
          <a:xfrm>
            <a:off x="1097280" y="3154680"/>
            <a:ext cx="2779776" cy="694944"/>
          </a:xfrm>
          <a:prstGeom prst="rect">
            <a:avLst/>
          </a:prstGeom>
        </p:spPr>
      </p:pic>
      <p:pic>
        <p:nvPicPr>
          <p:cNvPr id="12" name="o11" descr="INSERT COIN">    </p:cNvPr>
          <p:cNvPicPr>
            <a:picLocks noChangeAspect="1"/>
          </p:cNvPicPr>
          <p:nvPr/>
        </p:nvPicPr>
        <p:blipFill>
          <a:blip r:embed="rId5"/>
          <a:stretch>
            <a:fillRect/>
          </a:stretch>
        </p:blipFill>
        <p:spPr>
          <a:xfrm>
            <a:off x="1097280" y="4114800"/>
            <a:ext cx="1877568" cy="170688"/>
          </a:xfrm>
          <a:prstGeom prst="rect">
            <a:avLst/>
          </a:prstGeom>
        </p:spPr>
      </p:pic>
      <p:sp>
        <p:nvSpPr>
          <p:cNvPr id="13" name="o12"/>
          <p:cNvSpPr txBox="1"/>
          <p:nvPr/>
        </p:nvSpPr>
        <p:spPr>
          <a:xfrm>
            <a:off x="1097280" y="4526280"/>
            <a:ext cx="4754880" cy="365760"/>
          </a:xfrm>
          <a:prstGeom prst="rect">
            <a:avLst/>
          </a:prstGeom>
          <a:noFill/>
          <a:ln/>
        </p:spPr>
        <p:txBody>
          <a:bodyPr wrap="square" lIns="0" tIns="0" rIns="0" bIns="0" rtlCol="0" anchor="t"/>
          <a:lstStyle/>
          <a:p>
            <a:pPr indent="0" marL="0">
              <a:buNone/>
            </a:pPr>
            <a:r>
              <a:rPr lang="en-US" sz="1800" dirty="0">
                <a:solidFill>
                  <a:srgbClr val="C4C4E4"/>
                </a:solidFill>
                <a:latin typeface="Arial" pitchFamily="34" charset="0"/>
                <a:ea typeface="Arial" pitchFamily="34" charset="-122"/>
                <a:cs typeface="Arial" pitchFamily="34" charset="-120"/>
              </a:rPr>
              <a:t>Interface Streamlit · 9 pages</a:t>
            </a:r>
            <a:endParaRPr lang="en-US" sz="1800" dirty="0"/>
          </a:p>
        </p:txBody>
      </p:sp>
      <p:sp>
        <p:nvSpPr>
          <p:cNvPr id="14" name="o13"/>
          <p:cNvSpPr txBox="1"/>
          <p:nvPr/>
        </p:nvSpPr>
        <p:spPr>
          <a:xfrm>
            <a:off x="1097280" y="4937760"/>
            <a:ext cx="4937760" cy="320040"/>
          </a:xfrm>
          <a:prstGeom prst="rect">
            <a:avLst/>
          </a:prstGeom>
          <a:noFill/>
          <a:ln/>
        </p:spPr>
        <p:txBody>
          <a:bodyPr wrap="square" lIns="0" tIns="0" rIns="0" bIns="0" rtlCol="0" anchor="t"/>
          <a:lstStyle/>
          <a:p>
            <a:pPr indent="0" marL="0">
              <a:buNone/>
            </a:pPr>
            <a:r>
              <a:rPr lang="en-US" sz="1400" b="1" dirty="0">
                <a:solidFill>
                  <a:srgbClr val="00FFFF"/>
                </a:solidFill>
                <a:latin typeface="Courier New" pitchFamily="34" charset="0"/>
                <a:ea typeface="Courier New" pitchFamily="34" charset="-122"/>
                <a:cs typeface="Courier New" pitchFamily="34" charset="-120"/>
              </a:rPr>
              <a:t>python run_app.py  →  localhost:8501</a:t>
            </a:r>
            <a:endParaRPr lang="en-US" sz="1400" dirty="0"/>
          </a:p>
        </p:txBody>
      </p:sp>
      <p:sp>
        <p:nvSpPr>
          <p:cNvPr id="15" name="o14"/>
          <p:cNvSpPr/>
          <p:nvPr/>
        </p:nvSpPr>
        <p:spPr>
          <a:xfrm>
            <a:off x="6263640" y="1463040"/>
            <a:ext cx="5120640" cy="1024128"/>
          </a:xfrm>
          <a:prstGeom prst="roundRect">
            <a:avLst>
              <a:gd name="adj" fmla="val 8929"/>
            </a:avLst>
          </a:prstGeom>
          <a:solidFill>
            <a:srgbClr val="000000"/>
          </a:solidFill>
          <a:ln w="28575">
            <a:solidFill>
              <a:srgbClr val="2121DE"/>
            </a:solidFill>
            <a:prstDash val="solid"/>
          </a:ln>
        </p:spPr>
      </p:sp>
      <p:sp>
        <p:nvSpPr>
          <p:cNvPr id="16" name="o15"/>
          <p:cNvSpPr/>
          <p:nvPr/>
        </p:nvSpPr>
        <p:spPr>
          <a:xfrm>
            <a:off x="6332220" y="1531620"/>
            <a:ext cx="4983480" cy="886968"/>
          </a:xfrm>
          <a:prstGeom prst="roundRect">
            <a:avLst>
              <a:gd name="adj" fmla="val 2577"/>
            </a:avLst>
          </a:prstGeom>
          <a:ln w="12700">
            <a:solidFill>
              <a:srgbClr val="2121DE"/>
            </a:solidFill>
            <a:prstDash val="solid"/>
          </a:ln>
        </p:spPr>
      </p:sp>
      <p:pic>
        <p:nvPicPr>
          <p:cNvPr id="17" name="o16" descr="Régler les poids du MPI">    </p:cNvPr>
          <p:cNvPicPr>
            <a:picLocks noChangeAspect="1"/>
          </p:cNvPicPr>
          <p:nvPr/>
        </p:nvPicPr>
        <p:blipFill>
          <a:blip r:embed="rId6"/>
          <a:stretch>
            <a:fillRect/>
          </a:stretch>
        </p:blipFill>
        <p:spPr>
          <a:xfrm>
            <a:off x="6537960" y="1755648"/>
            <a:ext cx="438912" cy="438912"/>
          </a:xfrm>
          <a:prstGeom prst="rect">
            <a:avLst/>
          </a:prstGeom>
        </p:spPr>
      </p:pic>
      <p:pic>
        <p:nvPicPr>
          <p:cNvPr id="18" name="o17" descr="QUETE 1">    </p:cNvPr>
          <p:cNvPicPr>
            <a:picLocks noChangeAspect="1"/>
          </p:cNvPicPr>
          <p:nvPr/>
        </p:nvPicPr>
        <p:blipFill>
          <a:blip r:embed="rId7"/>
          <a:stretch>
            <a:fillRect/>
          </a:stretch>
        </p:blipFill>
        <p:spPr>
          <a:xfrm>
            <a:off x="7223760" y="1645920"/>
            <a:ext cx="768096" cy="109728"/>
          </a:xfrm>
          <a:prstGeom prst="rect">
            <a:avLst/>
          </a:prstGeom>
        </p:spPr>
      </p:pic>
      <p:sp>
        <p:nvSpPr>
          <p:cNvPr id="19" name="o18"/>
          <p:cNvSpPr txBox="1"/>
          <p:nvPr/>
        </p:nvSpPr>
        <p:spPr>
          <a:xfrm>
            <a:off x="7223760" y="1847088"/>
            <a:ext cx="4023360" cy="32004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Régler les poids du MPI</a:t>
            </a:r>
            <a:endParaRPr lang="en-US" sz="1600" dirty="0"/>
          </a:p>
        </p:txBody>
      </p:sp>
      <p:sp>
        <p:nvSpPr>
          <p:cNvPr id="20" name="o19"/>
          <p:cNvSpPr txBox="1"/>
          <p:nvPr/>
        </p:nvSpPr>
        <p:spPr>
          <a:xfrm>
            <a:off x="7223760" y="2157984"/>
            <a:ext cx="4023360" cy="256032"/>
          </a:xfrm>
          <a:prstGeom prst="rect">
            <a:avLst/>
          </a:prstGeom>
          <a:noFill/>
          <a:ln/>
        </p:spPr>
        <p:txBody>
          <a:bodyPr wrap="square" lIns="0" tIns="0" rIns="0" bIns="0" rtlCol="0" anchor="t"/>
          <a:lstStyle/>
          <a:p>
            <a:pPr indent="0" marL="0">
              <a:buNone/>
            </a:pPr>
            <a:r>
              <a:rPr lang="en-US" sz="1300" dirty="0">
                <a:solidFill>
                  <a:srgbClr val="C4C4E4"/>
                </a:solidFill>
                <a:latin typeface="Arial" pitchFamily="34" charset="0"/>
                <a:ea typeface="Arial" pitchFamily="34" charset="-122"/>
                <a:cs typeface="Arial" pitchFamily="34" charset="-120"/>
              </a:rPr>
              <a:t>le classement des éditeurs change en direct</a:t>
            </a:r>
            <a:endParaRPr lang="en-US" sz="1300" dirty="0"/>
          </a:p>
        </p:txBody>
      </p:sp>
      <p:sp>
        <p:nvSpPr>
          <p:cNvPr id="21" name="o20"/>
          <p:cNvSpPr/>
          <p:nvPr/>
        </p:nvSpPr>
        <p:spPr>
          <a:xfrm>
            <a:off x="6263640" y="2651760"/>
            <a:ext cx="5120640" cy="1024128"/>
          </a:xfrm>
          <a:prstGeom prst="roundRect">
            <a:avLst>
              <a:gd name="adj" fmla="val 8929"/>
            </a:avLst>
          </a:prstGeom>
          <a:solidFill>
            <a:srgbClr val="000000"/>
          </a:solidFill>
          <a:ln w="28575">
            <a:solidFill>
              <a:srgbClr val="2121DE"/>
            </a:solidFill>
            <a:prstDash val="solid"/>
          </a:ln>
        </p:spPr>
      </p:sp>
      <p:sp>
        <p:nvSpPr>
          <p:cNvPr id="22" name="o21"/>
          <p:cNvSpPr/>
          <p:nvPr/>
        </p:nvSpPr>
        <p:spPr>
          <a:xfrm>
            <a:off x="6332220" y="2720340"/>
            <a:ext cx="4983480" cy="886968"/>
          </a:xfrm>
          <a:prstGeom prst="roundRect">
            <a:avLst>
              <a:gd name="adj" fmla="val 2577"/>
            </a:avLst>
          </a:prstGeom>
          <a:ln w="12700">
            <a:solidFill>
              <a:srgbClr val="2121DE"/>
            </a:solidFill>
            <a:prstDash val="solid"/>
          </a:ln>
        </p:spPr>
      </p:sp>
      <p:pic>
        <p:nvPicPr>
          <p:cNvPr id="23" name="o22" descr="Cliquer sur un jeu">    </p:cNvPr>
          <p:cNvPicPr>
            <a:picLocks noChangeAspect="1"/>
          </p:cNvPicPr>
          <p:nvPr/>
        </p:nvPicPr>
        <p:blipFill>
          <a:blip r:embed="rId8"/>
          <a:stretch>
            <a:fillRect/>
          </a:stretch>
        </p:blipFill>
        <p:spPr>
          <a:xfrm>
            <a:off x="6537960" y="2944368"/>
            <a:ext cx="438912" cy="438912"/>
          </a:xfrm>
          <a:prstGeom prst="rect">
            <a:avLst/>
          </a:prstGeom>
        </p:spPr>
      </p:pic>
      <p:pic>
        <p:nvPicPr>
          <p:cNvPr id="24" name="o23" descr="QUETE 2">    </p:cNvPr>
          <p:cNvPicPr>
            <a:picLocks noChangeAspect="1"/>
          </p:cNvPicPr>
          <p:nvPr/>
        </p:nvPicPr>
        <p:blipFill>
          <a:blip r:embed="rId9"/>
          <a:stretch>
            <a:fillRect/>
          </a:stretch>
        </p:blipFill>
        <p:spPr>
          <a:xfrm>
            <a:off x="7223760" y="2834640"/>
            <a:ext cx="768096" cy="109728"/>
          </a:xfrm>
          <a:prstGeom prst="rect">
            <a:avLst/>
          </a:prstGeom>
        </p:spPr>
      </p:pic>
      <p:sp>
        <p:nvSpPr>
          <p:cNvPr id="25" name="o24"/>
          <p:cNvSpPr txBox="1"/>
          <p:nvPr/>
        </p:nvSpPr>
        <p:spPr>
          <a:xfrm>
            <a:off x="7223760" y="3035808"/>
            <a:ext cx="4023360" cy="32004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Cliquer sur un jeu</a:t>
            </a:r>
            <a:endParaRPr lang="en-US" sz="1600" dirty="0"/>
          </a:p>
        </p:txBody>
      </p:sp>
      <p:sp>
        <p:nvSpPr>
          <p:cNvPr id="26" name="o25"/>
          <p:cNvSpPr txBox="1"/>
          <p:nvPr/>
        </p:nvSpPr>
        <p:spPr>
          <a:xfrm>
            <a:off x="7223760" y="3346704"/>
            <a:ext cx="4023360" cy="256032"/>
          </a:xfrm>
          <a:prstGeom prst="rect">
            <a:avLst/>
          </a:prstGeom>
          <a:noFill/>
          <a:ln/>
        </p:spPr>
        <p:txBody>
          <a:bodyPr wrap="square" lIns="0" tIns="0" rIns="0" bIns="0" rtlCol="0" anchor="t"/>
          <a:lstStyle/>
          <a:p>
            <a:pPr indent="0" marL="0">
              <a:buNone/>
            </a:pPr>
            <a:r>
              <a:rPr lang="en-US" sz="1300" dirty="0">
                <a:solidFill>
                  <a:srgbClr val="C4C4E4"/>
                </a:solidFill>
                <a:latin typeface="Arial" pitchFamily="34" charset="0"/>
                <a:ea typeface="Arial" pitchFamily="34" charset="-122"/>
                <a:cs typeface="Arial" pitchFamily="34" charset="-120"/>
              </a:rPr>
              <a:t>sa fiche et son profil régional s'ouvrent</a:t>
            </a:r>
            <a:endParaRPr lang="en-US" sz="1300" dirty="0"/>
          </a:p>
        </p:txBody>
      </p:sp>
      <p:sp>
        <p:nvSpPr>
          <p:cNvPr id="27" name="o26"/>
          <p:cNvSpPr/>
          <p:nvPr/>
        </p:nvSpPr>
        <p:spPr>
          <a:xfrm>
            <a:off x="6263640" y="3840480"/>
            <a:ext cx="5120640" cy="1024128"/>
          </a:xfrm>
          <a:prstGeom prst="roundRect">
            <a:avLst>
              <a:gd name="adj" fmla="val 8929"/>
            </a:avLst>
          </a:prstGeom>
          <a:solidFill>
            <a:srgbClr val="000000"/>
          </a:solidFill>
          <a:ln w="28575">
            <a:solidFill>
              <a:srgbClr val="2121DE"/>
            </a:solidFill>
            <a:prstDash val="solid"/>
          </a:ln>
        </p:spPr>
      </p:sp>
      <p:sp>
        <p:nvSpPr>
          <p:cNvPr id="28" name="o27"/>
          <p:cNvSpPr/>
          <p:nvPr/>
        </p:nvSpPr>
        <p:spPr>
          <a:xfrm>
            <a:off x="6332220" y="3909060"/>
            <a:ext cx="4983480" cy="886968"/>
          </a:xfrm>
          <a:prstGeom prst="roundRect">
            <a:avLst>
              <a:gd name="adj" fmla="val 2577"/>
            </a:avLst>
          </a:prstGeom>
          <a:ln w="12700">
            <a:solidFill>
              <a:srgbClr val="2121DE"/>
            </a:solidFill>
            <a:prstDash val="solid"/>
          </a:ln>
        </p:spPr>
      </p:sp>
      <p:pic>
        <p:nvPicPr>
          <p:cNvPr id="29" name="o28" descr="Filtrer période, genre, constructeur">    </p:cNvPr>
          <p:cNvPicPr>
            <a:picLocks noChangeAspect="1"/>
          </p:cNvPicPr>
          <p:nvPr/>
        </p:nvPicPr>
        <p:blipFill>
          <a:blip r:embed="rId10"/>
          <a:stretch>
            <a:fillRect/>
          </a:stretch>
        </p:blipFill>
        <p:spPr>
          <a:xfrm>
            <a:off x="6537960" y="4133088"/>
            <a:ext cx="438912" cy="438912"/>
          </a:xfrm>
          <a:prstGeom prst="rect">
            <a:avLst/>
          </a:prstGeom>
        </p:spPr>
      </p:pic>
      <p:pic>
        <p:nvPicPr>
          <p:cNvPr id="30" name="o29" descr="QUETE 3">    </p:cNvPr>
          <p:cNvPicPr>
            <a:picLocks noChangeAspect="1"/>
          </p:cNvPicPr>
          <p:nvPr/>
        </p:nvPicPr>
        <p:blipFill>
          <a:blip r:embed="rId11"/>
          <a:stretch>
            <a:fillRect/>
          </a:stretch>
        </p:blipFill>
        <p:spPr>
          <a:xfrm>
            <a:off x="7223760" y="4023360"/>
            <a:ext cx="768096" cy="109728"/>
          </a:xfrm>
          <a:prstGeom prst="rect">
            <a:avLst/>
          </a:prstGeom>
        </p:spPr>
      </p:pic>
      <p:sp>
        <p:nvSpPr>
          <p:cNvPr id="31" name="o30"/>
          <p:cNvSpPr txBox="1"/>
          <p:nvPr/>
        </p:nvSpPr>
        <p:spPr>
          <a:xfrm>
            <a:off x="7223760" y="4224528"/>
            <a:ext cx="4023360" cy="320040"/>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Filtrer période, genre, constructeur</a:t>
            </a:r>
            <a:endParaRPr lang="en-US" sz="1600" dirty="0"/>
          </a:p>
        </p:txBody>
      </p:sp>
      <p:sp>
        <p:nvSpPr>
          <p:cNvPr id="32" name="o31"/>
          <p:cNvSpPr txBox="1"/>
          <p:nvPr/>
        </p:nvSpPr>
        <p:spPr>
          <a:xfrm>
            <a:off x="7223760" y="4535424"/>
            <a:ext cx="4023360" cy="256032"/>
          </a:xfrm>
          <a:prstGeom prst="rect">
            <a:avLst/>
          </a:prstGeom>
          <a:noFill/>
          <a:ln/>
        </p:spPr>
        <p:txBody>
          <a:bodyPr wrap="square" lIns="0" tIns="0" rIns="0" bIns="0" rtlCol="0" anchor="t"/>
          <a:lstStyle/>
          <a:p>
            <a:pPr indent="0" marL="0">
              <a:buNone/>
            </a:pPr>
            <a:r>
              <a:rPr lang="en-US" sz="1300" dirty="0">
                <a:solidFill>
                  <a:srgbClr val="C4C4E4"/>
                </a:solidFill>
                <a:latin typeface="Arial" pitchFamily="34" charset="0"/>
                <a:ea typeface="Arial" pitchFamily="34" charset="-122"/>
                <a:cs typeface="Arial" pitchFamily="34" charset="-120"/>
              </a:rPr>
              <a:t>toutes les pages suivent le filtre</a:t>
            </a:r>
            <a:endParaRPr lang="en-US" sz="1300" dirty="0"/>
          </a:p>
        </p:txBody>
      </p:sp>
      <p:sp>
        <p:nvSpPr>
          <p:cNvPr id="33" name="o32"/>
          <p:cNvSpPr/>
          <p:nvPr/>
        </p:nvSpPr>
        <p:spPr>
          <a:xfrm>
            <a:off x="10666476" y="6414516"/>
            <a:ext cx="64008" cy="64008"/>
          </a:xfrm>
          <a:prstGeom prst="rect">
            <a:avLst/>
          </a:prstGeom>
          <a:solidFill>
            <a:srgbClr val="FFB8AE"/>
          </a:solidFill>
          <a:ln/>
        </p:spPr>
      </p:sp>
      <p:sp>
        <p:nvSpPr>
          <p:cNvPr id="34" name="o33"/>
          <p:cNvSpPr/>
          <p:nvPr/>
        </p:nvSpPr>
        <p:spPr>
          <a:xfrm>
            <a:off x="10895076" y="6414516"/>
            <a:ext cx="64008" cy="64008"/>
          </a:xfrm>
          <a:prstGeom prst="rect">
            <a:avLst/>
          </a:prstGeom>
          <a:solidFill>
            <a:srgbClr val="FFB8AE"/>
          </a:solidFill>
          <a:ln/>
        </p:spPr>
      </p:sp>
      <p:sp>
        <p:nvSpPr>
          <p:cNvPr id="35" name="o34"/>
          <p:cNvSpPr/>
          <p:nvPr/>
        </p:nvSpPr>
        <p:spPr>
          <a:xfrm>
            <a:off x="11123676" y="6414516"/>
            <a:ext cx="64008" cy="64008"/>
          </a:xfrm>
          <a:prstGeom prst="rect">
            <a:avLst/>
          </a:prstGeom>
          <a:solidFill>
            <a:srgbClr val="FFB8AE"/>
          </a:solidFill>
          <a:ln/>
        </p:spPr>
      </p:sp>
      <p:pic>
        <p:nvPicPr>
          <p:cNvPr id="36" name="o35" descr="super pac-gomme">    </p:cNvPr>
          <p:cNvPicPr>
            <a:picLocks noChangeAspect="1"/>
          </p:cNvPicPr>
          <p:nvPr/>
        </p:nvPicPr>
        <p:blipFill>
          <a:blip r:embed="rId12"/>
          <a:stretch>
            <a:fillRect/>
          </a:stretch>
        </p:blipFill>
        <p:spPr>
          <a:xfrm>
            <a:off x="11448288" y="6355080"/>
            <a:ext cx="182880" cy="182880"/>
          </a:xfrm>
          <a:prstGeom prst="rect">
            <a:avLst/>
          </a:prstGeom>
        </p:spPr>
      </p:pic>
      <p:pic>
        <p:nvPicPr>
          <p:cNvPr id="37" name="o36" descr="Pac-Man : progression">    </p:cNvPr>
          <p:cNvPicPr>
            <a:picLocks noChangeAspect="1"/>
          </p:cNvPicPr>
          <p:nvPr/>
        </p:nvPicPr>
        <p:blipFill>
          <a:blip r:embed="rId13"/>
          <a:stretch>
            <a:fillRect/>
          </a:stretch>
        </p:blipFill>
        <p:spPr>
          <a:xfrm>
            <a:off x="10399776" y="6291072"/>
            <a:ext cx="310896" cy="310896"/>
          </a:xfrm>
          <a:prstGeom prst="rect">
            <a:avLst/>
          </a:prstGeom>
        </p:spPr>
      </p:pic>
      <p:pic>
        <p:nvPicPr>
          <p:cNvPr id="38" name="o37" descr="fantôme">    </p:cNvPr>
          <p:cNvPicPr>
            <a:picLocks noChangeAspect="1"/>
          </p:cNvPicPr>
          <p:nvPr/>
        </p:nvPicPr>
        <p:blipFill>
          <a:blip r:embed="rId14"/>
          <a:stretch>
            <a:fillRect/>
          </a:stretch>
        </p:blipFill>
        <p:spPr>
          <a:xfrm>
            <a:off x="9832848" y="6291072"/>
            <a:ext cx="310896" cy="310896"/>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68" fill="hold">
                            <p:stCondLst>
                              <p:cond delay="0"/>
                            </p:stCondLst>
                            <p:childTnLst>
                              <p:par>
                                <p:cTn id="4" presetID="10" presetClass="entr" presetSubtype="0" fill="hold" nodeType="withEffect">
                                  <p:stCondLst>
                                    <p:cond delay="300"/>
                                  </p:stCondLst>
                                  <p:childTnLst>
                                    <p:set>
                                      <p:cBhvr>
                                        <p:cTn id="5" dur="1" fill="hold">
                                          <p:stCondLst>
                                            <p:cond delay="0"/>
                                          </p:stCondLst>
                                        </p:cTn>
                                        <p:tgtEl>
                                          <p:spTgt spid="15"/>
                                        </p:tgtEl>
                                        <p:attrNameLst>
                                          <p:attrName>style.visibility</p:attrName>
                                        </p:attrNameLst>
                                      </p:cBhvr>
                                      <p:to>
                                        <p:strVal val="visible"/>
                                      </p:to>
                                    </p:set>
                                    <p:animEffect transition="in" filter="fade">
                                      <p:cBhvr>
                                        <p:cTn id="6" dur="400"/>
                                        <p:tgtEl>
                                          <p:spTgt spid="15"/>
                                        </p:tgtEl>
                                      </p:cBhvr>
                                    </p:animEffect>
                                  </p:childTnLst>
                                </p:cTn>
                              </p:par>
                              <p:par>
                                <p:cTn id="7" presetID="10" presetClass="entr" presetSubtype="0" fill="hold" nodeType="withEffect">
                                  <p:stCondLst>
                                    <p:cond delay="300"/>
                                  </p:stCondLst>
                                  <p:childTnLst>
                                    <p:set>
                                      <p:cBhvr>
                                        <p:cTn id="8" dur="1" fill="hold">
                                          <p:stCondLst>
                                            <p:cond delay="0"/>
                                          </p:stCondLst>
                                        </p:cTn>
                                        <p:tgtEl>
                                          <p:spTgt spid="16"/>
                                        </p:tgtEl>
                                        <p:attrNameLst>
                                          <p:attrName>style.visibility</p:attrName>
                                        </p:attrNameLst>
                                      </p:cBhvr>
                                      <p:to>
                                        <p:strVal val="visible"/>
                                      </p:to>
                                    </p:set>
                                    <p:animEffect transition="in" filter="fade">
                                      <p:cBhvr>
                                        <p:cTn id="9" dur="400"/>
                                        <p:tgtEl>
                                          <p:spTgt spid="16"/>
                                        </p:tgtEl>
                                      </p:cBhvr>
                                    </p:animEffect>
                                  </p:childTnLst>
                                </p:cTn>
                              </p:par>
                              <p:par>
                                <p:cTn id="10" presetID="10" presetClass="entr" presetSubtype="0" fill="hold" nodeType="withEffect">
                                  <p:stCondLst>
                                    <p:cond delay="3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400"/>
                                        <p:tgtEl>
                                          <p:spTgt spid="17"/>
                                        </p:tgtEl>
                                      </p:cBhvr>
                                    </p:animEffect>
                                  </p:childTnLst>
                                </p:cTn>
                              </p:par>
                              <p:par>
                                <p:cTn id="13" presetID="10" presetClass="entr" presetSubtype="0" fill="hold" nodeType="withEffect">
                                  <p:stCondLst>
                                    <p:cond delay="30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400"/>
                                        <p:tgtEl>
                                          <p:spTgt spid="18"/>
                                        </p:tgtEl>
                                      </p:cBhvr>
                                    </p:animEffect>
                                  </p:childTnLst>
                                </p:cTn>
                              </p:par>
                              <p:par>
                                <p:cTn id="16" presetID="10" presetClass="entr" presetSubtype="0" fill="hold" nodeType="withEffect">
                                  <p:stCondLst>
                                    <p:cond delay="30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400"/>
                                        <p:tgtEl>
                                          <p:spTgt spid="19"/>
                                        </p:tgtEl>
                                      </p:cBhvr>
                                    </p:animEffect>
                                  </p:childTnLst>
                                </p:cTn>
                              </p:par>
                              <p:par>
                                <p:cTn id="19" presetID="10" presetClass="entr" presetSubtype="0" fill="hold" nodeType="withEffect">
                                  <p:stCondLst>
                                    <p:cond delay="300"/>
                                  </p:stCondLst>
                                  <p:childTnLst>
                                    <p:set>
                                      <p:cBhvr>
                                        <p:cTn id="20" dur="1" fill="hold">
                                          <p:stCondLst>
                                            <p:cond delay="0"/>
                                          </p:stCondLst>
                                        </p:cTn>
                                        <p:tgtEl>
                                          <p:spTgt spid="20"/>
                                        </p:tgtEl>
                                        <p:attrNameLst>
                                          <p:attrName>style.visibility</p:attrName>
                                        </p:attrNameLst>
                                      </p:cBhvr>
                                      <p:to>
                                        <p:strVal val="visible"/>
                                      </p:to>
                                    </p:set>
                                    <p:animEffect transition="in" filter="fade">
                                      <p:cBhvr>
                                        <p:cTn id="21" dur="400"/>
                                        <p:tgtEl>
                                          <p:spTgt spid="20"/>
                                        </p:tgtEl>
                                      </p:cBhvr>
                                    </p:animEffect>
                                  </p:childTnLst>
                                </p:cTn>
                              </p:par>
                              <p:par>
                                <p:cTn id="22" presetID="10" presetClass="entr" presetSubtype="0" fill="hold" nodeType="withEffect">
                                  <p:stCondLst>
                                    <p:cond delay="600"/>
                                  </p:stCondLst>
                                  <p:childTnLst>
                                    <p:set>
                                      <p:cBhvr>
                                        <p:cTn id="23" dur="1" fill="hold">
                                          <p:stCondLst>
                                            <p:cond delay="0"/>
                                          </p:stCondLst>
                                        </p:cTn>
                                        <p:tgtEl>
                                          <p:spTgt spid="21"/>
                                        </p:tgtEl>
                                        <p:attrNameLst>
                                          <p:attrName>style.visibility</p:attrName>
                                        </p:attrNameLst>
                                      </p:cBhvr>
                                      <p:to>
                                        <p:strVal val="visible"/>
                                      </p:to>
                                    </p:set>
                                    <p:animEffect transition="in" filter="fade">
                                      <p:cBhvr>
                                        <p:cTn id="24" dur="400"/>
                                        <p:tgtEl>
                                          <p:spTgt spid="21"/>
                                        </p:tgtEl>
                                      </p:cBhvr>
                                    </p:animEffect>
                                  </p:childTnLst>
                                </p:cTn>
                              </p:par>
                              <p:par>
                                <p:cTn id="25" presetID="10" presetClass="entr" presetSubtype="0" fill="hold" nodeType="withEffect">
                                  <p:stCondLst>
                                    <p:cond delay="60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400"/>
                                        <p:tgtEl>
                                          <p:spTgt spid="22"/>
                                        </p:tgtEl>
                                      </p:cBhvr>
                                    </p:animEffect>
                                  </p:childTnLst>
                                </p:cTn>
                              </p:par>
                              <p:par>
                                <p:cTn id="28" presetID="10" presetClass="entr" presetSubtype="0" fill="hold" nodeType="withEffect">
                                  <p:stCondLst>
                                    <p:cond delay="600"/>
                                  </p:stCondLst>
                                  <p:childTnLst>
                                    <p:set>
                                      <p:cBhvr>
                                        <p:cTn id="29" dur="1" fill="hold">
                                          <p:stCondLst>
                                            <p:cond delay="0"/>
                                          </p:stCondLst>
                                        </p:cTn>
                                        <p:tgtEl>
                                          <p:spTgt spid="23"/>
                                        </p:tgtEl>
                                        <p:attrNameLst>
                                          <p:attrName>style.visibility</p:attrName>
                                        </p:attrNameLst>
                                      </p:cBhvr>
                                      <p:to>
                                        <p:strVal val="visible"/>
                                      </p:to>
                                    </p:set>
                                    <p:animEffect transition="in" filter="fade">
                                      <p:cBhvr>
                                        <p:cTn id="30" dur="400"/>
                                        <p:tgtEl>
                                          <p:spTgt spid="23"/>
                                        </p:tgtEl>
                                      </p:cBhvr>
                                    </p:animEffect>
                                  </p:childTnLst>
                                </p:cTn>
                              </p:par>
                              <p:par>
                                <p:cTn id="31" presetID="10" presetClass="entr" presetSubtype="0" fill="hold" nodeType="withEffect">
                                  <p:stCondLst>
                                    <p:cond delay="600"/>
                                  </p:stCondLst>
                                  <p:childTnLst>
                                    <p:set>
                                      <p:cBhvr>
                                        <p:cTn id="32" dur="1" fill="hold">
                                          <p:stCondLst>
                                            <p:cond delay="0"/>
                                          </p:stCondLst>
                                        </p:cTn>
                                        <p:tgtEl>
                                          <p:spTgt spid="24"/>
                                        </p:tgtEl>
                                        <p:attrNameLst>
                                          <p:attrName>style.visibility</p:attrName>
                                        </p:attrNameLst>
                                      </p:cBhvr>
                                      <p:to>
                                        <p:strVal val="visible"/>
                                      </p:to>
                                    </p:set>
                                    <p:animEffect transition="in" filter="fade">
                                      <p:cBhvr>
                                        <p:cTn id="33" dur="400"/>
                                        <p:tgtEl>
                                          <p:spTgt spid="24"/>
                                        </p:tgtEl>
                                      </p:cBhvr>
                                    </p:animEffect>
                                  </p:childTnLst>
                                </p:cTn>
                              </p:par>
                              <p:par>
                                <p:cTn id="34" presetID="10" presetClass="entr" presetSubtype="0" fill="hold" nodeType="withEffect">
                                  <p:stCondLst>
                                    <p:cond delay="600"/>
                                  </p:stCondLst>
                                  <p:childTnLst>
                                    <p:set>
                                      <p:cBhvr>
                                        <p:cTn id="35" dur="1" fill="hold">
                                          <p:stCondLst>
                                            <p:cond delay="0"/>
                                          </p:stCondLst>
                                        </p:cTn>
                                        <p:tgtEl>
                                          <p:spTgt spid="25"/>
                                        </p:tgtEl>
                                        <p:attrNameLst>
                                          <p:attrName>style.visibility</p:attrName>
                                        </p:attrNameLst>
                                      </p:cBhvr>
                                      <p:to>
                                        <p:strVal val="visible"/>
                                      </p:to>
                                    </p:set>
                                    <p:animEffect transition="in" filter="fade">
                                      <p:cBhvr>
                                        <p:cTn id="36" dur="400"/>
                                        <p:tgtEl>
                                          <p:spTgt spid="25"/>
                                        </p:tgtEl>
                                      </p:cBhvr>
                                    </p:animEffect>
                                  </p:childTnLst>
                                </p:cTn>
                              </p:par>
                              <p:par>
                                <p:cTn id="37" presetID="10" presetClass="entr" presetSubtype="0" fill="hold" nodeType="withEffect">
                                  <p:stCondLst>
                                    <p:cond delay="60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400"/>
                                        <p:tgtEl>
                                          <p:spTgt spid="26"/>
                                        </p:tgtEl>
                                      </p:cBhvr>
                                    </p:animEffect>
                                  </p:childTnLst>
                                </p:cTn>
                              </p:par>
                              <p:par>
                                <p:cTn id="40" presetID="10" presetClass="entr" presetSubtype="0" fill="hold" nodeType="withEffect">
                                  <p:stCondLst>
                                    <p:cond delay="90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400"/>
                                        <p:tgtEl>
                                          <p:spTgt spid="27"/>
                                        </p:tgtEl>
                                      </p:cBhvr>
                                    </p:animEffect>
                                  </p:childTnLst>
                                </p:cTn>
                              </p:par>
                              <p:par>
                                <p:cTn id="43" presetID="10" presetClass="entr" presetSubtype="0" fill="hold" nodeType="withEffect">
                                  <p:stCondLst>
                                    <p:cond delay="90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400"/>
                                        <p:tgtEl>
                                          <p:spTgt spid="28"/>
                                        </p:tgtEl>
                                      </p:cBhvr>
                                    </p:animEffect>
                                  </p:childTnLst>
                                </p:cTn>
                              </p:par>
                              <p:par>
                                <p:cTn id="46" presetID="10" presetClass="entr" presetSubtype="0" fill="hold" nodeType="withEffect">
                                  <p:stCondLst>
                                    <p:cond delay="90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400"/>
                                        <p:tgtEl>
                                          <p:spTgt spid="29"/>
                                        </p:tgtEl>
                                      </p:cBhvr>
                                    </p:animEffect>
                                  </p:childTnLst>
                                </p:cTn>
                              </p:par>
                              <p:par>
                                <p:cTn id="49" presetID="10" presetClass="entr" presetSubtype="0" fill="hold" nodeType="withEffect">
                                  <p:stCondLst>
                                    <p:cond delay="90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400"/>
                                        <p:tgtEl>
                                          <p:spTgt spid="30"/>
                                        </p:tgtEl>
                                      </p:cBhvr>
                                    </p:animEffect>
                                  </p:childTnLst>
                                </p:cTn>
                              </p:par>
                              <p:par>
                                <p:cTn id="52" presetID="10" presetClass="entr" presetSubtype="0" fill="hold" nodeType="withEffect">
                                  <p:stCondLst>
                                    <p:cond delay="90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400"/>
                                        <p:tgtEl>
                                          <p:spTgt spid="31"/>
                                        </p:tgtEl>
                                      </p:cBhvr>
                                    </p:animEffect>
                                  </p:childTnLst>
                                </p:cTn>
                              </p:par>
                              <p:par>
                                <p:cTn id="55" presetID="10" presetClass="entr" presetSubtype="0" fill="hold" nodeType="withEffect">
                                  <p:stCondLst>
                                    <p:cond delay="90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400"/>
                                        <p:tgtEl>
                                          <p:spTgt spid="32"/>
                                        </p:tgtEl>
                                      </p:cBhvr>
                                    </p:animEffect>
                                  </p:childTnLst>
                                </p:cTn>
                              </p:par>
                              <p:par>
                                <p:cTn id="58" presetID="1" presetClass="exit" presetSubtype="0" fill="hold" nodeType="withEffect">
                                  <p:stCondLst>
                                    <p:cond delay="44"/>
                                  </p:stCondLst>
                                  <p:childTnLst>
                                    <p:set>
                                      <p:cBhvr>
                                        <p:cTn id="59" dur="1" fill="hold">
                                          <p:stCondLst>
                                            <p:cond delay="0"/>
                                          </p:stCondLst>
                                        </p:cTn>
                                        <p:tgtEl>
                                          <p:spTgt spid="33"/>
                                        </p:tgtEl>
                                        <p:attrNameLst>
                                          <p:attrName>style.visibility</p:attrName>
                                        </p:attrNameLst>
                                      </p:cBhvr>
                                      <p:to>
                                        <p:strVal val="hidden"/>
                                      </p:to>
                                    </p:set>
                                  </p:childTnLst>
                                </p:cTn>
                              </p:par>
                              <p:par>
                                <p:cTn id="60" presetID="1" presetClass="exit" presetSubtype="0" fill="hold" nodeType="withEffect">
                                  <p:stCondLst>
                                    <p:cond delay="341"/>
                                  </p:stCondLst>
                                  <p:childTnLst>
                                    <p:set>
                                      <p:cBhvr>
                                        <p:cTn id="61" dur="1" fill="hold">
                                          <p:stCondLst>
                                            <p:cond delay="0"/>
                                          </p:stCondLst>
                                        </p:cTn>
                                        <p:tgtEl>
                                          <p:spTgt spid="34"/>
                                        </p:tgtEl>
                                        <p:attrNameLst>
                                          <p:attrName>style.visibility</p:attrName>
                                        </p:attrNameLst>
                                      </p:cBhvr>
                                      <p:to>
                                        <p:strVal val="hidden"/>
                                      </p:to>
                                    </p:set>
                                  </p:childTnLst>
                                </p:cTn>
                              </p:par>
                              <p:par>
                                <p:cTn id="62" presetID="1" presetClass="exit" presetSubtype="0" fill="hold" nodeType="withEffect">
                                  <p:stCondLst>
                                    <p:cond delay="638"/>
                                  </p:stCondLst>
                                  <p:childTnLst>
                                    <p:set>
                                      <p:cBhvr>
                                        <p:cTn id="63" dur="1" fill="hold">
                                          <p:stCondLst>
                                            <p:cond delay="0"/>
                                          </p:stCondLst>
                                        </p:cTn>
                                        <p:tgtEl>
                                          <p:spTgt spid="35"/>
                                        </p:tgtEl>
                                        <p:attrNameLst>
                                          <p:attrName>style.visibility</p:attrName>
                                        </p:attrNameLst>
                                      </p:cBhvr>
                                      <p:to>
                                        <p:strVal val="hidden"/>
                                      </p:to>
                                    </p:set>
                                  </p:childTnLst>
                                </p:cTn>
                              </p:par>
                              <p:par>
                                <p:cTn id="64" presetID="0" presetClass="path" presetSubtype="0" fill="hold" nodeType="withEffect">
                                  <p:stCondLst>
                                    <p:cond delay="0"/>
                                  </p:stCondLst>
                                  <p:childTnLst>
                                    <p:animMotion origin="layout" path="M 0 0 L 0.05675 0 E" pathEditMode="relative" ptsTypes="">
                                      <p:cBhvr>
                                        <p:cTn id="65" dur="900" fill="hold"/>
                                        <p:tgtEl>
                                          <p:spTgt spid="37"/>
                                        </p:tgtEl>
                                        <p:attrNameLst>
                                          <p:attrName>ppt_x</p:attrName>
                                          <p:attrName>ppt_y</p:attrName>
                                        </p:attrNameLst>
                                      </p:cBhvr>
                                    </p:animMotion>
                                  </p:childTnLst>
                                </p:cTn>
                              </p:par>
                              <p:par>
                                <p:cTn id="66" presetID="0" presetClass="path" presetSubtype="0" fill="hold" nodeType="withEffect">
                                  <p:stCondLst>
                                    <p:cond delay="0"/>
                                  </p:stCondLst>
                                  <p:childTnLst>
                                    <p:animMotion origin="layout" path="M 0 0 L 0.05675 0 E" pathEditMode="relative" ptsTypes="">
                                      <p:cBhvr>
                                        <p:cTn id="67" dur="900" fill="hold"/>
                                        <p:tgtEl>
                                          <p:spTgt spid="38"/>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o1" descr="BONUS → NIVEAU SUIVANT">    </p:cNvPr>
          <p:cNvPicPr>
            <a:picLocks noChangeAspect="1"/>
          </p:cNvPicPr>
          <p:nvPr/>
        </p:nvPicPr>
        <p:blipFill>
          <a:blip r:embed="rId1"/>
          <a:stretch>
            <a:fillRect/>
          </a:stretch>
        </p:blipFill>
        <p:spPr>
          <a:xfrm>
            <a:off x="548640" y="411480"/>
            <a:ext cx="3218688" cy="146304"/>
          </a:xfrm>
          <a:prstGeom prst="rect">
            <a:avLst/>
          </a:prstGeom>
        </p:spPr>
      </p:pic>
      <p:pic>
        <p:nvPicPr>
          <p:cNvPr id="3" name="o2" descr="Angles morts et niveau suivant">    </p:cNvPr>
          <p:cNvPicPr>
            <a:picLocks noChangeAspect="1"/>
          </p:cNvPicPr>
          <p:nvPr/>
        </p:nvPicPr>
        <p:blipFill>
          <a:blip r:embed="rId2"/>
          <a:stretch>
            <a:fillRect/>
          </a:stretch>
        </p:blipFill>
        <p:spPr>
          <a:xfrm>
            <a:off x="548640" y="777240"/>
            <a:ext cx="8229600" cy="274320"/>
          </a:xfrm>
          <a:prstGeom prst="rect">
            <a:avLst/>
          </a:prstGeom>
        </p:spPr>
      </p:pic>
      <p:pic>
        <p:nvPicPr>
          <p:cNvPr id="4" name="o3" descr="key">    </p:cNvPr>
          <p:cNvPicPr>
            <a:picLocks noChangeAspect="1"/>
          </p:cNvPicPr>
          <p:nvPr/>
        </p:nvPicPr>
        <p:blipFill>
          <a:blip r:embed="rId3"/>
          <a:stretch>
            <a:fillRect/>
          </a:stretch>
        </p:blipFill>
        <p:spPr>
          <a:xfrm>
            <a:off x="11073384" y="365760"/>
            <a:ext cx="566928" cy="566928"/>
          </a:xfrm>
          <a:prstGeom prst="rect">
            <a:avLst/>
          </a:prstGeom>
        </p:spPr>
      </p:pic>
      <p:pic>
        <p:nvPicPr>
          <p:cNvPr id="5" name="o4" descr="super pac-gomme">    </p:cNvPr>
          <p:cNvPicPr>
            <a:picLocks noChangeAspect="1"/>
          </p:cNvPicPr>
          <p:nvPr/>
        </p:nvPicPr>
        <p:blipFill>
          <a:blip r:embed="rId4"/>
          <a:stretch>
            <a:fillRect/>
          </a:stretch>
        </p:blipFill>
        <p:spPr>
          <a:xfrm>
            <a:off x="11448288" y="6355080"/>
            <a:ext cx="182880" cy="182880"/>
          </a:xfrm>
          <a:prstGeom prst="rect">
            <a:avLst/>
          </a:prstGeom>
        </p:spPr>
      </p:pic>
      <p:pic>
        <p:nvPicPr>
          <p:cNvPr id="6" name="o5" descr="Pac-Man : progression">    </p:cNvPr>
          <p:cNvPicPr>
            <a:picLocks noChangeAspect="1"/>
          </p:cNvPicPr>
          <p:nvPr/>
        </p:nvPicPr>
        <p:blipFill>
          <a:blip r:embed="rId5"/>
          <a:stretch>
            <a:fillRect/>
          </a:stretch>
        </p:blipFill>
        <p:spPr>
          <a:xfrm>
            <a:off x="11091672" y="6291072"/>
            <a:ext cx="310896" cy="310896"/>
          </a:xfrm>
          <a:prstGeom prst="rect">
            <a:avLst/>
          </a:prstGeom>
        </p:spPr>
      </p:pic>
      <p:pic>
        <p:nvPicPr>
          <p:cNvPr id="7" name="o6" descr="fantôme">    </p:cNvPr>
          <p:cNvPicPr>
            <a:picLocks noChangeAspect="1"/>
          </p:cNvPicPr>
          <p:nvPr/>
        </p:nvPicPr>
        <p:blipFill>
          <a:blip r:embed="rId6"/>
          <a:stretch>
            <a:fillRect/>
          </a:stretch>
        </p:blipFill>
        <p:spPr>
          <a:xfrm>
            <a:off x="10524744" y="6291072"/>
            <a:ext cx="310896" cy="310896"/>
          </a:xfrm>
          <a:prstGeom prst="rect">
            <a:avLst/>
          </a:prstGeom>
        </p:spPr>
      </p:pic>
      <p:pic>
        <p:nvPicPr>
          <p:cNvPr id="8" name="o7" descr="fantôme effrayé">    </p:cNvPr>
          <p:cNvPicPr>
            <a:picLocks noChangeAspect="1"/>
          </p:cNvPicPr>
          <p:nvPr/>
        </p:nvPicPr>
        <p:blipFill>
          <a:blip r:embed="rId7"/>
          <a:stretch>
            <a:fillRect/>
          </a:stretch>
        </p:blipFill>
        <p:spPr>
          <a:xfrm>
            <a:off x="10817352" y="6291072"/>
            <a:ext cx="310896" cy="310896"/>
          </a:xfrm>
          <a:prstGeom prst="rect">
            <a:avLst/>
          </a:prstGeom>
        </p:spPr>
      </p:pic>
      <p:sp>
        <p:nvSpPr>
          <p:cNvPr id="9" name="o8"/>
          <p:cNvSpPr/>
          <p:nvPr/>
        </p:nvSpPr>
        <p:spPr>
          <a:xfrm>
            <a:off x="548640" y="1645920"/>
            <a:ext cx="5486400" cy="4389120"/>
          </a:xfrm>
          <a:prstGeom prst="roundRect">
            <a:avLst>
              <a:gd name="adj" fmla="val 2917"/>
            </a:avLst>
          </a:prstGeom>
          <a:solidFill>
            <a:srgbClr val="000000"/>
          </a:solidFill>
          <a:ln w="28575">
            <a:solidFill>
              <a:srgbClr val="2121DE"/>
            </a:solidFill>
            <a:prstDash val="solid"/>
          </a:ln>
        </p:spPr>
        <p:txBody>
          <a:bodyPr/>
          <a:p/>
        </p:txBody>
      </p:sp>
      <p:sp>
        <p:nvSpPr>
          <p:cNvPr id="10" name="o9"/>
          <p:cNvSpPr/>
          <p:nvPr/>
        </p:nvSpPr>
        <p:spPr>
          <a:xfrm>
            <a:off x="617220" y="1714500"/>
            <a:ext cx="5349240" cy="4251960"/>
          </a:xfrm>
          <a:prstGeom prst="roundRect">
            <a:avLst>
              <a:gd name="adj" fmla="val 1398"/>
            </a:avLst>
          </a:prstGeom>
          <a:ln w="12700">
            <a:solidFill>
              <a:srgbClr val="2121DE"/>
            </a:solidFill>
            <a:prstDash val="solid"/>
          </a:ln>
        </p:spPr>
        <p:txBody>
          <a:bodyPr/>
          <a:p/>
        </p:txBody>
      </p:sp>
      <p:pic>
        <p:nvPicPr>
          <p:cNvPr id="11" name="o10" descr="ANGLES MORTS DE LA SOURCE">    </p:cNvPr>
          <p:cNvPicPr>
            <a:picLocks noChangeAspect="1"/>
          </p:cNvPicPr>
          <p:nvPr/>
        </p:nvPicPr>
        <p:blipFill>
          <a:blip r:embed="rId8"/>
          <a:stretch>
            <a:fillRect/>
          </a:stretch>
        </p:blipFill>
        <p:spPr>
          <a:xfrm>
            <a:off x="914400" y="1965960"/>
            <a:ext cx="3657600" cy="146304"/>
          </a:xfrm>
          <a:prstGeom prst="rect">
            <a:avLst/>
          </a:prstGeom>
        </p:spPr>
      </p:pic>
      <p:pic>
        <p:nvPicPr>
          <p:cNvPr id="12" name="o11" descr="attention">    </p:cNvPr>
          <p:cNvPicPr>
            <a:picLocks noChangeAspect="1"/>
          </p:cNvPicPr>
          <p:nvPr/>
        </p:nvPicPr>
        <p:blipFill>
          <a:blip r:embed="rId9"/>
          <a:stretch>
            <a:fillRect/>
          </a:stretch>
        </p:blipFill>
        <p:spPr>
          <a:xfrm>
            <a:off x="914400" y="2505456"/>
            <a:ext cx="329184" cy="329184"/>
          </a:xfrm>
          <a:prstGeom prst="rect">
            <a:avLst/>
          </a:prstGeom>
        </p:spPr>
      </p:pic>
      <p:sp>
        <p:nvSpPr>
          <p:cNvPr id="13" name="o12"/>
          <p:cNvSpPr txBox="1"/>
          <p:nvPr/>
        </p:nvSpPr>
        <p:spPr>
          <a:xfrm>
            <a:off x="1463040" y="2468880"/>
            <a:ext cx="438912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Pas de ventes dématérialisées ni mobiles</a:t>
            </a:r>
            <a:endParaRPr lang="en-US" sz="1700" dirty="0"/>
          </a:p>
        </p:txBody>
      </p:sp>
      <p:sp>
        <p:nvSpPr>
          <p:cNvPr id="14" name="o13"/>
          <p:cNvSpPr txBox="1"/>
          <p:nvPr/>
        </p:nvSpPr>
        <p:spPr>
          <a:xfrm>
            <a:off x="1463040" y="2852928"/>
            <a:ext cx="4343400" cy="548640"/>
          </a:xfrm>
          <a:prstGeom prst="rect">
            <a:avLst/>
          </a:prstGeom>
          <a:noFill/>
          <a:ln/>
        </p:spPr>
        <p:txBody>
          <a:bodyPr wrap="square" lIns="0" tIns="0" rIns="0" bIns="0" rtlCol="0" anchor="t"/>
          <a:lstStyle/>
          <a:p>
            <a:pPr indent="0" marL="0">
              <a:buNone/>
            </a:pPr>
            <a:r>
              <a:rPr lang="en-US" sz="1400" dirty="0">
                <a:solidFill>
                  <a:srgbClr val="C4C4E4"/>
                </a:solidFill>
                <a:latin typeface="Arial" pitchFamily="34" charset="0"/>
                <a:ea typeface="Arial" pitchFamily="34" charset="-122"/>
                <a:cs typeface="Arial" pitchFamily="34" charset="-120"/>
              </a:rPr>
              <a:t>Steam, PSN, App Store : invisibles dans VGChartz</a:t>
            </a:r>
            <a:endParaRPr lang="en-US" sz="1400" dirty="0"/>
          </a:p>
        </p:txBody>
      </p:sp>
      <p:pic>
        <p:nvPicPr>
          <p:cNvPr id="15" name="o14" descr="attention">    </p:cNvPr>
          <p:cNvPicPr>
            <a:picLocks noChangeAspect="1"/>
          </p:cNvPicPr>
          <p:nvPr/>
        </p:nvPicPr>
        <p:blipFill>
          <a:blip r:embed="rId10"/>
          <a:stretch>
            <a:fillRect/>
          </a:stretch>
        </p:blipFill>
        <p:spPr>
          <a:xfrm>
            <a:off x="914400" y="3602736"/>
            <a:ext cx="329184" cy="329184"/>
          </a:xfrm>
          <a:prstGeom prst="rect">
            <a:avLst/>
          </a:prstGeom>
        </p:spPr>
      </p:pic>
      <p:sp>
        <p:nvSpPr>
          <p:cNvPr id="16" name="o15"/>
          <p:cNvSpPr txBox="1"/>
          <p:nvPr/>
        </p:nvSpPr>
        <p:spPr>
          <a:xfrm>
            <a:off x="1463040" y="3566160"/>
            <a:ext cx="438912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Année 2016 incomplète</a:t>
            </a:r>
            <a:endParaRPr lang="en-US" sz="1700" dirty="0"/>
          </a:p>
        </p:txBody>
      </p:sp>
      <p:sp>
        <p:nvSpPr>
          <p:cNvPr id="17" name="o16"/>
          <p:cNvSpPr txBox="1"/>
          <p:nvPr/>
        </p:nvSpPr>
        <p:spPr>
          <a:xfrm>
            <a:off x="1463040" y="3950208"/>
            <a:ext cx="4343400" cy="548640"/>
          </a:xfrm>
          <a:prstGeom prst="rect">
            <a:avLst/>
          </a:prstGeom>
          <a:noFill/>
          <a:ln/>
        </p:spPr>
        <p:txBody>
          <a:bodyPr wrap="square" lIns="0" tIns="0" rIns="0" bIns="0" rtlCol="0" anchor="t"/>
          <a:lstStyle/>
          <a:p>
            <a:pPr indent="0" marL="0">
              <a:buNone/>
            </a:pPr>
            <a:r>
              <a:rPr lang="en-US" sz="1400" dirty="0">
                <a:solidFill>
                  <a:srgbClr val="C4C4E4"/>
                </a:solidFill>
                <a:latin typeface="Arial" pitchFamily="34" charset="0"/>
                <a:ea typeface="Arial" pitchFamily="34" charset="-122"/>
                <a:cs typeface="Arial" pitchFamily="34" charset="-120"/>
              </a:rPr>
              <a:t>le fichier s'arrête en cours d'année</a:t>
            </a:r>
            <a:endParaRPr lang="en-US" sz="1400" dirty="0"/>
          </a:p>
        </p:txBody>
      </p:sp>
      <p:pic>
        <p:nvPicPr>
          <p:cNvPr id="18" name="o17" descr="attention">    </p:cNvPr>
          <p:cNvPicPr>
            <a:picLocks noChangeAspect="1"/>
          </p:cNvPicPr>
          <p:nvPr/>
        </p:nvPicPr>
        <p:blipFill>
          <a:blip r:embed="rId11"/>
          <a:stretch>
            <a:fillRect/>
          </a:stretch>
        </p:blipFill>
        <p:spPr>
          <a:xfrm>
            <a:off x="914400" y="4700016"/>
            <a:ext cx="329184" cy="329184"/>
          </a:xfrm>
          <a:prstGeom prst="rect">
            <a:avLst/>
          </a:prstGeom>
        </p:spPr>
      </p:pic>
      <p:sp>
        <p:nvSpPr>
          <p:cNvPr id="19" name="o18"/>
          <p:cNvSpPr txBox="1"/>
          <p:nvPr/>
        </p:nvSpPr>
        <p:spPr>
          <a:xfrm>
            <a:off x="1463040" y="4663440"/>
            <a:ext cx="4389120" cy="36576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Régions parfois mal saisies</a:t>
            </a:r>
            <a:endParaRPr lang="en-US" sz="1700" dirty="0"/>
          </a:p>
        </p:txBody>
      </p:sp>
      <p:sp>
        <p:nvSpPr>
          <p:cNvPr id="20" name="o19"/>
          <p:cNvSpPr txBox="1"/>
          <p:nvPr/>
        </p:nvSpPr>
        <p:spPr>
          <a:xfrm>
            <a:off x="1463040" y="5047488"/>
            <a:ext cx="4343400" cy="548640"/>
          </a:xfrm>
          <a:prstGeom prst="rect">
            <a:avLst/>
          </a:prstGeom>
          <a:noFill/>
          <a:ln/>
        </p:spPr>
        <p:txBody>
          <a:bodyPr wrap="square" lIns="0" tIns="0" rIns="0" bIns="0" rtlCol="0" anchor="t"/>
          <a:lstStyle/>
          <a:p>
            <a:pPr indent="0" marL="0">
              <a:buNone/>
            </a:pPr>
            <a:r>
              <a:rPr lang="en-US" sz="1400" dirty="0">
                <a:solidFill>
                  <a:srgbClr val="C4C4E4"/>
                </a:solidFill>
                <a:latin typeface="Arial" pitchFamily="34" charset="0"/>
                <a:ea typeface="Arial" pitchFamily="34" charset="-122"/>
                <a:cs typeface="Arial" pitchFamily="34" charset="-120"/>
              </a:rPr>
              <a:t>ex. ventes européennes de Gran Turismo 4 en « reste du monde »</a:t>
            </a:r>
            <a:endParaRPr lang="en-US" sz="1400" dirty="0"/>
          </a:p>
        </p:txBody>
      </p:sp>
      <p:sp>
        <p:nvSpPr>
          <p:cNvPr id="21" name="o20"/>
          <p:cNvSpPr/>
          <p:nvPr/>
        </p:nvSpPr>
        <p:spPr>
          <a:xfrm>
            <a:off x="6400800" y="1645920"/>
            <a:ext cx="5239512" cy="4389120"/>
          </a:xfrm>
          <a:prstGeom prst="roundRect">
            <a:avLst>
              <a:gd name="adj" fmla="val 2917"/>
            </a:avLst>
          </a:prstGeom>
          <a:solidFill>
            <a:srgbClr val="000000"/>
          </a:solidFill>
          <a:ln w="28575">
            <a:solidFill>
              <a:srgbClr val="00FFFF"/>
            </a:solidFill>
            <a:prstDash val="solid"/>
          </a:ln>
        </p:spPr>
        <p:txBody>
          <a:bodyPr/>
          <a:p/>
        </p:txBody>
      </p:sp>
      <p:sp>
        <p:nvSpPr>
          <p:cNvPr id="22" name="o21"/>
          <p:cNvSpPr/>
          <p:nvPr/>
        </p:nvSpPr>
        <p:spPr>
          <a:xfrm>
            <a:off x="6469380" y="1714500"/>
            <a:ext cx="5102352" cy="4251960"/>
          </a:xfrm>
          <a:prstGeom prst="roundRect">
            <a:avLst>
              <a:gd name="adj" fmla="val 1398"/>
            </a:avLst>
          </a:prstGeom>
          <a:ln w="12700">
            <a:solidFill>
              <a:srgbClr val="00FFFF"/>
            </a:solidFill>
            <a:prstDash val="solid"/>
          </a:ln>
        </p:spPr>
        <p:txBody>
          <a:bodyPr/>
          <a:p/>
        </p:txBody>
      </p:sp>
      <p:pic>
        <p:nvPicPr>
          <p:cNvPr id="23" name="o22" descr="clé">    </p:cNvPr>
          <p:cNvPicPr>
            <a:picLocks noChangeAspect="1"/>
          </p:cNvPicPr>
          <p:nvPr/>
        </p:nvPicPr>
        <p:blipFill>
          <a:blip r:embed="rId12"/>
          <a:stretch>
            <a:fillRect/>
          </a:stretch>
        </p:blipFill>
        <p:spPr>
          <a:xfrm>
            <a:off x="8563356" y="1920240"/>
            <a:ext cx="914400" cy="914400"/>
          </a:xfrm>
          <a:prstGeom prst="rect">
            <a:avLst/>
          </a:prstGeom>
        </p:spPr>
      </p:pic>
      <p:pic>
        <p:nvPicPr>
          <p:cNvPr id="24" name="o23" descr="NEXT LEVEL">    </p:cNvPr>
          <p:cNvPicPr>
            <a:picLocks noChangeAspect="1"/>
          </p:cNvPicPr>
          <p:nvPr/>
        </p:nvPicPr>
        <p:blipFill>
          <a:blip r:embed="rId13"/>
          <a:stretch>
            <a:fillRect/>
          </a:stretch>
        </p:blipFill>
        <p:spPr>
          <a:xfrm>
            <a:off x="8014716" y="3063240"/>
            <a:ext cx="2011680" cy="201168"/>
          </a:xfrm>
          <a:prstGeom prst="rect">
            <a:avLst/>
          </a:prstGeom>
        </p:spPr>
      </p:pic>
      <p:pic>
        <p:nvPicPr>
          <p:cNvPr id="25" name="o24" descr="BDD 2">    </p:cNvPr>
          <p:cNvPicPr>
            <a:picLocks noChangeAspect="1"/>
          </p:cNvPicPr>
          <p:nvPr/>
        </p:nvPicPr>
        <p:blipFill>
          <a:blip r:embed="rId14"/>
          <a:stretch>
            <a:fillRect/>
          </a:stretch>
        </p:blipFill>
        <p:spPr>
          <a:xfrm>
            <a:off x="7603236" y="3566160"/>
            <a:ext cx="2834640" cy="566928"/>
          </a:xfrm>
          <a:prstGeom prst="rect">
            <a:avLst/>
          </a:prstGeom>
        </p:spPr>
      </p:pic>
      <p:sp>
        <p:nvSpPr>
          <p:cNvPr id="26" name="o25"/>
          <p:cNvSpPr txBox="1"/>
          <p:nvPr/>
        </p:nvSpPr>
        <p:spPr>
          <a:xfrm>
            <a:off x="6858000" y="4389120"/>
            <a:ext cx="4325112" cy="685800"/>
          </a:xfrm>
          <a:prstGeom prst="rect">
            <a:avLst/>
          </a:prstGeom>
          <a:noFill/>
          <a:ln/>
        </p:spPr>
        <p:txBody>
          <a:bodyPr wrap="square" lIns="0" tIns="0" rIns="0" bIns="0" rtlCol="0" anchor="t"/>
          <a:lstStyle/>
          <a:p>
            <a:pPr algn="ctr" indent="0" marL="0">
              <a:buNone/>
            </a:pPr>
            <a:r>
              <a:rPr lang="en-US" sz="1500" dirty="0">
                <a:solidFill>
                  <a:srgbClr val="C4C4E4"/>
                </a:solidFill>
                <a:latin typeface="Arial" pitchFamily="34" charset="0"/>
                <a:ea typeface="Arial" pitchFamily="34" charset="-122"/>
                <a:cs typeface="Arial" pitchFamily="34" charset="-120"/>
              </a:rPr>
              <a:t>Les ventes ne disent pas si un jeu est bon : une deuxième source pour le mesurer</a:t>
            </a:r>
            <a:endParaRPr lang="en-US" sz="1500" dirty="0"/>
          </a:p>
        </p:txBody>
      </p:sp>
      <p:pic>
        <p:nvPicPr>
          <p:cNvPr id="27" name="o26" descr="→ A VOUS !">    </p:cNvPr>
          <p:cNvPicPr>
            <a:picLocks noChangeAspect="1"/>
          </p:cNvPicPr>
          <p:nvPr/>
        </p:nvPicPr>
        <p:blipFill>
          <a:blip r:embed="rId15"/>
          <a:stretch>
            <a:fillRect/>
          </a:stretch>
        </p:blipFill>
        <p:spPr>
          <a:xfrm>
            <a:off x="8196453" y="5303520"/>
            <a:ext cx="1648206" cy="164592"/>
          </a:xfrm>
          <a:prstGeom prst="rect">
            <a:avLst/>
          </a:prstGeom>
        </p:spPr>
      </p:pic>
    </p:spTree>
  </p:cSld>
  <p:clrMapOvr>
    <a:masterClrMapping/>
  </p:clrMapOvr>
  <p:transition spd="fast">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1" fill="hold">
                            <p:stCondLst>
                              <p:cond delay="0"/>
                            </p:stCondLst>
                            <p:childTnLst>
                              <p:par>
                                <p:cTn id="4" presetID="0" presetClass="path" presetSubtype="0" fill="hold" nodeType="withEffect">
                                  <p:stCondLst>
                                    <p:cond delay="0"/>
                                  </p:stCondLst>
                                  <p:childTnLst>
                                    <p:animMotion origin="layout" path="M 0 0 L 0.02400 0 E" pathEditMode="relative" ptsTypes="">
                                      <p:cBhvr>
                                        <p:cTn id="5" dur="900" fill="hold"/>
                                        <p:tgtEl>
                                          <p:spTgt spid="6"/>
                                        </p:tgtEl>
                                        <p:attrNameLst>
                                          <p:attrName>ppt_x</p:attrName>
                                          <p:attrName>ppt_y</p:attrName>
                                        </p:attrNameLst>
                                      </p:cBhvr>
                                    </p:animMotion>
                                  </p:childTnLst>
                                </p:cTn>
                              </p:par>
                              <p:par>
                                <p:cTn id="6" presetID="0" presetClass="path" presetSubtype="0" fill="hold" nodeType="withEffect">
                                  <p:stCondLst>
                                    <p:cond delay="0"/>
                                  </p:stCondLst>
                                  <p:childTnLst>
                                    <p:animMotion origin="layout" path="M 0 0 L 0.02400 0 E" pathEditMode="relative" ptsTypes="">
                                      <p:cBhvr>
                                        <p:cTn id="7" dur="900" fill="hold"/>
                                        <p:tgtEl>
                                          <p:spTgt spid="7"/>
                                        </p:tgtEl>
                                        <p:attrNameLst>
                                          <p:attrName>ppt_x</p:attrName>
                                          <p:attrName>ppt_y</p:attrName>
                                        </p:attrNameLst>
                                      </p:cBhvr>
                                    </p:animMotion>
                                  </p:childTnLst>
                                </p:cTn>
                              </p:par>
                              <p:par>
                                <p:cTn id="8" presetID="1" presetClass="exit" presetSubtype="0" fill="hold" nodeType="withEffect">
                                  <p:stCondLst>
                                    <p:cond delay="780"/>
                                  </p:stCondLst>
                                  <p:childTnLst>
                                    <p:set>
                                      <p:cBhvr>
                                        <p:cTn id="9" dur="1" fill="hold">
                                          <p:stCondLst>
                                            <p:cond delay="0"/>
                                          </p:stCondLst>
                                        </p:cTn>
                                        <p:tgtEl>
                                          <p:spTgt spid="5"/>
                                        </p:tgtEl>
                                        <p:attrNameLst>
                                          <p:attrName>style.visibility</p:attrName>
                                        </p:attrNameLst>
                                      </p:cBhvr>
                                      <p:to>
                                        <p:strVal val="hidden"/>
                                      </p:to>
                                    </p:set>
                                  </p:childTnLst>
                                </p:cTn>
                              </p:par>
                              <p:par>
                                <p:cTn id="10" presetID="1" presetClass="exit" presetSubtype="0" fill="hold" nodeType="withEffect">
                                  <p:stCondLst>
                                    <p:cond delay="900"/>
                                  </p:stCondLst>
                                  <p:childTnLst>
                                    <p:set>
                                      <p:cBhvr>
                                        <p:cTn id="11" dur="1" fill="hold">
                                          <p:stCondLst>
                                            <p:cond delay="0"/>
                                          </p:stCondLst>
                                        </p:cTn>
                                        <p:tgtEl>
                                          <p:spTgt spid="7"/>
                                        </p:tgtEl>
                                        <p:attrNameLst>
                                          <p:attrName>style.visibility</p:attrName>
                                        </p:attrNameLst>
                                      </p:cBhvr>
                                      <p:to>
                                        <p:strVal val="hidden"/>
                                      </p:to>
                                    </p:set>
                                  </p:childTnLst>
                                </p:cTn>
                              </p:par>
                              <p:par>
                                <p:cTn id="12" presetID="1" presetClass="entr" presetSubtype="0" fill="hold" nodeType="withEffect">
                                  <p:stCondLst>
                                    <p:cond delay="900"/>
                                  </p:stCondLst>
                                  <p:childTnLst>
                                    <p:set>
                                      <p:cBhvr>
                                        <p:cTn id="13" dur="1" fill="hold">
                                          <p:stCondLst>
                                            <p:cond delay="0"/>
                                          </p:stCondLst>
                                        </p:cTn>
                                        <p:tgtEl>
                                          <p:spTgt spid="8"/>
                                        </p:tgtEl>
                                        <p:attrNameLst>
                                          <p:attrName>style.visibility</p:attrName>
                                        </p:attrNameLst>
                                      </p:cBhvr>
                                      <p:to>
                                        <p:strVal val="visible"/>
                                      </p:to>
                                    </p:set>
                                  </p:childTnLst>
                                </p:cTn>
                              </p:par>
                              <p:par>
                                <p:cTn id="14" presetID="10" presetClass="entr" presetSubtype="0" fill="hold" nodeType="withEffect">
                                  <p:stCondLst>
                                    <p:cond delay="20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nodeType="withEffect">
                                  <p:stCondLst>
                                    <p:cond delay="20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nodeType="withEffect">
                                  <p:stCondLst>
                                    <p:cond delay="20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nodeType="withEffect">
                                  <p:stCondLst>
                                    <p:cond delay="400"/>
                                  </p:stCondLst>
                                  <p:childTnLst>
                                    <p:set>
                                      <p:cBhvr>
                                        <p:cTn id="24" dur="1" fill="hold">
                                          <p:stCondLst>
                                            <p:cond delay="0"/>
                                          </p:stCondLst>
                                        </p:cTn>
                                        <p:tgtEl>
                                          <p:spTgt spid="12"/>
                                        </p:tgtEl>
                                        <p:attrNameLst>
                                          <p:attrName>style.visibility</p:attrName>
                                        </p:attrNameLst>
                                      </p:cBhvr>
                                      <p:to>
                                        <p:strVal val="visible"/>
                                      </p:to>
                                    </p:set>
                                    <p:animEffect transition="in" filter="fade">
                                      <p:cBhvr>
                                        <p:cTn id="25" dur="400"/>
                                        <p:tgtEl>
                                          <p:spTgt spid="12"/>
                                        </p:tgtEl>
                                      </p:cBhvr>
                                    </p:animEffect>
                                  </p:childTnLst>
                                </p:cTn>
                              </p:par>
                              <p:par>
                                <p:cTn id="26" presetID="10" presetClass="entr" presetSubtype="0" fill="hold" nodeType="withEffect">
                                  <p:stCondLst>
                                    <p:cond delay="400"/>
                                  </p:stCondLst>
                                  <p:childTnLst>
                                    <p:set>
                                      <p:cBhvr>
                                        <p:cTn id="27" dur="1" fill="hold">
                                          <p:stCondLst>
                                            <p:cond delay="0"/>
                                          </p:stCondLst>
                                        </p:cTn>
                                        <p:tgtEl>
                                          <p:spTgt spid="13"/>
                                        </p:tgtEl>
                                        <p:attrNameLst>
                                          <p:attrName>style.visibility</p:attrName>
                                        </p:attrNameLst>
                                      </p:cBhvr>
                                      <p:to>
                                        <p:strVal val="visible"/>
                                      </p:to>
                                    </p:set>
                                    <p:animEffect transition="in" filter="fade">
                                      <p:cBhvr>
                                        <p:cTn id="28" dur="400"/>
                                        <p:tgtEl>
                                          <p:spTgt spid="13"/>
                                        </p:tgtEl>
                                      </p:cBhvr>
                                    </p:animEffect>
                                  </p:childTnLst>
                                </p:cTn>
                              </p:par>
                              <p:par>
                                <p:cTn id="29" presetID="10" presetClass="entr" presetSubtype="0" fill="hold" nodeType="withEffect">
                                  <p:stCondLst>
                                    <p:cond delay="40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400"/>
                                        <p:tgtEl>
                                          <p:spTgt spid="14"/>
                                        </p:tgtEl>
                                      </p:cBhvr>
                                    </p:animEffect>
                                  </p:childTnLst>
                                </p:cTn>
                              </p:par>
                              <p:par>
                                <p:cTn id="32" presetID="10" presetClass="entr" presetSubtype="0" fill="hold" nodeType="withEffect">
                                  <p:stCondLst>
                                    <p:cond delay="65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par>
                                <p:cTn id="35" presetID="10" presetClass="entr" presetSubtype="0" fill="hold" nodeType="withEffect">
                                  <p:stCondLst>
                                    <p:cond delay="65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400"/>
                                        <p:tgtEl>
                                          <p:spTgt spid="16"/>
                                        </p:tgtEl>
                                      </p:cBhvr>
                                    </p:animEffect>
                                  </p:childTnLst>
                                </p:cTn>
                              </p:par>
                              <p:par>
                                <p:cTn id="38" presetID="10" presetClass="entr" presetSubtype="0" fill="hold" nodeType="withEffect">
                                  <p:stCondLst>
                                    <p:cond delay="650"/>
                                  </p:stCondLst>
                                  <p:childTnLst>
                                    <p:set>
                                      <p:cBhvr>
                                        <p:cTn id="39" dur="1" fill="hold">
                                          <p:stCondLst>
                                            <p:cond delay="0"/>
                                          </p:stCondLst>
                                        </p:cTn>
                                        <p:tgtEl>
                                          <p:spTgt spid="17"/>
                                        </p:tgtEl>
                                        <p:attrNameLst>
                                          <p:attrName>style.visibility</p:attrName>
                                        </p:attrNameLst>
                                      </p:cBhvr>
                                      <p:to>
                                        <p:strVal val="visible"/>
                                      </p:to>
                                    </p:set>
                                    <p:animEffect transition="in" filter="fade">
                                      <p:cBhvr>
                                        <p:cTn id="40" dur="400"/>
                                        <p:tgtEl>
                                          <p:spTgt spid="17"/>
                                        </p:tgtEl>
                                      </p:cBhvr>
                                    </p:animEffect>
                                  </p:childTnLst>
                                </p:cTn>
                              </p:par>
                              <p:par>
                                <p:cTn id="41" presetID="10" presetClass="entr" presetSubtype="0" fill="hold" nodeType="withEffect">
                                  <p:stCondLst>
                                    <p:cond delay="900"/>
                                  </p:stCondLst>
                                  <p:childTnLst>
                                    <p:set>
                                      <p:cBhvr>
                                        <p:cTn id="42" dur="1" fill="hold">
                                          <p:stCondLst>
                                            <p:cond delay="0"/>
                                          </p:stCondLst>
                                        </p:cTn>
                                        <p:tgtEl>
                                          <p:spTgt spid="18"/>
                                        </p:tgtEl>
                                        <p:attrNameLst>
                                          <p:attrName>style.visibility</p:attrName>
                                        </p:attrNameLst>
                                      </p:cBhvr>
                                      <p:to>
                                        <p:strVal val="visible"/>
                                      </p:to>
                                    </p:set>
                                    <p:animEffect transition="in" filter="fade">
                                      <p:cBhvr>
                                        <p:cTn id="43" dur="400"/>
                                        <p:tgtEl>
                                          <p:spTgt spid="18"/>
                                        </p:tgtEl>
                                      </p:cBhvr>
                                    </p:animEffect>
                                  </p:childTnLst>
                                </p:cTn>
                              </p:par>
                              <p:par>
                                <p:cTn id="44" presetID="10" presetClass="entr" presetSubtype="0" fill="hold" nodeType="withEffect">
                                  <p:stCondLst>
                                    <p:cond delay="90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400"/>
                                        <p:tgtEl>
                                          <p:spTgt spid="19"/>
                                        </p:tgtEl>
                                      </p:cBhvr>
                                    </p:animEffect>
                                  </p:childTnLst>
                                </p:cTn>
                              </p:par>
                              <p:par>
                                <p:cTn id="47" presetID="10" presetClass="entr" presetSubtype="0" fill="hold" nodeType="withEffect">
                                  <p:stCondLst>
                                    <p:cond delay="900"/>
                                  </p:stCondLst>
                                  <p:childTnLst>
                                    <p:set>
                                      <p:cBhvr>
                                        <p:cTn id="48" dur="1" fill="hold">
                                          <p:stCondLst>
                                            <p:cond delay="0"/>
                                          </p:stCondLst>
                                        </p:cTn>
                                        <p:tgtEl>
                                          <p:spTgt spid="20"/>
                                        </p:tgtEl>
                                        <p:attrNameLst>
                                          <p:attrName>style.visibility</p:attrName>
                                        </p:attrNameLst>
                                      </p:cBhvr>
                                      <p:to>
                                        <p:strVal val="visible"/>
                                      </p:to>
                                    </p:set>
                                    <p:animEffect transition="in" filter="fade">
                                      <p:cBhvr>
                                        <p:cTn id="49" dur="400"/>
                                        <p:tgtEl>
                                          <p:spTgt spid="20"/>
                                        </p:tgtEl>
                                      </p:cBhvr>
                                    </p:animEffect>
                                  </p:childTnLst>
                                </p:cTn>
                              </p:par>
                              <p:par>
                                <p:cTn id="50" presetID="10" presetClass="entr" presetSubtype="0" fill="hold" nodeType="withEffect">
                                  <p:stCondLst>
                                    <p:cond delay="1300"/>
                                  </p:stCondLst>
                                  <p:childTnLst>
                                    <p:set>
                                      <p:cBhvr>
                                        <p:cTn id="51" dur="1" fill="hold">
                                          <p:stCondLst>
                                            <p:cond delay="0"/>
                                          </p:stCondLst>
                                        </p:cTn>
                                        <p:tgtEl>
                                          <p:spTgt spid="21"/>
                                        </p:tgtEl>
                                        <p:attrNameLst>
                                          <p:attrName>style.visibility</p:attrName>
                                        </p:attrNameLst>
                                      </p:cBhvr>
                                      <p:to>
                                        <p:strVal val="visible"/>
                                      </p:to>
                                    </p:set>
                                    <p:animEffect transition="in" filter="fade">
                                      <p:cBhvr>
                                        <p:cTn id="52" dur="400"/>
                                        <p:tgtEl>
                                          <p:spTgt spid="21"/>
                                        </p:tgtEl>
                                      </p:cBhvr>
                                    </p:animEffect>
                                  </p:childTnLst>
                                </p:cTn>
                              </p:par>
                              <p:par>
                                <p:cTn id="53" presetID="10" presetClass="entr" presetSubtype="0" fill="hold" nodeType="withEffect">
                                  <p:stCondLst>
                                    <p:cond delay="130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00"/>
                                        <p:tgtEl>
                                          <p:spTgt spid="22"/>
                                        </p:tgtEl>
                                      </p:cBhvr>
                                    </p:animEffect>
                                  </p:childTnLst>
                                </p:cTn>
                              </p:par>
                              <p:par>
                                <p:cTn id="56" presetID="10" presetClass="entr" presetSubtype="0" fill="hold" nodeType="withEffect">
                                  <p:stCondLst>
                                    <p:cond delay="130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400"/>
                                        <p:tgtEl>
                                          <p:spTgt spid="23"/>
                                        </p:tgtEl>
                                      </p:cBhvr>
                                    </p:animEffect>
                                  </p:childTnLst>
                                </p:cTn>
                              </p:par>
                              <p:par>
                                <p:cTn id="59" presetID="10" presetClass="entr" presetSubtype="0" fill="hold" nodeType="withEffect">
                                  <p:stCondLst>
                                    <p:cond delay="1300"/>
                                  </p:stCondLst>
                                  <p:childTnLst>
                                    <p:set>
                                      <p:cBhvr>
                                        <p:cTn id="60" dur="1" fill="hold">
                                          <p:stCondLst>
                                            <p:cond delay="0"/>
                                          </p:stCondLst>
                                        </p:cTn>
                                        <p:tgtEl>
                                          <p:spTgt spid="24"/>
                                        </p:tgtEl>
                                        <p:attrNameLst>
                                          <p:attrName>style.visibility</p:attrName>
                                        </p:attrNameLst>
                                      </p:cBhvr>
                                      <p:to>
                                        <p:strVal val="visible"/>
                                      </p:to>
                                    </p:set>
                                    <p:animEffect transition="in" filter="fade">
                                      <p:cBhvr>
                                        <p:cTn id="61" dur="400"/>
                                        <p:tgtEl>
                                          <p:spTgt spid="24"/>
                                        </p:tgtEl>
                                      </p:cBhvr>
                                    </p:animEffect>
                                  </p:childTnLst>
                                </p:cTn>
                              </p:par>
                              <p:par>
                                <p:cTn id="62" presetID="10" presetClass="entr" presetSubtype="0" fill="hold" nodeType="withEffect">
                                  <p:stCondLst>
                                    <p:cond delay="1300"/>
                                  </p:stCondLst>
                                  <p:childTnLst>
                                    <p:set>
                                      <p:cBhvr>
                                        <p:cTn id="63" dur="1" fill="hold">
                                          <p:stCondLst>
                                            <p:cond delay="0"/>
                                          </p:stCondLst>
                                        </p:cTn>
                                        <p:tgtEl>
                                          <p:spTgt spid="25"/>
                                        </p:tgtEl>
                                        <p:attrNameLst>
                                          <p:attrName>style.visibility</p:attrName>
                                        </p:attrNameLst>
                                      </p:cBhvr>
                                      <p:to>
                                        <p:strVal val="visible"/>
                                      </p:to>
                                    </p:set>
                                    <p:animEffect transition="in" filter="fade">
                                      <p:cBhvr>
                                        <p:cTn id="64" dur="400"/>
                                        <p:tgtEl>
                                          <p:spTgt spid="25"/>
                                        </p:tgtEl>
                                      </p:cBhvr>
                                    </p:animEffect>
                                  </p:childTnLst>
                                </p:cTn>
                              </p:par>
                              <p:par>
                                <p:cTn id="65" presetID="10" presetClass="entr" presetSubtype="0" fill="hold" nodeType="withEffect">
                                  <p:stCondLst>
                                    <p:cond delay="130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400"/>
                                        <p:tgtEl>
                                          <p:spTgt spid="26"/>
                                        </p:tgtEl>
                                      </p:cBhvr>
                                    </p:animEffect>
                                  </p:childTnLst>
                                </p:cTn>
                              </p:par>
                              <p:par>
                                <p:cTn id="68" presetID="10" presetClass="entr" presetSubtype="0" fill="hold" nodeType="withEffect">
                                  <p:stCondLst>
                                    <p:cond delay="1700"/>
                                  </p:stCondLst>
                                  <p:childTnLst>
                                    <p:set>
                                      <p:cBhvr>
                                        <p:cTn id="69" dur="1" fill="hold">
                                          <p:stCondLst>
                                            <p:cond delay="0"/>
                                          </p:stCondLst>
                                        </p:cTn>
                                        <p:tgtEl>
                                          <p:spTgt spid="27"/>
                                        </p:tgtEl>
                                        <p:attrNameLst>
                                          <p:attrName>style.visibility</p:attrName>
                                        </p:attrNameLst>
                                      </p:cBhvr>
                                      <p:to>
                                        <p:strVal val="visible"/>
                                      </p:to>
                                    </p:set>
                                    <p:animEffect transition="in" filter="fade">
                                      <p:cBhvr>
                                        <p:cTn id="70"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Arcade Pac">
  <a:themeElements>
    <a:clrScheme name="Arcade Pac">
      <a:dk1>
        <a:srgbClr val="000000"/>
      </a:dk1>
      <a:lt1>
        <a:srgbClr val="FFFFFF"/>
      </a:lt1>
      <a:dk2>
        <a:srgbClr val="0A0A2A"/>
      </a:dk2>
      <a:lt2>
        <a:srgbClr val="C4C4E4"/>
      </a:lt2>
      <a:accent1>
        <a:srgbClr val="FFE600"/>
      </a:accent1>
      <a:accent2>
        <a:srgbClr val="2121DE"/>
      </a:accent2>
      <a:accent3>
        <a:srgbClr val="FF2D2D"/>
      </a:accent3>
      <a:accent4>
        <a:srgbClr val="00FFFF"/>
      </a:accent4>
      <a:accent5>
        <a:srgbClr val="FFB8FF"/>
      </a:accent5>
      <a:accent6>
        <a:srgbClr val="FFB852"/>
      </a:accent6>
      <a:hlink>
        <a:srgbClr val="00FFFF"/>
      </a:hlink>
      <a:folHlink>
        <a:srgbClr val="FFB8FF"/>
      </a:folHlink>
    </a:clrScheme>
    <a:fontScheme name="Arcade Pac">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Ventes mondiales de jeux vidéo — BDD 1</dc:title>
  <dc:subject>PptxGenJS Presentation</dc:subject>
  <dc:creator>Kheireddine Bouadi</dc:creator>
  <cp:lastModifiedBy>Kheireddine Bouadi</cp:lastModifiedBy>
  <cp:revision>1</cp:revision>
  <dcterms:created xsi:type="dcterms:W3CDTF">2026-10-22T14:26:01Z</dcterms:created>
  <dcterms:modified xsi:type="dcterms:W3CDTF">2026-10-22T14:26:01Z</dcterms:modified>
</cp:coreProperties>
</file>